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530" autoAdjust="0"/>
  </p:normalViewPr>
  <p:slideViewPr>
    <p:cSldViewPr snapToGrid="0">
      <p:cViewPr varScale="1">
        <p:scale>
          <a:sx n="72" d="100"/>
          <a:sy n="72" d="100"/>
        </p:scale>
        <p:origin x="110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3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1083 190 6817,'2'-10'1655,"1"0"1,0 0 0,1 0 0,7-14-1,-8 17-715,1 0 754,2-6 182,-4 11-1629,-1 0-1,0-1 0,0 0 1,0 1-1,0-1 1,0 0-1,0 1 0,-1-1 1,0 0-1,1 0 1,-1 1-1,0-1 0,0 0 1,-1 0-1,1 0 1,0 1-1,-1-1 0,0 0 1,1 1-1,-1-1 1,0 0-1,-2-2 0,1 2-115,0 1-1,-1-1 0,1 1 0,-1 0 0,1-1 1,-1 1-1,0 0 0,0 1 0,0-1 0,0 0 0,0 1 1,0 0-1,0-1 0,0 1 0,0 1 0,-1-1 0,1 0 1,-5 0-1,-19-1 9,-1 1 1,0 2 0,1 0-1,-1 2 1,1 1 0,-1 1-1,1 1 1,1 1-1,-1 2 1,-46 22 0,-9 12-40,-143 98 1,212-132-87,-31 22 13,1 1 0,2 3-1,1 1 1,1 3-1,3 0 1,1 3-1,-30 46 1,57-77-23,2 0 0,0 0 0,0 1 1,1 0-1,0 0 0,1 0 0,1 1 0,0-1 0,0 1 0,0 21 1,3-26-6,0 0 1,1 0 0,0 0 0,0 0 0,1 0 0,0 0-1,0-1 1,1 1 0,0-1 0,1 0 0,-1 0 0,1 0 0,1 0-1,-1 0 1,1-1 0,0 0 0,1 0 0,7 6 0,-3-3 1,1-1 1,1 0 0,-1-1 0,1 0-1,1-1 1,-1 0 0,1-1-1,0-1 1,0 0 0,0-1-1,1 0 1,-1-1 0,1 0 0,0-1-1,-1-1 1,1 0 0,0-1-1,-1 0 1,16-4 0,-5 0 3,0-1 1,0-1-1,-1-1 1,0-1-1,0-1 1,-1-2-1,0 0 1,-1-1 0,33-27-1,-12 1 225,-1-2-1,50-67 1,-28 31 1043,12-13-310,-65 82-963,-5 10 0,-3 11 0,-2-12 0,-1 17 0,-1 1 0,0-1 0,-1-1 0,-1 1 0,0 0 0,-9 19 0,-11 50 0,21-67-198,1 0 0,1 0 0,1 0 0,0 0-1,2-1 1,0 1 0,1 0 0,8 26 0,12 19-4569,6-3-4796,-3-19-4107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5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14 166 13553,'-13'-45'2296,"16"21"-171,14 6-325,-4-3-340,8 6-304,-5-3-284,18 9-528,23-3-460,-14 9-480,11 3-612,3 0-652,-4 9-340,-2 3-3029,-4 12-4184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6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14 124 7881,'-13'-27'11329,"26"21"-10365,4 3-236,16-6-308,24-9-532,-3 6-592,10-3-752,16 0-616,-3-3-2941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4.9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461 52 9037,'1'-1'573,"0"-1"0,-1 0 0,1 1 0,0-1 0,-1 1 1,1-1-1,-1 0 0,0 0 0,1 1 0,-1-1 0,0 0 0,0 0 1,0 1-1,0-1 0,-1 0 0,1 1 0,0-1 0,-2-3 0,-3-9 86,4 12 622,-2 4 50,-3 4-915,0-1-1,0 1 1,1 1-1,0-1 1,1 1-1,-1 0 1,1 0-1,0 0 1,1 0-1,0 1 1,-4 11-1,-125 319 4047,60-167-4340,14-36-341,-29 76-2394,56-102-2670,25-79 406,-4 52-1,11-22-7035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5.4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603 361 8025,'-26'-6'11757,"7"17"-8628,13-6-2752,-1 1-1,1 0 1,1 0-1,-1 0 0,1 0 1,0 1-1,0 0 1,1 0-1,-6 14 0,-4 11 585,-9 35-1,6-18-303,-14 35 415,-32 143 1,57-198-980,1 0-1,1 1 1,2 0-1,1 0 0,2-1 1,0 1-1,2 0 1,13 54-1,-13-75-73,0 1-1,1-1 0,0 1 0,0-1 1,1-1-1,0 1 0,1-1 1,0 0-1,0 0 0,1 0 0,0-1 1,0 0-1,1 0 0,0-1 1,0 0-1,0-1 0,1 1 0,0-2 1,0 1-1,0-1 0,1 0 1,-1-1-1,1-1 0,10 3 0,-7-3-18,-1-1-1,1 0 0,0 0 0,-1-1 0,1-1 1,0 0-1,-1-1 0,1-1 0,-1 0 1,0 0-1,0-1 0,0-1 0,0 0 0,-1 0 1,0-1-1,0-1 0,0 0 0,17-15 0,-8 2-2,0-2 0,-1 0 0,-1-1 0,-1-1-1,-1 0 1,-2-2 0,0 1 0,-2-2-1,14-41 1,-8 11-18,-3-2-1,-2 0 1,8-95-1,-19 118 30,-1-1 0,-2 1 1,-1 0-1,-2 0 0,-1 0 0,-3 1 0,0-1 0,-2 2 0,-2-1 0,-23-48 0,24 62-26,-1 1 0,-1 0 0,0 1 0,-2 0 0,0 1 0,-1 1 0,-26-22 0,28 27-68,-2 1 0,1 1 0,-1 1 1,-1 0-1,1 1 0,-2 1 0,1 0 0,-1 1 0,0 1 0,-22-3 0,14 5-449,0 1 0,0 1-1,0 2 1,0 0-1,-39 8 1,16 1-2410,-92 33 0,114-32 514,0 1 0,-26 16 0,-57 43-9744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3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598 67 12697,'-6'-39'3531,"5"12"2353,-18 26-2817,17 1-2981,1 0-1,0 0 1,0 0 0,-1 1-1,1-1 1,0 0 0,0 0 0,0 1-1,-1-1 1,1 0 0,0 1-1,0 0 1,0-1 0,0 1-1,0-1 1,0 1 0,0 0 0,0 0-1,0 0 1,0 0 0,0 0-1,1-1 1,-1 1 0,0 1-1,1-1 1,-1 0 0,0 0-1,1 0 1,-1 2 0,-9 44 1288,8-34-1161,-81 423 3217,80-421-3430,-43 173 0,-23 206 0,68-384 0,0 2 0,-1 1 0,2-1 0,0 1 0,2 19 0,-2-30 0,0-1 0,0 1 0,1-1 0,-1 1 0,0-1 0,1 1 0,-1-1 0,1 0 0,0 1 0,-1-1 0,1 1 0,0-1 0,0 0 0,0 0 0,0 1 0,0-1 0,0 0 0,0 0 0,0 0 0,0 0 0,1 0 0,-1-1 0,0 1 0,1 0 0,-1 0 0,0-1 0,1 1 0,-1-1 0,1 1 0,-1-1 0,1 0 0,-1 0 0,1 0 0,-1 1 0,1-1 0,-1-1 0,1 1 0,-1 0 0,1 0 0,-1 0 0,1-1 0,-1 1 0,1-1 0,-1 1 0,1-1 0,1-1 0,14-6 0,-1-1 0,1 0 0,-1-1 0,21-18 0,17-11 0,-6 8 0,2 2 0,1 3 0,98-37 0,-126 56 0,0 1 0,1 0 0,0 2 0,0 1 0,0 1 0,1 1 0,-1 1 0,0 1 0,0 1 0,1 1 0,37 10 0,-52-10 0,0 0 0,-1 1 0,1 0 0,-1 0 0,0 1 0,0 1 0,0-1 0,-1 1 0,0 1 0,0 0 0,-1 0 0,0 0 0,10 13 0,-13-14 0,0 0 0,-1 1 0,1-1 0,-1 1 0,0 0 0,-1 0 0,0 0 0,0 0 0,0 0 0,-1 1 0,0-1 0,-1 0 0,1 1 0,-2-1 0,1 1 0,-1-1 0,0 0 0,0 1 0,-3 6 0,-1 0 0,0 0 0,-1 0 0,-1-1 0,0 0 0,-1 0 0,-1-1 0,1 0 0,-2-1 0,-18 19 0,7-11 0,-1-1 0,-1 0 0,0-2 0,-30 16 0,9-10 0,0-2 0,-2-3 0,-1-1 0,0-2 1,-53 8-1,-246 23-8,313-42 6,-51 4-1021,-135-5 1,216-2 800,0 0 1,-1 0 0,1-1-1,-1 1 1,1-1-1,0 0 1,-1 0-1,1 0 1,0 0-1,0 0 1,0-1 0,0 1-1,0-1 1,0 0-1,0 0 1,0 0-1,1 0 1,-1-1 0,-3-3-1,5 4-67,0-1 0,1 1 1,-1-1-1,0 1 0,1-1 0,-1 0 0,1 1 0,0-1 1,-1 1-1,2-1 0,-1 0 0,0 1 0,0-1 1,1 1-1,-1-1 0,1 1 0,0-1 0,0 1 0,0-1 1,0 1-1,0 0 0,2-3 0,-1 2-290,0 0 0,0 0 0,0 0-1,0 0 1,1 1 0,-1-1 0,1 1-1,-1-1 1,1 1 0,3-2 0,46-21-9707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5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1 130 14433,'63'-48'1993,"-6"24"-377,-10 6-400,0 6-296,0 3-348,7 0-540,2 0-508,8 9-676,-4 0-540,-3 6-253,-10 0-2567,-7 12-3509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60 184 8017,'-60'24'9221,"80"-24"-7829,20-6-524,1-6-220,9-6-580,13-9-820,1-9-928,17 0 111,16 6-3183,17-13-3725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7.1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1006 169 11145,'-5'-3'504,"1"-1"0,0 0 0,0 0-1,1-1 1,-1 1 0,1-1 0,0 1 0,0-1 0,1 0-1,-1 0 1,1-1 0,0 1 0,0 0 0,-1-10 0,-14-30 4997,10 31-1458,7 11-3131,1-10-501,-2-1 940,-1 14-1295,1 0 1,0 0 0,-1 1 0,1-1 0,0 0-1,0 1 1,0-1 0,-1 1 0,1 0 0,0-1-1,0 1 1,0 0 0,0 0 0,0-1 0,0 1-1,-1 2 1,-68 62 787,46-42-820,-92 95-11,77-74-13,2 1 0,-36 61 0,58-83 0,2 1 0,1 0 0,1 1 0,1 1 0,1-1 0,1 1 0,-4 29 0,6-7 0,3 0 0,1 0 0,3 0 0,7 55 0,49 188 0,-54-277 0,-1-1 0,1 0 0,-2 1 0,0-1 0,-1 1 0,0-1 0,-1 1 0,0-1 0,-1 1 0,-6 19 0,6-26 0,-1 0 0,0 1 0,0-1 0,-1-1 0,0 1 0,0 0 0,-1-1 0,1 0 0,-1 0 0,-1 0 0,1-1 0,-1 0 0,0 0 0,0 0 0,0-1 0,-1 0 0,1 0 0,-1 0 0,-14 4 0,-1-2-5,-1-1 0,1-1 1,-1-2-1,0 0 0,0-1 0,0-1 1,0-1-1,0-1 0,0-2 0,1 0 0,-44-14 1,61 16-237,0 0 0,0 0 0,0-1 1,0 1-1,0-1 0,0 0 1,1-1-1,0 1 0,-1-1 0,1 0 1,1 0-1,-1 0 0,1-1 0,-1 1 1,1-1-1,0 0 0,1 0 1,-4-9-1,4 8-548,0 0 0,1-1 0,-1 0 0,2 1 0,-1-1 0,1 0 0,0 1 0,0-1 0,1 0 0,-1 1 0,2-1 0,-1 1-1,1-1 1,0 1 0,3-8 0,25-38-11738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7.2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1 133 13093,'6'-42'2300,"18"18"29,-4 15-249,10 0-352,20-6-320,0 6-276,4 3-272,10 0-120,6 3-276,4 0-512,3 3-536,-4-3-432,-12 3-812,-8-3-752,-9 6-3385,-4 6-5164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37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526 127 4524,'0'0'6593,"-6"-13"-5584,-1-1 3337,7 11-4024,7-73 2078,-7 75-2376,0 1-1,0-1 0,0 0 1,0 0-1,-1 0 0,1 1 0,0-1 1,0 0-1,0 0 0,-1 0 1,1 1-1,0-1 0,-1 0 0,1 0 1,0 1-1,-1-1 0,1 0 1,-1 1-1,1-1 0,-1 1 0,0-1 1,1 1-1,-1-1 0,0 1 1,1-1-1,-1 1 0,0-1 0,1 1 1,-1 0-1,0-1 0,0 1 1,1 0-1,-1 0 0,0 0 0,0 0 1,0-1-1,1 1 0,-1 0 1,0 0-1,0 1 0,0-1 0,1 0 1,-1 0-1,0 0 0,0 0 1,0 1-1,1-1 0,-1 0 0,0 1 1,0-1-1,1 1 0,-1-1 1,0 0-1,0 2 0,-12 14 170,1 1 0,0 1 0,2-1 1,0 2-1,1-1 0,-7 22 0,2-9-55,-161 408 726,86-210-2013,23-46-2421,29-58-2729,12-23-2528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5.5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98 6313,'22'-2'1721,"-18"1"-43,-37-4 2130,30 4-937,8-9-1459,1-1-201,-3 6 2413,-3 3-3472,1 1 0,-1 0 0,1 0 0,-1 0 0,0 0 0,0 0 0,1-1-1,-1 1 1,0 0 0,0 0 0,0 0 0,0-1 0,0 1 0,0 0 0,-1 0 0,1 0 0,0-1 0,0 1 0,-1 0 0,1 0 0,-1 0 0,-1-2-1,0 2-20,-1 1-1,1-1 1,-1 1-1,1 0 0,-1 0 1,1 0-1,-1 0 0,0 0 1,1 1-1,-9 1 3170,16-2-2791,60 4 171,118-10 0,-50-1-537,14 6-401,236-9-4175,-40-5-1984,-114 17-880,-9 7-4062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18 212 10949,'-2'-2'1900,"-11"-19"1588,11 19-1824,3-1-33,1-7-517,-1 8-751,-1-1 1,1 0 0,-1 0-1,0 1 1,0-1 0,0 0 0,0 0-1,0 1 1,0-1 0,-1 0 0,1 0-1,-1 1 1,-1-4 0,2 5-268,-1 0 1,1-1 0,0 1-1,0 0 1,0 0-1,0 0 1,0 0 0,0 0-1,0 0 1,0 0 0,0 0-1,0-1 1,1 1-1,-1 0 1,1 0 0,-1 0-1,0 0 1,1 0 0,0 0-1,-1 0 1,2-1-1,23-20 1047,-14 16-851,0 0 0,23-9-1,4 5-125,0 2-1,0 1 1,1 2-1,0 2 1,51 1-1,-13 0-559,52-4-1094,127-4-3539,1 5-5269,-95 5-489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9.9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1034 175 7313,'-1'-3'682,"0"1"0,0-1 0,1 1-1,-1-1 1,1 0 0,0 1 0,0-1 0,0 0 0,0 0 0,0 1 0,1-1 0,-1 0 0,2-4 0,2-20 2479,-5 21-2906,1 1 0,-1 0 0,0-1 0,0 1 1,-1 0-1,1 0 0,-1-1 0,0 1 0,0 1 1,-1-1-1,0 0 0,0 0 0,-5-5 0,5 7-128,0 0-1,-1 0 0,1 1 1,-1-1-1,0 1 0,0 0 1,0 0-1,0 0 0,0 1 0,0-1 1,0 1-1,0 0 0,-1 0 1,1 1-1,0-1 0,-1 1 0,1 0 1,-6 1-1,-33 2 246,0 3 0,1 1-1,0 2 1,0 2 0,-66 27 0,25-2-64,-133 79 1,175-89-226,-70 57 1,89-64-57,2 0 1,1 1-1,0 1 1,-25 38-1,39-52-29,1 0 0,1 1 0,-1-1 0,1 1 0,1-1 0,-1 1 0,1 0-1,1 0 1,0 0 0,0 0 0,0 0 0,1 0 0,1 13 0,-1-16-15,1 1 0,0-1 0,1 0 1,-1 0-1,1 0 0,0 0 0,0 0 0,1 0 1,-1 0-1,1-1 0,0 1 0,1-1 1,-1 0-1,1 0 0,-1 0 0,1 0 1,0-1-1,1 0 0,-1 1 0,0-1 0,7 3 1,-1-1 8,1-1 0,0 0 0,-1 0 0,1-1-1,0 0 1,1-1 0,-1-1 0,0 1 0,1-2 0,-1 0 0,1 0 0,12-2 0,-7-1-12,-1-1-1,0-1 1,0 0-1,0-1 0,-1 0 1,0-2-1,21-12 1,7-11-24,-1-2 0,-2-2 0,-1-1 0,39-48 1,128-180 1062,-154 194-788,-50 67 114,15 15 414,-15-10-705,0 1-1,0 0 0,0 0 0,0 0 0,0 0 0,-1 0 1,1 0-1,-1 0 0,0 1 0,0-1 0,0 0 0,-1 1 0,1-1 1,-1 0-1,0 1 0,0-1 0,0 5 0,-5 69 231,3-63-225,-8 65 148,4-31-1372,-2 98 1,9-67-2579,0 23-7856,5-54 134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0.5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192 155 6653,'7'11'2588,"-5"-22"317,0-5 4107,-45 61-5573,21-23-969,1 1 0,-20 27-1,36-42-424,0-1 0,0 1-1,1 0 1,0 0-1,1 0 1,0 0-1,0 1 1,1-1-1,0 1 1,0 0-1,1 0 1,-1 9-1,3-14-35,-1 0-1,1 1 0,0-1 0,0 0 0,0 0 0,0 0 0,1 0 1,0 0-1,0 0 0,0 0 0,0 0 0,0-1 0,1 1 1,0-1-1,0 0 0,0 1 0,0-1 0,0-1 0,0 1 1,1 0-1,0-1 0,-1 0 0,1 0 0,7 3 0,-4-1-2,0-2-1,0 1 1,1-1-1,-1 0 0,0-1 1,1 0-1,-1 0 1,1 0-1,-1-1 1,1 0-1,-1-1 1,1 0-1,11-2 0,-12 0 0,-1 0 0,0 0 0,0 0 0,0-1 0,0 0 0,0 0 0,-1-1 0,0 1 0,1-1-1,-2 0 1,1-1 0,-1 1 0,0-1 0,0 0 0,0 0 0,5-12 0,0-4-14,0 0 0,-1-1 0,7-37 0,-12 42 23,-1 1 0,-1-1-1,0 1 1,-1-1 0,-3-23 0,2 32-13,0 1 0,0-1-1,-1 1 1,0 0 0,-1 0 0,0 0 0,0 0-1,-1 0 1,0 0 0,0 1 0,-1 0-1,-8-11 1,9 14-28,-1 0-1,1 1 1,-1 0-1,1 0 1,-1 0 0,0 0-1,0 1 1,0 0-1,0 0 1,-1 0-1,1 1 1,-1 0 0,1 0-1,-1 0 1,1 0-1,-1 1 1,1 0 0,-1 0-1,1 1 1,-1-1-1,1 1 1,-1 1-1,1-1 1,-1 1 0,-7 3-1,0 1-793,0 0-1,0 1 1,0 1-1,1 0 1,0 0-1,1 1 1,0 1-1,-17 18 1,6 6-3886,7 9-2502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0.8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1296 1 10989,'0'0'8250,"-2"4"-7118,-21 68 1204,18-52-1844,-2 0 1,0-1-1,0 1 1,-18 28-1,1-12-72,-3-2 0,0-1 0,-40 37 0,-104 82 398,62-60-508,-454 415 498,526-467-1016,1 1 0,-33 51 0,56-71-314,0-1-1,1 2 0,1 0 0,1 0 0,1 1 1,2 0-1,-6 26 0,12-46 234,1 0 0,-1 1-1,1-1 1,0 0 0,1 0 0,-1 1 0,1-1 0,-1 0 0,1 0-1,0 0 1,0 1 0,0-1 0,0 0 0,1 0 0,3 5-1,-3-6-457,0 1-1,0-1 1,0 1-1,0-1 0,1 0 1,-1 0-1,1 0 1,-1 0-1,5 2 0,19 8-8144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2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83 101 9477,'27'-36'9415,"-28"44"-9127,0-1 0,-1 0 0,0 1 0,0-1 0,0 0 0,-1 0 0,0 0 0,-1 0 0,-6 9 0,-11 27 189,11-11-191,-9 47-1,3-7-81,12-59-164,1 1-1,0 0 1,1 1 0,1-1-1,1 26 1,0-33-29,1-1-1,0 0 0,0 1 1,0-1-1,1 0 1,0 0-1,0 1 0,1-2 1,0 1-1,0 0 1,0 0-1,1-1 0,0 0 1,6 8-1,8-3 7,2-7-1,-13-4-13,0 0-1,1 0 1,-1-1-1,0 1 0,-1-1 1,1-1-1,0 0 1,0 0-1,-1 0 0,0 0 1,0-1-1,0 0 0,0-1 1,0 1-1,-1-1 1,0 0-1,9-11 0,5-8 4,-1-2 0,27-49 0,-43 71-3,15-31 15,-2 0-1,18-63 1,-11 32-53,-20 59 36,-1 0 1,0 0 0,0 0-1,0 0 1,-1 1 0,1-1-1,-2 0 1,1 0-1,-1 0 1,-3-13 0,2 8-100,1 9-44,0 0-1,1 0 0,-1 1 1,0-1-1,0 0 0,-1 1 0,1-1 1,-1 0-1,1 1 0,-1 0 1,0-1-1,0 1 0,0 0 0,0 0 1,0 0-1,0 0 0,0 0 1,-1 1-1,1-1 0,-1 1 0,-5-3 1,4 2-813,-2 0 0,1 1 1,0 0-1,0 0 0,0 0 0,-1 0 1,1 1-1,0 0 0,-10 1 0,-6 2-6827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6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367 19 10837,'34'-15'1802,"-27"12"-220,-24 37 2333,-1 24-2219,8-25-888,-26 59 1,-12 6-14,-117 175 0,146-248-738,1 1 1,1 0 0,1 1-1,-22 53 1,37-78-58,1-1 0,-1 1 0,0 0 0,1-1 0,-1 1 0,1 0 0,-1-1 0,1 1 0,0 0 0,0 0 1,0-1-1,0 1 0,0 0 0,0 0 0,0-1 0,1 1 0,-1 0 0,0 0 0,1-1 0,0 1 0,-1 0 0,1-1 0,0 1 0,0-1 0,0 1 1,0-1-1,0 1 0,0-1 0,0 0 0,0 0 0,3 2 0,1 0-3,1-1 0,0 0-1,0 0 1,0 0 0,0-1 0,0 0 0,1 0-1,6 0 1,64 5 2,78 9 5,-128-10-3,1 0 0,-1 2-1,42 16 1,-54-16 12,0-1-1,-1 2 0,0 0 1,0 1-1,-1 0 1,0 1-1,0 0 1,-1 1-1,-1 0 0,17 22 1,-27-31-16,1 0 0,0 0-1,-1 1 1,0-1 0,1 1 0,-1-1 0,0 1 0,-1 0-1,1-1 1,0 1 0,-1 0 0,1 0 0,-1 0 0,0-1 0,0 1-1,0 0 1,0 0 0,-1 5 0,-1-4 4,1 0 1,-1-1-1,0 1 0,1-1 0,-2 1 1,1-1-1,0 0 0,-1 0 0,1 0 1,-1 0-1,-6 5 0,0-1 7,-1-1-1,0 0 0,0 0 0,-1-1 1,1 0-1,-1-1 0,-21 6 1,-6-2-22,0-1-1,-42 2 1,42-6 4,-47 0-433,1 0-3367,79-3 1151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 6933,'74'-3'1548,"-51"3"-196,-3 0-312,4 0-248,6 0-172,-6 3-132,2 3-324,8-3-360,9 15-568,-26-12-568,-4 12-1832,4 0-1333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1.9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48 163 6625,'-47'6'4436,"57"-15"-2492,7 0-140,-7-3-215,3 0-321,4 0-216,23-6-284,-3 3-164,6 0-196,8 0-632,6 3-648,13-9-1052,14 6-3257,6 12-4132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2.5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546 1 7965,'11'0'-1110,"6"-1"13246,-15 14-7813,-2 4-3981,-2 0 0,0 0-1,-1 0 1,-1-1 0,-1 1 0,0-1-1,-1 0 1,-8 16 0,-75 121 564,55-99-642,13-20-132,-115 199 373,114-189-436,2 1 1,2 0-1,-19 70 1,0 7 57,36-120-125,1-1-1,-1 1 1,1 0-1,-1-1 1,1 1-1,-1 0 1,1-1 0,0 1-1,0 0 1,0-1-1,0 1 1,0 0-1,1 0 1,-1-1 0,0 1-1,1 0 1,-1-1-1,1 1 1,0-1-1,-1 1 1,1-1 0,0 1-1,0-1 1,0 1-1,0-1 1,0 0-1,0 1 1,0-1 0,1 0-1,-1 0 1,0 0-1,1 0 1,-1 0-1,1 0 1,-1-1 0,1 1-1,-1 0 1,1-1-1,0 1 1,-1-1-1,1 1 1,0-1 0,-1 0-1,1 0 1,0 0-1,2 0 1,18-2 8,-1-1 0,0-1 0,0-2 0,0 1 0,0-2-1,26-13 1,9-2 5,-7 4-25,0 3-1,2 1 1,82-10 0,-117 22 9,0 0-1,0 2 1,0 0-1,0 1 1,0 0 0,-1 1-1,1 1 1,-1 1-1,1 0 1,-1 1 0,0 0-1,-1 1 1,1 1-1,-1 1 1,0 0 0,16 13-1,-22-14 1,0 0 0,-1 1 1,0-1-1,0 2 0,-1-1 0,0 1 0,-1 0 0,1 0 0,-2 1 0,0-1 0,0 1 0,0 0 0,-1 0 1,-1 0-1,0 1 0,0-1 0,-1 1 0,0-1 0,-1 1 0,-2 19 0,1-16 0,-2-1 0,1 1-1,-2-1 1,0 0 0,0 0 0,-2-1-1,1 1 1,-1-1 0,-1 0 0,0-1-1,-1 0 1,0 0 0,-1 0-1,0-1 1,-20 17 0,5-9-357,-1-1 0,-1-1-1,0-1 1,-1-2 0,-1 0 0,0-2 0,0-1 0,-1-1 0,0-2-1,-42 6 1,7-6-1155,1-4 0,-1-2 0,-119-14 0,77 4-4492,7 5-3670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3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29 8157,'14'-15'6126,"-12"13"-4330,-1 1-1428,0 0 0,0 0 0,0 0 0,0 0 0,0 0 0,0 1 0,0-1 0,0 0 0,1 1-1,-1-1 1,0 0 0,0 1 0,1 0 0,-1-1 0,0 1 0,1 0 0,-1-1 0,1 1 0,-1 0 0,3 0 0,11 11 3790,-4 3-4890,28 47 2163,-3 2 0,48 113 0,28 143-601,-96-266-712,-3 1-1,11 87 1,-22-110-109,0 0-1,-2 1 0,-1-1 1,-2 0-1,-1 0 1,-8 33-1,9-53-10,-1 0 0,0 0 0,-1 0 0,0-1 0,-1 1 0,0-1 0,-1 0 0,1-1 0,-2 0 0,1 0 0,-15 13 0,18-19-1,0 0 0,0 1 0,-1-1 0,1-1 0,-1 1 0,1-1 0,-1 1 0,0-1 0,0-1 0,0 1 0,0-1 0,0 0 0,0 0 0,0 0 0,0-1 0,0 1 0,-1-1 0,1-1 0,0 1 0,0-1 0,0 0-1,0 0 1,-1 0 0,2-1 0,-1 0 0,0 0 0,-8-4 0,10 4 5,0 0-1,1-1 0,-1 1 1,0-1-1,1 1 0,0-1 1,0 0-1,0 0 0,0 0 1,0 0-1,0 0 0,1 0 1,-1 0-1,1-1 0,0 1 1,0 0-1,0-1 0,0-6 1,0 1 0,0 0-1,1-1 1,0 1 0,1 0 0,0 0 0,4-15-1,5-10 7,1 1-1,2 1 0,1 0 0,1 0 0,2 2 0,2 0 1,0 1-1,26-29 0,8-2-233,3 2-1,89-73 1,-69 71-691,3 4-1,2 3 1,2 3-1,94-39 1,-80 47-3059,173-49 0,-161 67-2322,-10 13-3963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4.8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1 403 7573,'7'2'214,"4"0"235,0-1 0,0 0 0,0 0 0,0-1 0,0 0 0,0-1 0,0 0 0,13-4 0,134-20 5838,-145 23-6057,1-1-1,-1-1 1,1 0 0,-1 0 0,-1-2-1,1 0 1,-1 0 0,1-1-1,-2 0 1,1-1 0,-1-1-1,-1 0 1,1 0 0,-1-1 0,-1 0-1,11-15 1,-6 5-50,0-1 163,0-1 0,16-35 0,-28 52-218,0 1 0,0 0 0,0-1 0,-1 0 0,1 1 1,-1-1-1,0 0 0,-1 0 0,1 0 0,-1 0 0,0 0 0,0 1 0,-1-1 0,0 0 0,1 0 0,-1 0 0,-1 1 0,1-1 0,-4-7 0,3 10-57,0 0 0,1 0 0,-1 0 0,-1 0 0,1 0 1,0 0-1,0 1 0,-1-1 0,1 1 0,-1-1 0,1 1 0,-1 0 1,1 0-1,-1 0 0,0 0 0,0 1 0,1-1 0,-1 1 0,0 0 0,0 0 1,0 0-1,0 0 0,-3 0 0,-2 1 49,-1 0-1,0 1 1,1 0-1,-1 0 1,1 1-1,-12 5 1,1 2 63,0 1 1,0 1 0,1 1 0,1 0 0,0 1 0,-22 25-1,11-8 21,2 2-1,-33 51 0,42-55-126,0 0-1,2 1 0,2 0 0,0 1 0,2 0 0,-10 47 0,19-62-57,0-1 0,1 0-1,0 0 1,1 1-1,1-1 1,0 0 0,4 16-1,-3-20-21,1-1 1,1 0-1,-1 0 0,2-1 0,-1 1 0,1-1 1,1 0-1,0 0 0,0 0 0,0-1 1,10 9-1,-6-8-55,0-1 0,0-1 0,1 0 0,-1 0 0,2-1 0,-1-1 1,1 0-1,0 0 0,0-1 0,0-1 0,0 0 0,21 2 0,-4-1-129,1-2 0,0-2-1,0-1 1,39-5 0,-35 0-32,-1-1-1,1-2 1,-1-1-1,-1-2 1,0-1 0,48-26-1,95-57-396,29-29 305,-161 103 217,-31 16 128,-8 5 26,-2 3-38,0 1 0,0-1 0,0 1 0,-1 0 0,1 0 0,-1-1 0,1 1 0,-1 0 0,0 0 0,1 4 0,-2 3 3,0 0 0,-1 1-1,0-1 1,-1 0 0,0 1-1,0-1 1,-1 0 0,0 0-1,-6 10 1,-2 12 39,3-2 18,1 1 0,-5 56-1,11-85-74,1 0 0,0 1 0,-1-1-1,1 0 1,0 1 0,0-1-1,1 0 1,-1 1 0,0-1 0,1 0-1,-1 1 1,1-1 0,0 0-1,0 0 1,0 1 0,0-1-1,0 0 1,0 0 0,1 0 0,-1 0-1,1-1 1,-1 1 0,1 0-1,0-1 1,0 1 0,-1-1 0,1 1-1,0-1 1,0 0 0,4 2-1,0-2 0,0 1-1,1-1 1,-1-1-1,0 1 1,1-1-1,-1 0 1,0-1-1,1 1 1,-1-1-1,12-4 0,10-3 14,38-16 0,-46 15-36,1 1 0,0 1 0,37-7 0,-54 13 18,1 1-1,-1 0 0,1 0 0,0 0 0,-1 0 0,1 1 0,-1 0 0,0 0 0,1 0 0,-1 0 0,0 1 0,1 0 0,-1 0 0,0 0 0,0 0 0,-1 0 0,1 1 0,5 4 0,0 3 7,0 0 0,-1 0 0,0 0 0,11 20 0,-5-8-50,-3-2 70,-11-18-25,1 0 1,0 0 0,0 0 0,0 0 0,0-1-1,0 1 1,0 0 0,1-1 0,-1 1 0,0-1 0,1 1-1,2 1 1,-1-1 7,0-1 0,1 0-1,-1 0 1,0 0 0,0 0 0,0 0-1,1-1 1,-1 1 0,0-1 0,1 0-1,-1 0 1,0 0 0,1 0 0,-1-1-1,6-1 1,58-19 58,-39 11 67,17-5 84,-14 4 13,0 1 0,1 1 1,35-4-1,-58 12-195,1 0 1,-1 1-1,1 0 1,-1 0-1,0 1 0,1 0 1,-1 1-1,0 0 1,0 1-1,0-1 1,0 2-1,-1-1 1,1 1-1,-1 1 1,13 8-1,61 58-1877,-56-47-993,36 27 0,-52-44 2076,0-1-1,0 0 0,1-1 1,-1 0-1,1-1 1,0 0-1,21 5 1,-16-6 516,0-1 0,0-1 0,1-1 1,-1 0-1,0-1 0,0 0 0,0-1 0,0-1 1,0-1-1,-1 0 0,0-1 0,1-1 0,13-8 1,-3 0 574,-1-1 1,0-1 0,-2-2-1,0 0 1,-1-1 0,27-30-1,-13 9 1008,-1-1 1,-2-1-1,51-88 0,-81 124-1141,0 0-1,0 0 1,-1 0 0,0-1 0,0 1-1,-1-1 1,1-10 0,-1 16-178,-1 0 1,0-1-1,0 1 0,0 0 1,0 0-1,0 0 0,-1 0 1,1 0-1,0 0 0,0 0 1,-1-1-1,1 1 0,0 0 1,-1 0-1,1 0 0,-1 0 1,0 0-1,1 1 1,-1-1-1,0 0 0,1 0 1,-1 0-1,0 0 0,0 1 1,0-1-1,0 0 0,0 1 1,0-1-1,0 1 0,0-1 1,0 1-1,0-1 0,0 1 1,0 0-1,0 0 0,0-1 1,0 1-1,-1 0 1,1 0-1,0 0 0,0 0 1,0 0-1,0 1 0,0-1 1,0 0-1,0 0 0,-3 1 1,-17 5 93,0 0 0,1 1 0,-1 1-1,1 1 1,-30 19 0,-94 70 15,87-57-96,-75 66-894,133-104 840,0-1-1,0 0 1,1 0 0,-1 0 0,1 0 0,-1-1-1,1 1 1,-1 0 0,1 0 0,0-1 0,0 0 0,3 3-1,5-2 3,0 1-1,0-1 0,1-1 0,-1 0 0,1-1 0,-1 0 1,1 0-1,17-3 0,-10 1-3,15 0-13,-11-1 21,0 2 0,0 1-1,30 3 1,-46-2 33,0 0-1,0 0 1,0 1 0,0 0-1,0 0 1,0 0-1,0 1 1,0 0-1,-1 0 1,0 1 0,0 0-1,0-1 1,0 2-1,0-1 1,-1 0-1,5 6 1,-4-4 27,0-1 0,0 0 0,1 0 1,0-1-1,11 8 0,-14-10-33,0 0 0,0-1 0,0 1 0,1-1-1,-1 1 1,0-1 0,0 0 0,1 0 0,-1-1 0,1 1 0,-1-1 0,1 1 0,-1-1-1,7-1 1,15-5 407,-1-2-1,1 0 0,-1-1 1,-1-2-1,0 0 0,37-26 1,-54 33-181,0-1 0,0 1 0,0 1 0,1-1 0,0 1 0,-1 0 1,1 1-1,0-1 0,9 0 0,-14 2-212,0 1 0,0 0 1,0 0-1,0 0 0,0 0 0,0 1 0,-1-1 1,1 0-1,0 1 0,0-1 0,0 1 0,0 0 1,0 0-1,0-1 0,-1 1 0,1 0 0,0 1 1,-1-1-1,1 0 0,-1 0 0,1 1 1,-1-1-1,0 1 0,1-1 0,-1 1 0,0 0 1,0-1-1,0 1 0,0 0 0,0 0 0,-1 0 1,1-1-1,-1 1 0,1 0 0,-1 0 0,1 4 1,19 123-2959,-10-59-4220,-3-49-8561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4.9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 9237,'0'0'5544,"4"27"-4600,2 18-251,-6-9-717,-3 6-885,-4 3-667,-3 7-2440,0 5-2893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5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97 0 10177,'0'0'2199,"4"2"-171,2 0-1541,-3-1-241,-1 0 1,0 0 0,0 0 0,0 0 0,0 0-1,0 0 1,-1 0 0,1 0 0,0 1-1,0-1 1,-1 1 0,1-1 0,-1 1-1,1 0 1,-1 0 0,0 0 0,0 0-1,0-1 1,0 1 0,0 1 0,0-1 0,0 0-1,-1 0 1,1 0 0,0 4 0,0 2 15,1 0 1,-2 0 0,1 1 0,-1-1 0,0 0-1,-1 0 1,0 0 0,0 0 0,-1 0-1,0 0 1,0-1 0,-4 9 0,-7 14 334,-25 45 0,36-73-565,-77 128 909,77-127-671,25-9-217,-15 4-44,-1 0 1,1-1-1,-1-1 0,0 1 1,0-1-1,0 0 0,12-10 1,6-4 2,59-35 95,-35 20 233,2 2 0,2 3 0,62-25 0,-113 51-321,1 1 0,0 0 0,0 0 0,0 0 0,-1 1 0,1-1-1,0 1 1,0-1 0,0 1 0,0 0 0,0 0 0,0 0 0,0 0 0,0 1-1,0-1 1,0 1 0,0 0 0,-1 0 0,1 0 0,0 0 0,0 0 0,-1 1-1,1-1 1,-1 1 0,1 0 0,-1-1 0,0 1 0,0 0 0,0 1 0,0-1-1,0 0 1,2 4 0,0 1-2,0 1 1,-1-1-1,0 1 0,-1 0 1,0 0-1,0 0 0,-1 0 1,0 0-1,1 12 0,1 48-369,0 119-6382,-6-147 3983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1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1106 11649,'14'-25'2228,"-14"24"-2106,0 1 0,1-1 0,-1 0 0,0 0 1,0 0-1,0 1 0,0-1 0,0 0 0,0 0 0,0 0 0,0 1 0,0-1 0,0 0 0,-1 0 0,1 0 0,0 1 0,0-1 0,-1 0 0,1 0 0,-1 1 0,1-1 1,-1 0-1,1 1 0,-1-1 0,1 1 0,-1-1 0,0 0 0,0 0 308,-1-2-73,1 1 1,-1-1-1,0 1 1,0 0-1,0 0 1,0 0-1,0 0 1,0 0-1,0 1 0,-1-1 1,1 1-1,-1-1 1,1 1-1,-1 0 1,-4-2-1,3 2-141,0 1 1,-1-1-1,1 1 0,-1-1 0,1 1 0,-1 0 0,1 1 1,0-1-1,-6 2 0,-1 1-60,1 0 1,0 1 0,0 0-1,0 1 1,1 0-1,-1 0 1,-14 12-1,7-4 32,0 1 0,1 1 0,1 0-1,-22 29 1,32-38-174,1 1 0,0-1 0,0 1-1,1-1 1,0 1 0,0 0 0,0 0 0,1 1 0,0-1 0,1 0-1,0 1 1,0-1 0,0 1 0,1-1 0,0 1 0,2 12 0,-2-18-38,0-1 1,0 0 0,0 1 0,1-1-1,-1 0 1,0 1 0,1-1-1,-1 0 1,1 1 0,0-1 0,-1 0-1,1 0 1,0 0 0,0 0 0,0 1-1,-1-1 1,1 0 0,0 0 0,0-1-1,1 1 1,-1 0 0,0 0-1,0 0 1,0-1 0,2 2 0,-1-2 8,1 0 0,-1 0 0,0 0-1,0 0 1,0-1 0,0 1 0,0 0 0,0-1 0,0 1 0,-1-1 0,1 0 0,0 0 0,0 0 0,3-2 0,4-3-17,-1 0 0,1-1 0,-2 0 0,14-14 0,0-9-31,-1-1-1,-2 0 1,26-59-1,-2 4 20,30-42-362,6 3-1,5 3 0,5 4 1,162-167-1,-203 236 323,52-52-145,-83 87 204,-1 1 0,2 1 0,0 0 0,29-15 0,-45 27 27,0-1 1,1 0-1,-1 0 1,1 0-1,-1 1 1,1-1-1,-1 0 1,1 1-1,0 0 1,-1-1-1,1 1 0,0 0 1,-1 0-1,1 0 1,-1 0-1,1 0 1,0 0-1,-1 0 1,1 1-1,0-1 1,-1 1-1,3 0 1,-3 0 3,-1 0 1,1 0-1,0 0 1,-1 0 0,1 0-1,0 1 1,-1-1 0,1 0-1,-1 0 1,0 1-1,1-1 1,-1 0 0,0 1-1,0-1 1,0 0-1,0 1 1,0-1 0,0 0-1,0 1 1,-1 1 0,-2 10 77,0 0 0,-1-1 1,-10 23-1,-9 14 208,-3-2-1,-43 62 1,-76 81 248,9-12-211,129-170-313,-39 56 131,3 1 0,-53 107 0,92-162-157,0-1-1,0 1 0,1 0 1,0-1-1,1 2 1,0-1-1,1 0 0,0 0 1,1 0-1,-1 1 1,2-1-1,0 0 1,0 1-1,1-1 0,4 15 1,-4-22-41,0 1 0,1-1-1,-1 0 1,1 0 0,0 0 0,0 0 0,0 0 0,0 0 0,1-1 0,-1 1 0,0-1 0,1 0-1,0 0 1,0-1 0,-1 1 0,1-1 0,7 2 0,-4 0-47,1-1 13,-1 0 1,1-1 0,0 0 0,-1 0-1,1-1 1,0 0 0,0 0 0,0-1-1,-1 1 1,1-2 0,0 1-1,10-5 1,-3 3-36,22-7-191,1-2 1,-2-1 0,44-22 0,99-62-373,-93 48 408,-37 17 91,-46 30 100,-20 7 46,7-1 36,-2 1-4,0 0 0,0 0 0,0 1 1,1 1-1,0 0 0,1 0 0,-1 1 1,1 1-1,1 0 0,-10 10 0,0 1 20,12-13-11,0 0 0,1 0 0,0 0 0,-6 9 0,11-13-1,-1 0 1,1 1-1,-1-1 0,1 1 1,0-1-1,0 0 1,0 1-1,1 0 0,-1-1 1,1 1-1,0-1 0,0 1 1,0 0-1,1 5 0,0-6 1,0 0 0,1 0 0,-1-1-1,0 1 1,1-1 0,-1 1 0,1-1 0,0 1-1,0-1 1,0 0 0,0 0 0,0 0 0,1 0-1,1 2 1,39 23 1,-35-23-8,4 2 8,2 0 0,-1-2 0,1 1 0,-1-2 0,1 0 1,0 0-1,0-2 0,0 1 0,0-2 0,1 0 0,-1-1 0,0 0 1,18-4-1,-22 3-5,0-1 1,-1 1-1,1-2 1,-1 1 0,0-1-1,16-10 1,-5 0-17,0 0 0,20-20 0,-38 32 3,2 3-8,2 0 19,0 0 0,0 1 0,0 0 0,-1 1 0,1-1 0,-1 1 0,1 0 0,-1 0 0,0 1 0,0-1 0,-1 1 0,1 0 0,-1 1 0,0-1 0,0 1 0,0 0 0,0 0-1,-1 0 1,0 0 0,3 7 0,-3-6 3,-1 1-1,1 0 1,-1 0-1,0-1 1,-1 1-1,1 0 0,-2 1 1,1-1-1,-1 0 1,0 0-1,0 0 1,-1 0-1,0 0 1,0 0-1,-1 0 0,1 0 1,-2 0-1,1-1 1,-1 1-1,0-1 1,0 1-1,-1-1 0,0 0 1,-5 6-1,-8 6-802,-2-2-1,-20 16 0,37-31 267,-1 0 1,1 1-1,0-1 0,-1 0 1,1 0-1,-1 0 0,1-1 1,-1 1-1,-2 0 1,-6 2-3248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4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2278 13 8785,'11'-13'3359,"-12"22"1435,-2 13-3661,-6 151 2405,-12 166-128,-2-129-2011,-65 273 0,63-387-1216,-4-1-1,-4-2 0,-4-1 1,-4-2-1,-58 94 0,54-117-172,-2-1-1,-3-3 0,-3-2 1,-3-2-1,-2-3 0,-2-3 1,-3-2-1,-122 76 0,109-83-820,-2-3-1,-163 59 1,159-74-704,0-4 0,-2-3 0,-92 8 0,-41-10-5116,-9-7-4255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6.8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0 10705,'-91'260'1708,"75"-140"-196,-8 7-424,4 2-56,3 1-147,1 6-221,-1 8-84,14 10-128,6-3-88,7 6-112,7-1-44,9-2-64,8-9-308,6-7-504,20-17-616,4-18-733,16-10-2479,18-6-3485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59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4432,'60'9'752,"-36"-2"-199,-1-1-453,7 0-609,-6 0-1063,29 12 800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09.8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1138 220 7129,'2'-1'126,"-1"1"0,0-1 0,0 0 0,0 0 0,0 0 0,-1 0 0,1 0 0,0 0 0,0 0 0,0 0 0,-1 0 0,1 0 0,-1-1 0,1 1 0,-1 0 0,1 0 0,-1-1 0,0 1 0,1 0 0,-1-1 0,0 1 0,0 0 0,0-2 0,-13-30 3376,1 9-1083,8 16-2102,0-1-1,-1 1 0,0 0 1,0 0-1,-1 1 1,0 0-1,-1 0 0,1 0 1,-1 1-1,-1 0 1,1 0-1,-1 1 0,0 0 1,0 0-1,-1 1 1,1 0-1,-1 0 0,0 1 1,0 0-1,0 1 1,-15-3-1,-1 2 41,0 0-1,0 2 1,0 1-1,0 0 1,0 2 0,0 1-1,-27 7 1,14-1-61,1 2 1,0 2 0,-46 23 0,76-33-262,-35 16 93,1 3-1,0 1 0,2 1 0,0 3 0,2 1 0,1 2 0,2 1 0,-46 54 1,61-62-79,1 2 1,1 0-1,-25 53 1,34-61-36,1-1 0,1 2 0,1-1 0,0 1 0,1-1 1,1 1-1,-1 31 0,4-41-20,0 0 0,0 1 0,1-1 1,1 0-1,-1 0 0,1 0 0,1 0 0,-1 0 1,1 0-1,1 0 0,-1-1 0,1 0 0,1 0 0,-1 0 1,1 0-1,0 0 0,12 10 0,-9-10 3,1-1-1,0-1 1,0 1-1,0-1 1,0-1 0,1 0-1,0 0 1,0-1-1,0 0 1,0 0 0,0-1-1,0-1 1,21 1-1,-12-3 4,0-1 0,0 0 1,0-2-1,0 0 0,0-1 0,-1-1 0,0 0 0,0-2 0,-1 0 0,0-1 0,20-13 0,24-20 162,83-72-1,-140 110-137,54-46 1033,2 2 0,113-67 0,-172 115-1038,0 0 1,-1 0-1,1 1 0,0-1 0,0 1 0,0-1 0,0 1 0,-1-1 0,1 1 1,0-1-1,0 1 0,-1 0 0,1-1 0,-1 1 0,1 0 0,0 0 0,-1 0 1,1-1-1,-1 1 0,0 0 0,1 0 0,-1 1 0,1-1 25,2 5-21,-1 1 0,0-1 0,0 1 1,0-1-1,-1 1 0,0 0 0,-1 0 1,1-1-1,-1 1 0,0 0 0,-1 0 1,0-1-1,0 1 0,-2 8 0,-5 15-495,-22 52 0,21-57-37,-70 193-6593,29-72-2903,24-64-1215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0.2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1223 131 6937,'58'-72'7577,"-37"38"-2955,-19 32-3192,11-20 3359,-26 32-4215,0 1 0,1 0 0,1 1 0,0 1 0,0 0 1,1 0-1,-11 22 0,-9 9 268,-332 405 1499,-25-20-4295,188-212-2914,96-99-209,39-40-1068,-5 19-5958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0.7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660 93 7265,'4'-7'777,"1"0"0,0 0 0,0 0 1,0 1-1,1 0 0,0 0 1,0 1-1,0-1 0,13-7 2890,-19 12-3461,0-1 0,0 0 0,0 0 0,1 0 0,-1 1 0,0-1 0,1 0 0,-1 1 0,1-1-1,0 0 1,1-2 0,2 5 400,-2 15-94,-3 2-173,0 0-1,-2 0 1,0-1-1,-9 26 1,-28 70 905,36-103-1167,-190 410 1736,-33-15-1196,198-355-554,-23 39 26,-82 157 171,132-243-253,1-1-1,0 0 1,0 1 0,0-1 0,0 1-1,1 0 1,-1-1 0,1 1 0,-1 0 0,1-1-1,0 1 1,0 0 0,0-1 0,0 1-1,1 0 1,-1-1 0,1 1 0,-1 0-1,1-1 1,0 1 0,0-1 0,2 4 0,0-3-4,-1 0 0,1-1 0,0 0 1,0 1-1,0-1 0,0 0 1,0 0-1,0-1 0,0 1 0,1-1 1,-1 0-1,0 1 0,1-2 1,5 2-1,12 1-2,0-1 0,0-2-1,0 0 1,28-3 0,93-13 60,-60 5-93,0 4 0,109 4 1,-184 3 31,228 23 21,-205-18-26,0 1 0,0 1 0,-1 2 0,0 1 0,45 22 0,-32-3 25,-40-27-16,0-1 0,0 1-1,0 0 1,0 0-1,-1 0 1,1 0 0,-1 0-1,1 0 1,-1 0-1,0 1 1,0-1 0,0 0-1,0 1 1,0-1-1,-1 1 1,1-1 0,-1 1-1,1-1 1,-1 3 0,-1 2-4,0 0 0,-1 0 0,0-1 0,0 1 0,-1-1 0,0 1 0,0-1 0,0 0 0,-1 0 0,0-1 0,0 1 0,0-1 0,-1 0 0,0 0 0,0 0 0,0 0 0,-12 7 0,-1 0 3,-1-1-1,0 0 0,-1-2 1,-32 12-1,-27 4-334,-1-4 0,-1-3-1,-142 12 1,-14-17-3412,0-10-5283,125-3-1532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7.9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 1 8125,'-25'5'1787,"20"-4"-145,5-1-1498,0 1 0,0 0 0,0-1 0,-1 1 0,1-1 0,0 1 0,-1-1 0,1 1 0,0-1 0,-1 1 0,1-1-1,0 1 1,-1-1 0,1 1 0,-1-1 0,1 1 0,-1-1 0,1 0 0,-1 1 0,0-1 0,0 1-11,0-1 0,0 1-1,1-1 1,-1 1 0,0-1 0,1 1 0,-1 0 0,0-1 0,1 1 0,-1 0 0,1-1 0,-1 1 0,1 0-1,-1 0 1,1 0 0,0-1 0,-1 1 0,1 0 0,0 0 0,-1 0 0,1 0 0,0 1 0,0 3 66,0 0 1,0 1-1,1-1 1,-1 0-1,1 0 0,0 0 1,1 0-1,-1 0 1,1 0-1,0 0 1,0 0-1,1-1 1,-1 1-1,1-1 1,0 1-1,0-1 1,0 0-1,1 0 1,0-1-1,7 6 1,18 13 287,2-1 0,0-2 0,66 28 0,110 32 309,-188-73-737,192 62 112,255 47 0,230-14-5092,-317-63-3228,-195-22-765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8.9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108 236 7117,'3'18'8103,"-5"-20"-7004,-5-1-328,0 0 0,0 0 1,-1 0-1,1 1 0,-1 1 0,-12-2 1,-24-8 5063,61 4-4384,6 1-1198,1 0 0,0 2-1,43-4 1,-22 4-94,642-79-303,-354 42-3178,1 2-3878,-190 24 825,0 5-3774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9.5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1059 744 12741,'-5'-13'831,"3"11"-570,1 0 0,0-1 0,0 1 0,0-1 0,0 1 0,0-1 0,1 0 0,-1 1 0,1-1 0,0 0 0,-1 1-1,1-1 1,1 0 0,0-6 4254,-2 7-2894,-11-12 43,3 15-575,7 2-949,0 0 0,0 0-1,0 0 1,0 0 0,0 0 0,1 0 0,-2 4 0,-7 14 267,-109 193 1831,-121 250-904,221-418-1256,-18 68 1,32-91-59,0 1 1,1-1-1,1 1 1,2 0-1,1 25 1,0-42-37,0 0 1,1-1-1,0 1 1,1 0-1,-1-1 1,1 1-1,0 0 1,1-1-1,0 0 1,0 0-1,0 0 1,1 0-1,0 0 1,0-1-1,0 1 1,1-1-1,-1 0 1,1-1-1,1 1 1,-1-1 0,0 0-1,1 0 1,0-1-1,0 1 1,0-1-1,1-1 1,-1 1-1,0-1 1,1 0-1,0-1 1,-1 1-1,1-1 1,0-1-1,0 1 1,0-1-1,0 0 1,-1-1-1,1 0 1,0 0-1,0 0 1,8-3-1,14-6-28,0-1 0,-1 0 0,0-3 0,-1 0 0,-1-1-1,0-2 1,-1-1 0,-1-1 0,32-31 0,7-15-37,102-141 1,-76 82 42,-5-4 1,-7-3-1,-5-4 1,86-224-1,-143 317 26,-1 0 0,-2-1 0,7-54 0,-17 83 29,-1 0 1,0 0 0,-1 0 0,-1 0-1,0 0 1,0 1 0,-2-1 0,1 0-1,-2 1 1,0-1 0,-1 1 0,0 0-1,-1 0 1,-11-17 0,12 22 12,-1 0 1,0 1-1,0 0 1,-1 0-1,0 1 1,0 0-1,0 0 1,-1 1-1,0 0 1,0 0-1,-16-7 1,11 8 11,1 0 1,-1 1 0,0 0 0,0 1 0,0 0-1,0 1 1,-24 1 0,12 2 41,1 2 0,-1 0 1,1 2-1,0 0 0,0 2 0,1 0 0,0 2 1,-35 20-1,15-3 46,2 3 0,0 1 0,2 2 0,2 1 0,1 2-1,-49 64 1,35-32-99,4 1 0,2 3-1,-42 95 1,61-112-31,2 2 0,3 1 0,3 0 0,1 1 0,4 1 0,2 0 0,3 1 0,2-1 0,4 1 0,9 102 0,4-72-230,5-1 0,46 146 0,95 159-1140,-127-330 1108,-3 1 1,-3 1 0,20 85-1,-43-144 244,-1-1-1,0 0 1,0 1-1,-1-1 1,0 1-1,0-1 1,0 0-1,-1 1 0,-1-1 1,1 0-1,-5 13 1,4-15 11,-1 0 0,0 0 1,0-1-1,0 1 0,0-1 1,-1 1-1,0-1 0,0 0 0,0-1 1,0 1-1,-1-1 0,1 1 1,-1-1-1,0-1 0,0 1 0,-7 2 1,-6 2-7,-1-2 1,1 0 0,-1-1-1,0 0 1,-37 0 0,-102-6-64,122 0 72,-365-31-2327,366 29 1072,-48-9-161,54 5-2161,-2-3-3374,12 2-3686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19.8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133 1 9473,'0'0'3706,"2"2"-2028,0 0-1434,-1 1-1,1-1 1,0 0 0,-1 1 0,1 0 0,-1-1 0,0 1 0,0 0 0,0 0 0,0 0 0,0-1-1,-1 1 1,0 0 0,1 4 0,-1 0-14,-1 0-1,0 0 1,0-1-1,-1 1 1,-2 8-1,-14 37 903,-1-1 0,-40 75 0,51-110-983,1 0-1,0 0 0,1 0 1,-6 30-1,10-35-99,0-1 0,1 1 1,0-1-1,1 1 0,0 0 0,0-1 0,1 1 0,4 17 0,-4-25-42,0 0 1,1 0-1,-1 0 0,1-1 0,-1 1 1,1 0-1,0-1 0,0 1 0,0-1 1,1 0-1,-1 0 0,0 0 0,1 0 1,-1 0-1,1 0 0,0 0 0,0-1 0,0 0 1,-1 1-1,1-1 0,1 0 0,-1-1 1,0 1-1,0 0 0,0-1 0,5 0 1,7 1-14,1-1 0,0 0 0,29-6 0,-38 5 14,39-8 41,-1-3-1,0-1 1,66-31 0,-30 12 351,70-16 1488,-150 48-1873,0 0 0,0 0-1,-1 1 1,1-1 0,0 0-1,0 0 1,-1 1 0,1-1 0,0 0-1,-1 1 1,1-1 0,-1 1-1,1-1 1,0 1 0,-1-1 0,1 1-1,-1-1 1,1 1 0,-1 0-1,0-1 1,1 1 0,-1 0 0,1 1-1,0 0 35,1 0-54,0 1-1,0 0 1,0 0 0,-1 0-1,1 0 1,-1 0 0,0 0-1,0 0 1,0 0 0,0 0-1,0 1 1,-1-1 0,1 0-1,-1 1 1,0-1 0,0 0-1,0 1 1,-1-1 0,1 0-1,-1 1 1,0-1 0,-1 4-1,-4 11-637,0-1 0,-17 31 0,18-37 199,-28 66-4980,19-22-3301,13-28 817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0 238 8549,'12'-17'607,"32"-38"1734,-40 51-1605,-1 0 0,1 1 1,1 0-1,-1-1 1,1 1-1,8-4 3987,-11 10-4432,-1 1 0,1-1 0,-1 0 0,0 1 0,0-1 0,0 0 1,0 1-1,-1-1 0,1 1 0,-1 0 0,0-1 0,0 1 0,0-1 0,-1 5 0,1 3 64,-4 97 1425,1-66-1345,2 1 1,1-1 0,3 0 0,8 49-1,-11-89-419,1 1 0,0-1 0,-1 0 0,1 1 0,0-1 0,0 0 0,1 0 0,-1 0 0,0 1 0,1-1 0,-1-1 0,1 1-1,-1 0 1,1 0 0,0-1 0,0 1 0,0 0 0,3 1 0,2-3 51,1-3-62,1-1-1,-2-1 1,1 1 0,0-1 0,-1 0-1,0-1 1,0 0 0,-1 0 0,1 0 0,-2-1-1,1 0 1,0 0 0,-1-1 0,-1 1 0,1-1-1,-1 0 1,-1-1 0,5-11 0,4-18-11,-1-1 0,9-73 1,-17 96 12,4-33-96,-3 17-620,2 0 1,10-36 0,-7 20-2183,-7 30 923,-3 16 1338,1 0 0,-1 0-1,0 0 1,1 0 0,-1 0-1,0 0 1,0 0 0,0 0-1,-1 0 1,1 0-1,0 1 1,-1-1 0,-2-2-1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392 138 7569,'16'-27'919,"18"-32"2190,-9 18 2827,-19 30-3689,-13 20 99,-13 23-244,-53 123 701,32-61-2039,-88 200 489,111-252-1219,-82 230-2604,46-86-4473,31-124-1126,15-45-147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98 8025,'-1'-2'168,"0"0"1,0-1 0,0 1 0,0 0-1,1-1 1,-1 1 0,1 0-1,-1-1 1,1 1 0,0-1-1,0 1 1,0 0 0,1-1 0,-1 1-1,0-1 1,1 1 0,0 0-1,-1-1 1,1 1 0,2-4-1,-1 3-1,0 1 0,1-1-1,-1 1 1,0-1 0,1 1-1,0 0 1,-1 0 0,1 0-1,0 0 1,0 1 0,0-1-1,1 1 1,-1-1 0,0 1-1,6-1 1,10-2 419,0 0 1,0 2-1,1 0 0,33 2 0,81 13 1279,-62-4-1087,177 24 1669,-238-31-2257,0 0 0,1 1-1,-1 0 1,-1 0-1,16 8 1,-23-10-139,0 1 1,0 0-1,0-1 0,-1 1 0,1 0 0,-1 1 1,1-1-1,-1 0 0,0 1 0,0-1 1,0 1-1,0 0 0,0-1 0,-1 1 0,1 0 1,-1 0-1,0 0 0,0 0 0,0 1 0,0-1 1,0 0-1,-1 0 0,1 0 0,-1 5 1,0 1-136,-1 0 0,-1 0 0,1 0 0,-1 0 1,-1-1-1,0 1 0,0-1 0,0 0 0,-1 0 0,0 0 1,-1 0-1,0 0 0,-9 9 0,-31 53-4300,21-23-3036,12-16-1292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0.6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67 8401,'30'-54'1920,"-4"54"668,-2-6-488,-11 3-1896,4 0-568,-7 12-5584,0 0 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1.4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12 528 6693,'-12'6'5096,"25"-20"-828,-7 7-2778,1 1 0,1 0 0,13-10 0,71-24 1280,-10 5-1715,90-54 0,-165 85-1010,-1 0 0,-1-1 0,1 1 1,-1-2-1,7-5 0,-12 10-44,0 1-1,0 0 1,0 0 0,0 0 0,0 0 0,0 0-1,0 0 1,0 0 0,0 0 0,1 0-1,-1 0 1,0 0 0,0-1 0,0 1 0,0 0-1,0 0 1,0 0 0,0 0 0,0 0 0,0 0-1,0 0 1,0-1 0,0 1 0,0 0 0,0 0-1,0 0 1,0 0 0,0 0 0,0 0-1,0 0 1,0-1 0,0 1 0,0 0 0,0 0-1,0 0 1,0 0 0,0 0 0,0 0 0,0 0-1,0 0 1,0-1 0,-1 1 0,1 0-1,0 0 1,0 0 0,0 0 0,0 0 0,0 0-1,0 0 1,0 0 0,0 0 0,0 0 0,-1 0-1,1 0 1,0 0 0,0 0 0,0 0-1,0 0 1,0-1 0,-1 1 0,-1-1 3,0-1 0,0 0 0,0 0 1,0 1-1,-1-1 0,1 1 0,-1 0 0,1-1 1,-1 1-1,1 1 0,-1-1 0,0 0 0,0 0 0,1 1 1,-1 0-1,0-1 0,0 1 0,0 0 0,1 1 1,-1-1-1,0 0 0,0 1 0,1-1 0,-6 3 1,-11 3 17,0 1 1,1 0 0,0 2 0,0 0 0,1 1 0,0 1 0,1 0 0,0 1 0,0 1 0,2 0 0,0 2 0,0-1 0,-16 25 0,22-28-65,0 1 0,1 0 0,0 0 0,1 1 0,1-1 0,0 2 0,0-1 1,2 0-1,0 1 0,0-1 0,1 1 0,1 0 0,0 0 0,1 0 0,0 0 0,1 0 0,1 0 0,0-1 0,1 1 0,4 13 0,-2-14-132,0-1 1,0 0-1,2-1 0,-1 1 1,1-1-1,1 0 0,0-1 1,0 0-1,16 15 0,-18-20 101,0 0 1,0-1-1,1 1 0,-1-1 0,1 0 1,0-1-1,0 0 0,1 0 0,-1 0 1,0-1-1,1 0 0,0 0 1,-1-1-1,1 0 0,0-1 0,0 0 1,12-1-1,-4-1 22,0-1 1,0-2 0,0 1-1,-1-2 1,0 0-1,0-1 1,28-16 0,94-78-22,-81 57 43,-12 11 2,59-34 0,-87 58 22,0 1-1,0 0 1,0 2 0,1 0-1,0 0 1,0 2-1,35-5 1,-49 8 6,-1 1-1,1 0 1,0 0 0,-1 0-1,1 0 1,0 1 0,-1-1-1,1 1 1,-1-1-1,1 1 1,-1 0 0,1 0-1,-1 0 1,0 0 0,1 1-1,-1-1 1,0 1 0,0-1-1,0 1 1,0 0-1,0-1 1,0 1 0,0 0-1,-1 1 1,1-1 0,-1 0-1,2 3 1,0 3 1,0 1 0,0-1 0,-1 1 0,0 0 1,-1 0-1,1 17 0,2 34 109,-3-58-116,-1 1-1,1-1 1,-1 0 0,1 0 0,0 0-1,-1 0 1,1 1 0,0-1-1,1 0 1,-1-1 0,0 1-1,0 0 1,1 0 0,-1 0-1,3 1 1,26 21 69,-27-22-42,2 3-53,1-1 0,0 0 0,1-1 0,-1 0 0,0 0 0,1 0 0,0 0 0,0-1 0,0-1-1,0 1 1,0-1 0,0 0 0,0 0 0,0-1 0,0 0 0,1 0 0,-1-1 0,0 0-1,0 0 1,0-1 0,0 0 0,12-5 0,9-5-32,-1-1 1,0-2-1,-1-1 0,0-1 1,-2 0-1,32-30 1,127-144-43,-99 99 181,8-11 804,99-146-1,-189 246-757,0 0 1,1 0-1,0 0 0,-1 0 0,1 0 0,0 1 0,0-1 1,7-3-1,-10 6-105,0 0 1,0 0-1,0 0 1,1 0-1,-1-1 1,0 1-1,0 0 1,1 0-1,-1 0 1,0 0-1,1 0 1,-1 0-1,0 0 1,0 0-1,1 0 1,-1 0-1,0 0 1,0 0 0,1 0-1,-1 0 1,0 0-1,0 0 1,1 0-1,-1 1 1,0-1-1,0 0 1,1 0-1,-1 0 1,0 0-1,0 0 1,0 1-1,1-1 1,-1 0-1,0 0 1,0 0-1,0 1 1,0-1-1,1 0 1,-4 22 364,-24 53 321,-53 101 0,18-45-533,38-78-719,-101 238-2399,48-94-8074,59-139 948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1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8901,'100'30'1904,"-56"-18"-416,-1 0-188,1 0-264,3 3-180,3 3-988,10 3-1048,7 0-2900,4 3-3029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3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566 1 10541,'-1'4'1867,"-2"9"-598,2-7-806,-1-1-1,1 0 0,-1 1 1,0-1-1,0 0 1,-1 0-1,1 0 1,-7 9-1,-148 173 5660,-39 37-3545,161-176-2272,2 1-1,2 2 0,-25 54 0,50-93-248,2-4-23,0 0 0,0 1 0,1 0 0,-4 12 1,7-19-32,-1-1 0,1 0 0,0 1 0,0-1 1,0 0-1,-1 1 0,1-1 0,1 0 0,-1 1 0,0-1 1,0 0-1,0 1 0,1-1 0,-1 0 0,0 1 0,1-1 1,-1 0-1,1 0 0,0 1 0,-1-1 0,1 0 0,0 0 1,0 0-1,0 0 0,0 0 0,0 0 0,0 0 0,0 0 1,0-1-1,0 1 0,0 0 0,0-1 0,1 1 0,-1-1 1,0 1-1,0-1 0,1 1 0,1-1 0,6 2-5,0-1 0,1-1 0,-1 0 0,0 0 0,0-1 0,1 0 0,-1-1 0,10-3 0,6 0-35,81-21-29,22-4 63,-102 25-4,-1 2 0,1 0 1,0 2-1,0 0 1,0 2-1,0 1 1,0 1-1,38 10 1,14 13-34,-53-16 42,0-1 0,1-1 0,0-1-1,0-2 1,1-1 0,48 2 0,-70-6 12,-1 0 1,1 0-1,-1-1 1,1 0 0,-1 0-1,1 0 1,-1-1-1,0 1 1,0-1-1,1 0 1,-1-1-1,0 1 1,-1 0-1,1-1 1,0 0-1,-1 0 1,0 0-1,1-1 1,-1 1-1,0-1 1,-1 1-1,1-1 1,-1 0 0,0 0-1,0 0 1,3-8-1,-2 2 42,0-1-1,-1 0 1,0-1 0,0 1 0,-2 0-1,1 0 1,-1 0 0,-1-1-1,-4-21 1,-1 2-8,1 12-96,2 1 0,-3-38 0,6 51-260,0 1-1,0-1 0,1 0 0,0 0 0,0 0 1,0 0-1,0 1 0,1-1 0,-1 1 0,1-1 0,0 1 1,1-1-1,-1 1 0,1 0 0,0 0 0,4-5 0,-4 7-242,1 0 0,-1 0-1,1 0 1,0 0-1,-1 1 1,1-1-1,0 1 1,0 0-1,0 0 1,0 1-1,0-1 1,0 1-1,0-1 1,0 1 0,0 1-1,0-1 1,0 1-1,0-1 1,0 1-1,6 2 1,34 10-8230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4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379 1 10985,'-60'12'2640,"3"-21"-328,34 6 113,-8 9-401,-15 12-344,15-6-324,1 3-316,4 6-200,2 3-188,7 3-752,7 4-520,4-16-588,-4 9-784,3 0-600,10 0-3193,7 12-4888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6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19 11729,'-17'9'1720,"27"-24"-332,-3 3 637,6 18-1313,1 6-304,6 3-388,0 3-792,3 3-417,18 12-131,-15-9-240,1 0-468,3-3-1264,4 1-1565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2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476 82 7781,'4'-12'181,"24"-56"8831,-27 66-7607,-2 4-58,-22 19 278,2 2 0,-35 46-1,-30 63-457,12-19-1469,-7 8-1448,-29 40-4595,78-116 823,7 1-3342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3.0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0 185 7077,'3'-3'309,"1"0"1,-1 0-1,0 0 1,1 0 0,0 1-1,-1 0 1,1 0-1,0 0 1,0 0-1,1 1 1,-1-1 0,0 1-1,0 0 1,1 0-1,5 0 1,13-1 982,42 2 1,-32 1-513,49-3 22,1-3 0,-1-3-1,0-4 1,-1-4 0,-1-3 0,91-34-1,-152 45-633,-6 3-22,0 0 0,1 0-1,-1 1 1,1 1 0,0 0 0,14 0-1,-27 3-136,0 0-1,0 1 1,-1-1 0,1 0-1,0 1 1,0-1-1,-1 1 1,1-1-1,-1 1 1,1-1-1,0 1 1,-1-1 0,1 1-1,-1 0 1,1-1-1,-1 1 1,1 0-1,-1-1 1,0 1-1,1 1 1,1 1 21,0 0-11,0 0 0,0 1 0,0-1 0,0 1 0,0-1 0,-1 1 0,1 0 0,-1-1 0,0 1 0,-1 0 0,1 0 0,0 7 0,-3 46 208,0-40-147,-32 249 1220,8-87-2326,20-131-584,-3 40-7252,7-40-915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3.7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1373 1329 9621,'21'-25'890,"29"-40"2704,-48 61-3328,0 1 1,0-1-1,0 1 0,-1-1 0,1 0 0,-1 0 1,0 0-1,0 0 0,0 1 0,-1-1 0,1-1 0,-1 1 1,0 0-1,0 0 0,-1 0 0,1 0 0,-1 0 0,0 0 1,0 0-1,0 1 0,0-1 0,-3-6 0,1 5-69,0-1-1,0 1 0,-1 0 0,0 0 0,0 1 1,0-1-1,0 1 0,0-1 0,-1 1 1,0 1-1,0-1 0,0 1 0,0 0 1,-9-4-1,-10-1 119,0 0 1,-1 2 0,0 1-1,0 1 1,0 1 0,-1 1-1,1 2 1,0 0 0,-1 1-1,-36 8 1,-19 7 308,-148 49 1,139-33-266,-160 80 0,197-83-264,1 2 1,2 2-1,2 3 0,-52 49 1,87-73-105,0 1-1,0 0 1,2 1 0,0 0 0,0 1 0,1 1 0,1-1 0,-7 19 0,15-30-43,0-1 1,0 0 0,0 1-1,0-1 1,1 1-1,0-1 1,-1 1 0,1-1-1,1 1 1,-1-1 0,0 1-1,1-1 1,0 1-1,0-1 1,0 0 0,0 1-1,0-1 1,1 0-1,-1 0 1,1 0 0,0 0-1,0 0 1,0 0 0,1-1-1,-1 1 1,0-1-1,1 1 1,5 3 0,-1-1-70,0-1 1,0 1 0,0-1-1,1 0 1,0-1-1,0 0 1,0 0 0,0-1-1,1 0 1,11 2-1,9-3-72,0-1-1,-1-1 1,1-1-1,-1-2 0,1-1 1,30-9-1,13-8-140,74-33-1,-53 13 172,-3-5 1,-2-3-1,-2-4 0,-3-4 0,119-105 1,-64 32 95,-6-5 0,118-159 0,136-262 1674,-371 533-1459,-7 12 99,0-1-1,0 0 1,-2 0 0,1-1 0,-2 0 0,5-16 0,-10 28 124,-4 7-10,-29 43 153,2 1-1,2 1 0,-24 57 0,25-48-283,-239 550 449,120-191-3412,86-242 81,-2 4-1957,31-60-2132,13-27-3706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1 253 7069,'5'4'383,"1"0"0,1-1 0,-1 0 0,0 0 0,1 0 0,0-1 1,12 3-1,-1-3 802,-1 0 0,22-2 0,12 1 492,-20 0-1205,0-1 0,-1-1 0,1-2-1,-1-1 1,34-8 0,-40 5-118,0-2-1,-1 0 1,33-18-1,-47 22-179,1-1-1,-2 0 0,1 0 1,-1-1-1,0 0 0,0-1 1,-1 0-1,0 0 0,0 0 1,8-15-1,-14 21-95,1-1 1,-1 1-1,0-1 1,1 0-1,-1 0 1,0 1-1,-1-1 1,1 0-1,0 0 1,-1 0-1,0 0 1,1 0-1,-1 0 1,0 0-1,-1 0 1,1 0-1,-1 0 1,1 0-1,-3-5 1,2 5 22,-1-1 0,0 1 0,0 1 0,-1-1 1,1 0-1,-1 0 0,1 1 0,-1 0 0,0-1 1,0 1-1,0 0 0,0 0 0,0 1 0,-4-3 1,-4 0 120,0 0 0,1 1 0,-1 0 1,-1 1-1,1 0 0,0 1 1,0 0-1,-1 1 0,-13 1 0,10 1-80,0 1-1,0 1 1,1 0-1,-1 1 1,1 1-1,0 0 1,1 1-1,-1 1 1,1 0-1,1 0 1,0 1-1,0 1 1,0 0-1,1 1 1,1 0-1,0 0 1,-12 18-1,16-19-118,0-1 1,0 1-1,1 0 1,1 0-1,-1 1 1,2 0-1,-1-1 1,1 1-1,1 0 1,0 0-1,1 1 1,0-1-1,0 0 1,1 0-1,1 1 1,0-1-1,1 0 1,0 0-1,0 0 1,1 0-1,1 0 1,0-1-1,0 1 1,7 10-1,-1-5-337,1 0 0,1-1 0,0 0 0,1-1 0,1-1 0,0 0 0,1-1-1,0 0 1,23 12 0,-1-3-916,1-1-1,1-2 1,46 14-1,-45-20-456,0-2 0,69 9 0,19-9-4847,-51-9-786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403 176 8061,'0'-56'2200,"0"40"-315,0 0-1,3-29 2772,-3 41-3529,0-34 2453,-4 39-2895,-8 2-396,1 0 0,-1 1 0,1 1 1,0 0-1,0 1 0,1 0 1,0 0-1,-14 11 0,-14 14 201,2 2-1,-56 63 0,77-77-430,1 0-1,1 1 1,1 0-1,0 1 1,2 0-1,0 1 1,-10 35-1,15-42-46,1 1 1,1-1-1,0 1 0,2 0 0,-1 0 0,3 27 0,-1-36-66,2 0 0,-1 0-1,1 0 1,0 0 0,1 0-1,-1-1 1,1 1-1,0-1 1,1 0 0,0 0-1,0 0 1,0 0 0,1-1-1,0 0 1,0 0 0,0 0-1,9 7 1,-7-7-46,1 0 0,-1-1 1,1 0-1,0 0 0,0 0 0,1-1 0,-1 0 1,1-1-1,-1 0 0,1 0 0,9 0 1,-4-2 7,0 0 0,-1 0 0,1-1 0,-1-1 1,1-1-1,19-5 0,8-8 32,0-1-1,0-2 1,51-33 0,-74 42 75,85-57-184,-67 42 95,2 1 0,0 2 0,55-23-1,-92 45 75,-1-1-1,1 1 1,0 0-1,0-1 1,0 1 0,-1 0-1,1 0 1,0 0-1,0 0 1,0-1-1,0 1 1,0 0-1,-1 0 1,1 1-1,0-1 1,0 0 0,0 0-1,1 1 1,-1 0 1,0 1 1,1-1 0,-1 1-1,-1 0 1,1-1 0,0 1 0,0 0-1,-1 0 1,1 0 0,-1-1-1,1 1 1,-1 0 0,0 0 0,0 0-1,0 0 1,0 3 0,-4 39-38,0-14-84,0-3-615,-11 41 0,-12 18-3910,9-33-3083,13-35-502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4.6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6405,'30'30'1376,"-13"-21"-200,-10 10-320,6-1-256,-6-3-428,-4 0-400,-3 12-736,-3 21-1804,-4-15-873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5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1 368 6661,'1'-2'289,"0"-1"0,1 1 0,-1-1 1,0 1-1,1 0 0,0-1 1,0 1-1,0 0 0,0 0 1,0 0-1,0 0 0,0 1 0,0-1 1,1 1-1,-1-1 0,1 1 1,-1 0-1,1 0 0,0 0 0,2-1 1,2 1 301,0-1 0,-1 1 0,1 1 0,0-1 0,0 1 1,-1 0-1,9 2 0,-14-1-475,1 0 1,0 1-1,0-1 1,-1 1-1,1-1 1,-1 1-1,1 0 0,-1-1 1,0 1-1,0 0 1,1 0-1,-1 0 0,-1 0 1,1 0-1,1 3 1,-1 1-12,1 0 0,-1 1 0,0-1 0,-1 0 1,0 0-1,0 0 0,0 1 0,-1-1 0,0 0 0,0 0 1,-3 10-1,-4 7 104,-17 37 1,11-28-56,13-31-151,1-1 1,0 1 0,0 0 0,0-1 0,-1 1 0,1-1-1,0 1 1,0-1 0,0 1 0,0 0 0,0-1 0,0 1 0,0 0-1,0-1 1,0 1 0,0-1 0,0 1 0,1-1 0,-1 1-1,0 0 1,0-1 0,1 1 0,-1-1 0,0 1 0,1-1-1,-1 1 1,0-1 0,1 1 0,-1-1 0,1 1 0,-1-1 0,1 0-1,-1 1 1,1-1 0,-1 0 0,1 1 0,-1-1 0,1 0-1,-1 0 1,1 1 0,-1-1 0,1 0 0,0 0 0,-1 0-1,1 0 1,-1 0 0,1 0 0,0 0 0,0 0 0,47-1-6,-12 0 10,-27 2-4,-3-1-5,-1 1 0,1-1 0,0 1 0,0 0 0,-1 1 0,1 0 0,-1-1 0,1 2 0,-1-1 0,0 1 0,0 0 0,0 0 0,0 0 0,7 7 0,-7-5-81,0-1 1,1 1-1,-1-1 1,1 0-1,0 0 0,0 0 1,0-1-1,1 0 1,-1 0-1,1-1 1,-1 0-1,1 0 0,0 0 1,0-1-1,0 0 1,0 0-1,0-1 1,13-1-1,-10 0 10,-1-1 1,0 0-1,1 0 1,-1-1-1,-1 0 1,1-1-1,0 0 1,-1 0 0,0-1-1,0 0 1,0 0-1,0-1 1,10-11-1,24-30 313,-39 43-195,-1 0 0,1 0 0,-1 0-1,0 0 1,0-1 0,-1 1 0,1-1 0,-1 1 0,0-1 0,0 1 0,1-9-1,-25 13 204,19 0-232,0 1 0,0 0-1,0 0 1,0 0 0,0 0-1,1 0 1,-1 1 0,0 0-1,1 0 1,-1 0 0,1 0-1,0 0 1,0 1 0,-1-1-1,2 1 1,-1 0 0,0 0-1,0 0 1,1 0 0,0 1 0,-3 4-1,2-3-13,0 1-1,0 0 1,0-1-1,1 1 1,0 0-1,0 0 1,1 0-1,0 0 1,0 1-1,0-1 1,1 0-1,0 0 1,0 9-1,1-12-47,0 0 0,1 1 0,-1-1 0,0 0 0,1 0 0,0 0 0,0 0 0,0 0 0,0 0 0,0 0 0,0-1 0,1 1 0,-1-1 0,5 3 0,-2 0-86,-5-5 119,0 1 0,0-1 1,1 0-1,-1 1 0,0-1 0,0 0 0,1 1 1,-1-1-1,0 0 0,1 1 0,-1-1 0,0 0 1,1 0-1,-1 0 0,0 1 0,1-1 0,-1 0 1,1 0-1,-1 0 0,0 0 0,1 0 0,-1 0 0,1 1 1,-1-1-1,1 0 0,-1 0 0,1-1 0,7 1-33,0-1-1,-1 0 1,1 0-1,0-1 0,-1 0 1,0 0-1,1-1 1,-1 0-1,0-1 1,0 1-1,-1-1 0,1 0 1,-1-1-1,0 0 1,10-9-1,8-14 82,-2-1 1,0-2-1,22-41 1,36-51 250,-27 59 390,3 2 0,3 3 0,121-95 1,-176 151-755,8-4 808,-11 7-709,-1 0 0,1 0 1,-1 0-1,0 1 0,1-1 1,-1 0-1,1 0 0,-1 1 1,0-1-1,1 0 0,-1 0 1,0 1-1,1-1 0,-1 1 1,0-1-1,0 0 0,1 1 1,-1-1-1,0 0 0,0 1 1,0-1-1,1 1 0,-1-1 0,0 1 1,0-1-1,0 1 0,0-1 1,0 0-1,0 1 0,0-1 1,0 1-1,0 0 0,0 3 12,0 1 0,0-1 0,0 0 0,-1 1 0,0-1 0,1 0 0,-1 0 0,-1 0 0,1 0 0,-1 0 0,-3 6 0,-28 45 171,20-36-129,-176 230-1,31-46-3806,82-92-4376,48-60-742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25.3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 11777,'0'0'4544,"10"-12"-2679,0 0 1615,10 12-3052,3 0-388,-3 6-10241,7 0 1252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33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61 3640,'-31'-24'832,"18"9"-1440,-4-6-524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7.5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172 136 5721,'4'-8'-1038,"11"-23"10825,-11 19-8037,-4 9-302,3 0-952,0-1 1,0 0-1,0 0 0,-1 0 0,0 0 0,3-6 0,16-36 1435,-19 44-1612,-2 6 187,-1 13-74,-1 0 0,0 0 0,-1 0 0,-1 0 0,-8 25 0,-41 84 1125,0 1-635,-28 171-49,72-252-1670,1 1 0,2 1 0,2 66-1,6-28-3366,6-1-3689,-1-30-3798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8.0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141 338 6029,'2'-38'9282,"0"22"-3835,-4 18-4364,-15 22-292,2 0 0,1 1 0,0 1 1,2 0-1,1 1 0,-14 54 0,15-47-590,2 1 0,2 0 0,1 1-1,2 0 1,1-1 0,2 1 0,4 40-1,-1-50-154,1-1 0,1 1 0,1-1 0,2 0 0,0-1 0,1 0 0,2 0-1,0-1 1,2 0 0,24 33 0,-31-48-37,1 0 0,1 0-1,0-1 1,0 0 0,0 0-1,1 0 1,0-1 0,0-1 0,1 0-1,-1 0 1,1 0 0,0-2 0,0 1-1,19 3 1,-21-6-6,0 0 0,0 0 0,0-1-1,0 0 1,0-1 0,0 1 0,0-2 0,0 1-1,0-1 1,0 0 0,0-1 0,-1 0 0,1 0-1,-1-1 1,0 1 0,0-2 0,0 1 0,0-1-1,-1 0 1,8-7 0,1-5-5,-1-1 1,0 0-1,-1 0 1,-1-2-1,0 1 1,-2-2-1,-1 1 0,12-37 1,-7 10-5,-1-1 0,10-95 1,-18 93 2,-3-1 1,-1 1-1,-3 0 0,-15-91 1,11 112-83,-1 0 0,-1 0 0,-2 1 0,-1 0 0,-1 1 0,-1 0 0,-2 1 0,0 0 0,-27-32 0,35 50-165,0 0-1,0 1 1,-1 0-1,0 1 1,0 0-1,0 0 1,-1 0 0,0 1-1,0 1 1,0-1-1,-1 2 1,1-1 0,-1 1-1,0 1 1,0-1-1,-12 0 1,6 2-896,-1 1 1,1 0-1,0 1 0,0 1 1,0 1-1,0 0 0,0 1 1,1 0-1,-22 10 1,-30 18-8944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8.5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1253 58 7653,'-33'-58'13166,"33"63"-11772,5 26-359,1-1 0,1 0 0,13 35 1,43 91 909,-9-27-777,-13-16-569,-5 2 1,-5 2 0,-5 0-1,19 220 1,-41-257-566,-3 0-1,-4 0 1,-4 0-1,-3-1 1,-3 1-1,-4-2 1,-3-1-1,-38 96 1,29-108-126,-3-1 1,-2-2-1,-3-1 0,-47 57 1,7-23-1039,-134 130 0,159-179 55,-1-1 0,-2-4 1,-2-1-1,-2-3 0,-1-3 0,-1-2 0,-2-3 0,-1-3 0,-76 21 0,6-10-5146,6-6-3874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9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866 86 10221,'7'-10'698,"0"0"275,-1 0 3288,-9-26 520,3 33-3250,-10-4 780,10 6-2195,-1 0 0,1 1 0,-1-1 0,1 0 0,-1 1 0,1-1 1,-1 1-1,1-1 0,-1 1 0,0-1 0,1 1 0,-1 0 0,0-1 0,1 1 0,-1-1 0,0 1 0,0 0 0,1 0 0,-1 0 0,0-1 0,0 1 1,1 0-1,-1 0 0,0 0 0,0 0 0,0 0 0,-16 7 183,1 1 1,0 0-1,1 1 1,0 0-1,0 1 1,-22 21-1,-78 84 822,111-111-1090,-11 12 91,1 1 0,1 1 0,0 0 0,1 0 0,-17 37 0,24-43-87,0 1-1,1-1 1,1 1-1,0 0 1,0 0 0,1 0-1,1 0 1,0 0 0,1 0-1,1 0 1,2 15 0,1-7-23,1 0 0,1 0 1,1-1-1,1 0 1,1 0-1,16 28 1,81 105 25,-60-92-57,-19-24 13,0-1-54,-1 2 0,25 49 0,-47-79 44,-1 0 0,0 0 0,-1 0 0,0 0 0,-1 1 0,1-1 0,-2 1-1,1-1 1,-1 1 0,0-1 0,-2 10 0,1-14 11,0 1 1,0-1-1,-1 1 0,1-1 1,-1 1-1,0-1 0,-1 0 1,1 0-1,-1 0 0,0 0 1,1 0-1,-2-1 0,1 1 1,0-1-1,-1 0 1,0 0-1,1 0 0,-8 4 1,-4 1-3,-1 0 0,0-1 0,-24 8 1,3-5 15,0 0 1,-60 6 0,-80-2-220,155-13 165,-7 1-70,-100 2-856,115-5 429,-1 0 0,1-1 0,-1 0 0,1-1 0,0 0 0,-23-10 0,33 11 99,-1 0 1,1 0-1,0 0 0,-1-1 1,1 0-1,0 0 1,1 0-1,-1 0 0,-6-8 1,9 9-288,0 0 0,0 0 0,0 0 1,0 1-1,0-2 0,0 1 0,1 0 0,-1 0 1,1 0-1,-1-3 0,3-28-10644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19.7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1 164 11465,'22'-10'1485,"0"1"0,1 2 0,44-10-1,76-3 1929,-114 17-3018,232-21 1727,109-15-3582,-363 38 602,0-1 0,0 0 0,0 0 0,-1 0 0,1-1 0,10-6 0,-34-4-12026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5:21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678 131 5569,'0'0'1821,"0"-4"-39,0-1-1274,0 0 1,1 0 0,-1 0 0,1 1 0,0-1-1,0 0 1,0 1 0,1-1 0,0 1 0,-1-1-1,2 1 1,3-7 0,19-36 4299,-15 35-2019,-14 15-1674,-8 7-724,2 1 1,0 0 0,0 0 0,1 1 0,0 0 0,1 1 0,-9 18-1,-44 108 1668,35-77-1243,-66 145 1063,-46 112-1498,-48 178-381,148-377 0,5 1 0,-21 156 0,47-223 0,2-1 0,3 1 0,2 0 0,14 105 0,-8-130 0,0 0 0,2 0 0,1-1 0,1-1 0,2 1 0,0-2 0,2 0 0,1 0 0,1-1 0,34 39 0,-20-32-253,2-2 0,2-1 0,0-1 0,2-3 0,1 0 0,76 36 0,-16-17-2322,179 52 0,-121-54-3041,162 22-1,-62-26-6012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0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63 7369,'6'-36'784,"1"24"-4597,3-3 2457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1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5028,'0'0'6625,"24"3"-6585,-1 0-152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4.4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14 503 5028,'33'-9'8513,"-47"4"-7345,13 5-1043,0 0 0,0 0 1,0 0-1,-1 0 0,1 0 1,0 0-1,0-1 0,0 1 1,1 0-1,-1-1 0,0 1 1,0-1-1,0 1 0,0-1 1,0 1-1,0-1 1,-1-1-1,11-26 962,-8 26-585,-2-2-52,-3-6-206,1-1 1,0 0 0,1 0 0,0 0-1,1-1 1,0 1 0,1 0 0,0 0-1,0-1 1,2 1 0,-1 0 0,1 0-1,1 0 1,0 0 0,8-18-1,-2 12-159,1 1-1,0 0 0,1 0 0,1 1 0,0 0 0,1 1 0,1 1 0,0 0 0,1 1 0,0 1 0,1 0 0,18-9 0,-13 9-51,1 1 0,0 1 0,1 2 0,0 0 0,0 1-1,1 1 1,0 2 0,0 0 0,32 1 0,-28 2-16,0 2-1,-1 1 1,0 1 0,1 2-1,-2 0 1,51 20 0,-61-20-18,-1 1 0,-1 1 0,1 0 0,-1 1 0,-1 0 0,0 1-1,0 1 1,-1 0 0,0 0 0,-1 1 0,0 1 0,16 25 0,-23-30 3,0 0 0,0 0-1,-1 0 1,0 1 0,-1-1 0,0 1-1,0-1 1,-1 1 0,0 0-1,0 0 1,-2 11 0,0-6 5,-1 1 0,0-1 0,-1 0 0,-1 0 1,-1-1-1,-8 20 0,0-7-9,-1 0 0,-1-1 0,-2-1 0,0 0 0,-2-1 0,-25 24 0,4-11 13,-1-1 0,-1-2 0,-79 45 0,-150 63 48,107-60-123,83-40 261,102-26-100,-10-11-86,0 0-1,0 0 0,1-1 0,-1-1 1,21 2-1,67 0 54,-50-3-52,99-1-11,-55-2-203,184 0-747,-80 7-824,-105-1 291,-32-3 300,118 7-6179,-66 5-1679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5.2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333 200 6689,'13'-38'1967,"16"-32"3308,-15 39-2444,-9 21-1810,-1 0 1,1 0-1,1 0 0,8-10 3212,-25 47-2245,-129 350 1823,37-94-3886,40-107-3093,-5-2-4928,46-120 1753,7 0-3870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5.6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448 1 11113,'0'0'3286,"-2"2"-1651,-49 64 2383,-16 40-2457,27-38-891,-9 17-84,-45 111-1,65-131-468,3-6 78,-35 120 0,52-144-168,2 0-1,1 1 1,2-1 0,1 1-1,3 40 1,1-64-15,0 0 0,1 1 0,1-1 1,0-1-1,1 1 0,0 0 0,0-1 0,1 0 1,1 0-1,0 0 0,0-1 0,1 0 0,14 16 1,-14-19-8,0 0 1,0 0-1,1-1 1,0 0-1,1 0 1,-1-1-1,1 0 1,0-1-1,0 0 1,1 0-1,-1-1 1,1 0-1,-1 0 1,1-1-1,0-1 1,0 0-1,12 0 1,-5-2 1,1-1-1,-1 0 1,0-1 0,0-2 0,-1 1 0,1-2-1,-1 0 1,0-1 0,-1-1 0,1 0 0,-2-1-1,1 0 1,-1-2 0,-1 1 0,21-21 0,0-5 98,-2-1-1,-1-2 1,-1-1 0,29-53 0,-35 51 28,-3-1 0,-1 0 0,-1-1 0,-3-1-1,12-55 1,-22 71-80,-1 0-1,-1-1 1,-1 1 0,-2-1-1,-1 0 1,-1 0-1,-2 1 1,0-1-1,-12-41 1,11 57-129,-1 0-1,-1 1 1,0-1-1,-1 1 1,0 1-1,-1-1 1,0 1-1,-1 0 1,0 1-1,-1 0 1,0 0-1,-1 1 1,0 1-1,-1 0 1,0 0-1,0 1 1,-1 1 0,0 0-1,0 1 1,-1 0-1,1 1 1,-1 0-1,-1 1 1,1 1-1,0 0 1,-16 0-1,-2 0-1089,1 2 0,-1 1 1,-34 5-1,40-1-1057,1 1 0,-30 9 0,-39 23-7743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12369,'0'0'1652,"5"2"-66,379 79 4119,-183-44-5076,55 16-209,633 123 320,10-41-520,176-41-84,0-99 63,-775-32-66,-266 31-114,0-3-1,0-1 1,-1-1 0,0-2 0,-1-1-1,46-28 1,-36 9-6,-41 32-43,1 0 0,-1-1 0,0 1 0,0-1 0,0 0 0,0 1 0,0-1 0,0 0 0,0 0 0,-1 1 0,1-1 0,-1 0 0,1 0 0,-1 0 0,0 0 0,0 0 0,1 0 0,-1 0 1,-1 0-1,1 0 0,0 0 0,0 1 0,-1-1 0,1 0 0,-1 0 0,1 0 0,-1 0 0,0 1 0,0-1 0,-2-2 0,0-3-178,-1 2-1,-1-1 1,1 0 0,-1 1 0,0 0-1,-6-5 1,0 3-582,0 0 1,0 1-1,0 1 1,-1 0-1,0 0 0,0 1 1,0 1-1,0 0 1,-1 1-1,-13-1 1,-75-8-9088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59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36 12661,'14'-30'1957,"-12"24"1239,1 14-2394,-1-1 1,0 1-1,0 0 1,-1-1-1,0 1 1,-1 0-1,1 0 1,-2 10 0,2 13-282,4 21 136,3 0 1,3-1 0,27 82 0,70 141-3177,-88-227 1263,-11-27-185,1 1 0,19 27-1,12 4-5504,-10-18-3214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6.7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962 1 11777,'-90'30'3572,"53"-21"-2063,-3 0-201,6 0-292,-6 0-216,0 3-164,-7 0-128,-3 10-88,-7 2-92,-7 0-84,0 3-256,-6-3-428,0 9-424,-4-3-712,0 3-580,14-2-2885,10 2-4004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7.0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12457,'0'0'6119,"0"4"-4903,0 4-921,1 0-1,0 0 0,1 0 0,0 0 0,0 0 0,1 0 0,0 0 0,0-1 0,6 9 0,7 13 240,22 26 0,-8-12-128,154 211-1638,-52-89-7689,-112-140 6424,23 28-6076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7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704 1 12657,'-37'3'2028,"10"15"-251,-3-3-197,-10 3-108,7-6-212,2 0-192,-5 3-244,2 3-120,-9 3-148,-1 3-280,-3 1-544,-10-1-668,-3 3-664,0 3-748,-4 0-3329,4 9-4712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08.3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794 449 5168,'3'-16'6051,"-12"7"-5122,-26-30 5412,33 36-5534,-32-5 1025,18 4-1370,0 1 0,-1 0 1,0 1-1,1 1 0,-33 2 1,29 0-176,-1 1 0,1 2 1,-1 0-1,1 1 1,0 0-1,1 2 1,0 1-1,0 0 1,0 1-1,-27 18 1,16-7-38,0 1 1,2 2-1,0 0 1,1 2-1,2 1 1,-34 45-1,43-48-198,1 1 1,1 0-1,2 1 0,0 1 0,2 0 0,1 0 0,1 1 0,-5 29 0,11-44-44,0 1 0,1-1 0,0 1-1,1-1 1,1 1 0,0-1 0,1 1 0,0-1-1,0 0 1,2 0 0,-1 0 0,2 0 0,-1 0-1,2-1 1,-1 0 0,2 0 0,-1 0 0,2-1-1,-1 0 1,12 11 0,-9-11-7,1-1 0,0 0 0,0-1 0,1 0 1,1 0-1,-1-1 0,1-1 0,0 0 0,0-1 0,1-1 0,0 0 0,0 0 0,0-2 0,0 1 1,0-2-1,0 0 0,1-1 0,-1 0 0,20-3 0,-10-1 0,0-1-1,-1-1 1,1-1 0,-1-1-1,0-1 1,-1-1 0,0-1-1,-1-1 1,0-1 0,30-24-1,-15 7-6,-2-2 0,-1-2 0,-1 0 0,-2-3 0,-2 0 0,-1-2 0,34-66 0,-47 79 5,-2-1-1,-1 0 0,-1-1 1,-1 0-1,-2-1 0,0 0 1,-2 0-1,-2 0 0,0-1 1,-2 1-1,-1-1 0,-2 0 1,-5-32-1,-1 32-4,0 0-1,-2 1 1,-2 0 0,0 0 0,-2 1-1,-28-42 1,35 61-88,0 0 1,-1 1-1,1-1 0,-2 2 1,1-1-1,-1 1 0,0 1 1,0 0-1,-1 0 0,0 1 1,0 0-1,0 0 1,-1 1-1,0 1 0,1 0 1,-1 0-1,0 1 0,-21-1 1,12 2-852,-1 2 0,1 1 0,0 0-1,0 1 1,0 2 0,0 0 0,1 0 0,0 2 0,-21 10 0,27-10-1026,1-1 0,-21 16-1,-13 19-7264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2T09:46:44.1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0 247 6413,'3'-28'5324,"-3"27"-5173,0 0 0,0 0 0,1 0 0,-1 0 0,0 0 0,1 0 0,-1 1 1,1-1-1,-1 0 0,1 0 0,0 1 0,-1-1 0,1 0 0,0 1 0,0-1 0,-1 0 0,1 1 0,0-1 0,0 1 0,0-1 0,0 1 0,-1 0 0,1-1 0,0 1 0,0 0 0,0 0 0,0 0 0,2-1 0,2-8 1455,2-4-683,0 7 3069,7 1-3919,1 0 0,0 1-1,0 1 1,20-3 0,-3 2-70,95-7 84,318-28-169,-148 17 89,94 14-39,-205 20 35,59 0 25,-151-12-7,187-24-1,-37-18-39,-189 32 41,1 3-1,0 3 0,0 1 1,0 4-1,105 13 1,424 76-36,-123-39 84,-448-50-20,24 4 133,1-2 0,0-2 0,0-2 0,63-8 0,-13-4 77,41-7 651,-102 13-77,50-22 0,56-12-419,-131 40-424,0 0 20,16-6-63,-44 3-14368,-22 3 4432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1:34.3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85 3708,'0'0'4602,"10"-10"-3372,0 0 541,-6 5-1232,1-1 0,0 1-1,1 1 1,-1-1 0,10-5 0,36-18 1601,-48 26-1773,21 29 802,-22-19-1131,-1 0-1,-1 0 0,0 0 0,0 0 1,0 1-1,-1-1 0,0 0 1,-1 0-1,0 0 0,0 0 0,-5 11 1,-69 190-1460,19-73-5065,17-49-1288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26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1 141 25521,'30922'0'0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46.1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247 0 22416,'0'5712'0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52.3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 24758,'0'5424'0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2:58.1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33 19790,'30683'0'0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22.4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-1 0 23100,'94'1677'0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26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2 204 22384,'88'-206'0,"24"400"0,-224-388 0,213 1870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35.5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1 202 27495,'100'-200'0,"0"400"0,-200-400 0,100 1786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50.9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1 21195,'0'0'0,"0"0"0,0 0 0,0 0 0,0 0 0,0 1 0,0-1 0,0 0 0,0 0 0,-1 0 0,1 1 0,0-1 0,0 0 0,-1 0 0,1 0 0,0 1 0,-1-1 0,1 0 0,0 0 0,-1 1 0,1-1 0,-1 0 0,1 1 0,-1-1 0,1 0 0,-1 1 0,1-1 0,-1 0 0,1 0 0,-1 1 0,1-1 0,-1 0 0,0 1 0,1-1 0,-1 0 0,0 1 0,1-1 0,-1 0 0,1 1 0,-1-1 0,0 0 0,1 0 0,-1 1 0,0-1 0,1 0 0,-1 1 0,0-1 0,1 0 0,-1 0 0,1 1 0,-1-1 0,0 0 0,1 0 0,-1 0 0,1 1 0,-1-1 0,1 0 0,-1 0 0,0 0 0,1 0 0,0 1 0,-1-1 0,1 0 0,-1 0 0,1 0 0,-1 0 0,1 0 0,0 0 0,-1 0 0,1 0 0,0 0 0,0 0 0,-1 0 0,1 0 0,0 0 0,0 0 0,0 0 0,0 0 0,-1 0 0,1 0 0,0 0 0,0 0 0,0 0 0,0 0 0,0-1 0,1 1 0,-1 0 0,0 0 0,0 0 0,0-1 0,0 1 0,1 0 0,-1 0 0,0 0 0,1-1 0,-1 1 0,0 0 0,1 0 0,-1-1 0,0 1 0,1 0 0,-1-1 0,1 1 0,-1 0 0,1 0 0,-1-1 0,1 1 0,-1 0 0,1-1 0,-1 1 0,1 0 0,0-1 0,-1 1 0,1 0 0,-1-1 0,1 1 0,0 0 0,-1 0 0,1-1 0,0 1 0,-1 0 0,1-1 0,0 1 0,-1 0 0,1 0 0,0-1 0,-1 1 0,1 0 0,-1-1 0,1 1 0,0 0 0,-1 0 0,1 0 0,-1-1 0,1 1 0,0 0 0,-1 0 0,1 0 0,-1-1 0,1 1 0,-1 0 0,1 0 0,-1 0 0,0 0 0,1 0 0,-1 0 0,1 0 0,-1 0 0,0-1 0,1 1 0,-1 0 0,0 0 0,0 0 0,0 0 0,1 0 0,-1 1 0,0-1 0,0 0 0,0 0 0,0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3:57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 0 21229,'0'1545'0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4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31 126 4248,'-31'-6'11019,"59"-27"-4926,-20 23-5810,-7 8 305,-1 5-396,-1 5-75,0 0 0,1 0 0,1 1 0,-1-1 0,3 12 0,3 30 355,-1 315 1559,-1-139-1459,-10-187 168,5-36 179,1-7-717,-2-41-53,1-1 0,3 1 1,14-84-1,-9 78-98,52-224-71,-50 245 10,1 0 0,1 1 0,2 1 0,30-49 0,-42 74 20,1 1-1,0-1 0,0 1 0,-1 0 0,1 0 1,1 0-1,-1 0 0,0 0 0,0 1 1,1-1-1,-1 1 0,1-1 0,0 1 0,-1 0 1,1 0-1,0 0 0,-1 0 0,1 1 1,0-1-1,0 1 0,0-1 0,0 1 0,0 0 1,0 0-1,0 1 0,-1-1 0,1 0 1,0 1-1,0 0 0,0 0 0,-1 0 0,1 0 1,4 2-1,1 1 50,1 1 1,-1 0-1,-1 0 0,1 0 0,-1 1 1,0 0-1,0 1 0,-1-1 1,8 10-1,-1 5 72,0 0 0,0 1 1,-2 0-1,-1 1 0,-1 0 0,-1 0 0,-1 1 0,-1 0 1,4 35-1,-2 24 121,-3 123 0,-3-48-156,7-26-91,35 175 0,-40-284-141,13 50-701,-15-67 610,0 0 0,1-1 0,-1 1 0,1-1 0,1 0 0,-1 0 0,1 0 0,0 0 0,7 7 0,-9-10 14,1 0 0,-1-1 0,0 1 0,0 0 0,1-1 0,-1 0 0,1 0 0,-1 0 0,1 0 0,0 0 0,-1 0 0,1-1 0,0 1 0,-1-1 0,1 1 1,0-1-1,0 0 0,0-1 0,-1 1 0,1 0 0,0-1 0,0 1 0,-1-1 0,1 0 0,-1 0 0,6-2 0,-4 1-159,-1-1-1,1 1 1,0-1 0,-1 1-1,0-1 1,0 0 0,0 0-1,0 0 1,0-1-1,-1 1 1,1-1 0,-1 0-1,0 1 1,0-1 0,0 0-1,1-6 1,6-29-4761,0-6-2895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4.8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41 239 7497,'-2'-1'213,"0"0"0,0 0-1,1-1 1,-1 1 0,0 0 0,1-1 0,-1 1 0,0-1 0,1 1 0,0-1 0,-1 0 0,1 0-1,0 0 1,0 1 0,0-1 0,0 0 0,0-3 0,0 2 1486,-12-30 3600,20 16-3856,-3 11-1303,0 0 0,0 1-1,0-1 1,1 1 0,-1 0-1,1 0 1,1 1-1,-1-1 1,1 1 0,-1 1-1,10-6 1,3 0-86,0 1 0,33-10 1,61-7-2327,-23 7-1726,-26 6-836,14 10-2687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5.4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1 10029,'-38'42'10346,"-8"28"-7879,20-28-1077,2 0-623,1 2 0,3 1 0,-25 80 0,20-54-454,11-27-484,2 0-1,-11 73 1,5 91-4517,18-189 2516,1-1 0,7 34-1,-4-26-3363,-1-5-1838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5.8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98 8381,'1'-5'431,"1"0"1,0 1 0,0-1 0,0 1-1,0 0 1,0 0 0,1 0-1,0 0 1,0 0 0,0 0 0,9-7 2665,-10 9-2887,0-1 0,1 1 0,-1 0 0,0 0-1,1 0 1,0 0 0,-1 0 0,1 1-1,0-1 1,3 0 0,9-3 7,0 1 0,0 1-1,0 1 1,0 0 0,0 0 0,26 3-1,-4 1-62,58 11 0,-87-12-139,0 1 1,0 0-1,0 0 0,0 1 1,-1 0-1,1 0 0,-1 1 1,0 0-1,0 0 0,0 1 1,12 10-1,-16-12-11,-1 1 0,1-1-1,-1 1 1,1 0 0,-1-1 0,0 1 0,-1 0 0,1 0 0,-1 0 0,1 1-1,-1-1 1,-1 0 0,1 0 0,-1 1 0,1-1 0,-1 0 0,0 1-1,-1-1 1,1 0 0,-1 1 0,0-1 0,0 0 0,0 0 0,-2 5 0,-9 22-13,-20 38 1,-5 12 17,36-79-2,0 1-1,0 0 0,1 0 1,-1-1-1,1 1 1,0 0-1,0 0 1,0 0-1,0 0 0,0-1 1,1 1-1,-1 0 1,1 0-1,0-1 0,-1 1 1,1 0-1,1-1 1,-1 1-1,0-1 1,1 1-1,-1-1 0,1 0 1,0 1-1,-1-1 1,4 2-1,4 5-6,1-1 0,1 0 1,-1 0-1,15 7 0,-5-3-34,-2-1 40,-1 2 1,0 0-1,-1 1 1,-1 0 0,21 26-1,-28-30 21,-1 0 0,0 0-1,-1 1 1,0 0-1,-1 1 1,0-1-1,-1 1 1,0 0-1,-1 0 1,4 22 0,-6-23 27,0 1 0,0-1 0,-2 1 0,1-1-1,-1 1 1,-1-1 0,0 1 0,0-1 0,-1 0 0,-1 0 0,0 0 0,0-1 0,-1 1 0,-1-1 0,0 0 0,0 0 0,-1-1 0,0 0 0,0 0 0,-1-1 0,0 0 0,-10 8 0,2-3-44,-1-1 1,-1-1-1,0-1 0,0 0 0,-1-1 0,0-1 1,-1-1-1,1 0 0,-1-2 0,-25 4 1,-16-2-2173,0-2 0,-69-4 0,70-2-1631,-28 3-5397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1.8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182 289 9169,'0'0'12790,"-3"1"-11768,-3 3-692,0-1-1,0 1 1,0 0 0,1 0 0,-1 1 0,1-1 0,0 1-1,1 0 1,-1 1 0,1-1 0,0 1 0,0 0-1,-4 9 1,-8 16 422,-16 44-1,30-68-633,-10 23 85,1 1-1,2 0 0,1 1 0,-7 55 1,16-77 193,4-10-150,12-17-71,16-34-156,-32 50-1,25-47 11,-2-2 1,20-59-1,31-64-19,-53 130 1,-4 8-6,34-51 0,-47 78-6,1 1-1,0-1 1,0 1 0,1 0-1,0 1 1,0 0-1,1 0 1,0 0-1,0 1 1,0 0-1,15-6 1,-19 10 42,0 0 0,0 0 0,0 1 1,0-1-1,0 1 0,0 0 0,0 0 0,0 0 0,0 1 1,0-1-1,-1 1 0,1 0 0,0 0 0,0 1 0,0-1 1,-1 1-1,7 3 0,-3-1 49,-1 1 0,1-1 0,0 1 0,-1 1-1,0-1 1,0 1 0,6 9 0,3 7-71,0 1 0,-1 1-1,-2 0 1,0 1 0,-2 0 0,12 41 0,24 163-42,-34-153 34,59 382-11,-70-454-129,0 0 0,0 0 0,0-1 0,0 1 0,1 0 0,-1-1 0,1 1 0,0-1 0,0 1 0,0-1-1,1 0 1,-1 0 0,5 4 0,-6-6-30,0 0 0,1 0 0,-1 0 0,0 0-1,1-1 1,-1 1 0,0 0 0,1-1 0,-1 1 0,1-1-1,-1 0 1,1 1 0,0-1 0,-1 0 0,1 0 0,-1 0-1,1 0 1,-1 0 0,1-1 0,-1 1 0,1 0 0,-1-1-1,1 1 1,-1-1 0,1 1 0,-1-1 0,1 0-1,-1 0 1,0 1 0,1-1 0,-1 0 0,0 0 0,0 0-1,0-1 1,0 1 0,2-2 0,22-31-4373,-11 6-1606,2-10-5279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57 100 9249,'-23'-9'2648,"13"18"-156,-14-27 10361,219-18-15657,-122 30 696,8-6-520,12-4-3233,8 4-4996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160 55 12309,'-22'-7'2444,"14"12"1817,-4 12-2586,10-14-886,-28 32 2581,23-28-2950,0 0 1,1 1-1,0 0 1,0 0-1,0 1 0,1 0 1,0-1-1,-3 13 0,0 4-161,2 0-1,1 1 1,0 0 0,2 0-1,2 0 1,0 0-1,1 0 1,2 0-1,1 0 1,0 0-1,2 0 1,2-1 0,0 0-1,12 29 1,-15-45-244,0 0 0,1 0 1,0-1-1,1 1 0,0-1 1,0-1-1,1 1 1,0-1-1,0 0 0,1 0 1,-1-1-1,1 0 0,1 0 1,-1-1-1,1 0 0,0-1 1,18 7-1,-21-9-16,0-1 1,0 1-1,1-1 0,-1 0 1,1 0-1,-1-1 0,1 0 1,-1 0-1,1 0 0,-1-1 1,1 0-1,-1-1 0,1 1 1,-1-1-1,0 0 0,0-1 1,0 1-1,0-1 0,0-1 0,-1 1 1,1-1-1,-1 0 0,0 0 1,0 0-1,-1-1 0,1 1 1,6-11-1,-2 1 1,0 0 0,-1-1 0,-1 0 0,0 0 0,-1-1 0,-1 0 0,-1 0 0,0 0 0,-1 0 0,0-1 0,-2 0 0,0 1 0,-1-1 0,-2-26 0,-5-11 0,-3 1 0,-1 0 0,-22-59 0,29 101-56,0 0 0,-1 0 0,0 1 0,-1-1 0,0 1 0,0 1 0,-1-1 0,-1 1-1,1 0 1,-1 1 0,-18-14 0,24 20-204,-1 0 0,1 0 0,-1 1 0,0 0-1,0-1 1,1 1 0,-1 0 0,0 0 0,0 0-1,0 1 1,0-1 0,0 1 0,0-1 0,0 1-1,0 0 1,0 0 0,0 1 0,0-1 0,0 0 0,0 1-1,0 0 1,0 0 0,0 0 0,-3 2 0,1-1-659,1 0 0,-1 0 0,1 1 0,0 0 0,0 0 0,0 0 0,0 1 0,1-1 0,-1 1 0,1 0 0,0 0 0,-4 7 0,-4 22-9740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28 13093,'7'-1'660,"0"0"1,-1 0-1,1 1 0,0 0 0,0 0 0,0 1 0,-1 0 1,1 0-1,0 1 0,11 3 0,-8 0-297,1 0 1,-1 0-1,0 1 0,-1 0 0,0 0 1,9 9-1,-2-1-199,-1 1 0,-1 0-1,-1 2 1,0 0 0,-1 0 0,16 30 0,-17-20-52,-2 0 0,0 1 0,-2 0 1,-1 1-1,-1-1 0,1 40 0,5 18 962,-11-85-951,0 1-1,0-1 1,0 1 0,0 0 0,-1-1 0,1 1 0,0-1-1,-1 1 1,1-1 0,-1 1 0,0-1 0,1 0 0,-1 1-1,-1 1 1,-1 2 1574,4-40-1403,2 0-1,1 0 0,2 0 1,1 0-1,2 1 1,16-41-1,-12 43-1142,1 1 1,2 1-1,33-49 1,-49 78 825,14-19-2564,32-35 0,-40 49 1032,0 1 0,0 0 0,0 0 0,1 0-1,12-5 1,2 4-9036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2.9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15 13717,'17'-12'2364,"-14"9"24,-43 6 2949,39-3-5244,0 1 0,0-1 0,1 0 0,-1 1 0,0 0 0,0-1 0,1 1 0,-1-1 0,1 1 0,-1 0 0,0 0 0,1-1 1,-1 1-1,1 0 0,0 0 0,-1 0 0,1-1 0,0 1 0,-1 0 0,1 0 0,0 1 0,-1 0 177,-10 23 425,1-1 1,1 2-1,-7 33 1,13-37-913,0-1 0,1 1-1,0-1 1,4 33 0,12 73-5570,3-43-5755,-11-65 4036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3.2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124 389 6705,'-4'-10'256,"0"3"-8,1 0 1,0 0 0,0 0 0,0 0 0,1 0-1,0-1 1,1 1 0,0-1 0,0 1-1,0-1 1,1 1 0,1-1 0,0-11 0,6-10 1285,1 0-1,1 1 1,2 0 0,0 1 0,18-29 0,-26 51-1413,1 0-1,0 0 1,0 0 0,1 0-1,-1 1 1,1 0-1,0 0 1,0 0 0,1 0-1,-1 1 1,1 0-1,-1 0 1,1 1 0,0-1-1,0 1 1,1 0 0,-1 1-1,11-2 1,-7 2-72,-1 1 0,0 1 1,0-1-1,0 1 0,0 1 1,0-1-1,-1 2 0,1-1 1,0 1-1,-1 0 0,12 7 1,-15-7-33,-1 0 0,0 0 0,-1 1-1,1-1 1,-1 1 0,1 0 0,-1 0 0,0 0 0,-1 0 0,1 1 0,-1-1 0,0 1 0,3 6 0,-2-5 4,0 4-7,0 0 0,-1 0 0,0-1 0,-1 1-1,0 0 1,0 0 0,-1 1 0,0-1 0,-1 0 0,0 0 0,-4 17 0,-7 35 38,5-34-42,2 0-1,-2 42 1,7-60 0,1 0 0,-1 0 0,2 0 0,-1 0-1,1 0 1,1 0 0,0 0 0,0 0 0,1-1 0,9 17-1,26 31-77,-30-47 52,-1 2-1,0-1 1,-1 1 0,0 0 0,-1 1-1,0 0 1,6 19 0,-11-23 16,0 0 1,0 0 0,-1 0 0,0 0-1,-1 0 1,0 0 0,0-1-1,-1 1 1,0 0 0,-1 0 0,0-1-1,0 0 1,-1 1 0,0-1-1,0 0 1,-1-1 0,0 1 0,0-1-1,-1 0 1,0-1 0,0 1-1,-8 5 1,-4 4-151,0-2-1,-1 0 0,0-1 1,-1-1-1,-1-1 1,1-1-1,-31 10 1,22-11-1098,-1-2 0,1-1 0,-39 2 1,1 1-3633,-11 5-4024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6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1 199 26811,'100'-200'0,"0"400"0,-200-400 0,100 2010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0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56 109 7841,'0'-1'203,"1"0"1,0 0 0,0 0-1,0-1 1,-1 1-1,1 0 1,0-1-1,-1 1 1,1 0 0,-1-1-1,0 1 1,1-1-1,-1 1 1,0-1 0,0 1-1,0-1 1,0 1-1,0-1 1,0 1 0,-1 0-1,1-1 1,0 1-1,-1-1 1,1 1 0,-1 0-1,1-1 1,-1 1-1,0 0 1,-2-5 4551,2 2-3659,-2-34 1046,3 35 216,-1 1-1254,0 1-1070,0 0 280,0-1 0,0 1 0,0 0 0,0-1-1,-1 1 1,1 0 0,0 0 0,-1 0 0,1 0-1,-1 0 1,-1-2 0,1 4-254,1-1 0,0 0 0,0 0 0,0 1 0,0-1 0,0 1 0,0-1 0,0 1-1,1-1 1,-1 1 0,0-1 0,0 1 0,0 0 0,0-1 0,1 1 0,-1 0 0,0 0 0,1 0 0,-1 0 0,0 1 0,0-1-40,0 0 0,1 0-1,-1 1 1,0-1 0,1 0 0,0 0 0,-1 1 0,1-1 0,0 0 0,-1 1 0,1-1 0,0 0-1,0 1 1,0-1 0,0 0 0,1 3 0,-1 2 33,-9 244-122,18-86-3531,-7-130 286,-1 34 0,-1-43 498,0-21 117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2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6581,'0'0'3653,"1"3"-2031,55 100 4439,-9-22-4899,-41-68-1204,1 0 0,0-1 0,1 0-1,1 0 1,0-1 0,0 0 0,13 11 0,-18-19-286,1 1 1,-1-1 0,1 0 0,-1-1-1,1 1 1,0-1 0,0 0 0,0 0-1,7 1 1,-7-2-313,0-1 1,1 1-1,-1-1 0,0 0 1,0-1-1,0 1 0,0-1 1,1 0-1,-1 0 0,9-4 1,6-4-4810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4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 6 9581,'31'-6'10808,"-33"9"-10428,1-1 0,0 0-1,-1 0 1,1 0 0,-1 0-1,0-1 1,0 1 0,0 0-1,-3 2 1,-2 2 462,0 3-357,0 0 0,1 1 0,0 0 0,1 0 0,-7 17 0,2-5-160,3-6-171,1 1-1,0-1 0,1 1 1,1 0-1,0 0 1,-1 20-1,3 102-4414,3-67-2110,0-34 347,5-18-3673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50 34 9977,'0'0'3744,"-1"4"-2077,-4 13-521,1 1-1,1-1 1,1 1-1,-1 25 1,3-15-842,1-1 0,2 1-1,0-1 1,12 40 0,-13-60-268,0 0-1,1 0 1,0-1-1,1 0 1,-1 1-1,1-1 1,1-1-1,-1 1 0,9 8 1,-2-2 17,-10-10-45,1 0 0,-1 0 0,1-1 1,0 1-1,-1-1 0,1 1 0,0-1 0,0 0 1,0 0-1,0 0 0,0 0 0,1 0 0,-1 0 1,0 0-1,0-1 0,1 1 0,-1-1 0,0 0 1,0 0-1,4 0 0,-2 0 13,0-1-1,0 0 1,-1 0 0,1 0-1,0-1 1,-1 1-1,1-1 1,-1 0 0,0 0-1,0 0 1,5-4 0,1-2 30,0 0 1,-1-1 0,0-1-1,0 1 1,-1-1 0,10-20-1,-10 17 8,-2 0 0,0 0 0,0-1 0,-1 0 0,-1 0 1,0 0-1,-1 0 0,0 0 0,-1-1 0,-2-26 0,0 34-44,0 0 1,0 0-1,-1 0 0,1 0 1,-2 0-1,1 0 0,-1 0 1,0 1-1,0-1 1,-1 1-1,1 0 0,-1 0 1,-1 0-1,1 1 1,-1-1-1,0 1 0,-1 0 1,1 0-1,-1 1 0,0 0 1,0 0-1,-12-6 1,14 9-132,0 0 0,0 0 0,0 0 0,0 0 0,-1 0 0,1 1 0,0 0 0,-1 0 0,1 0 1,0 0-1,-1 1 0,1 0 0,0 0 0,0 0 0,-1 0 0,1 1 0,0-1 0,1 1 0,-1 0 0,-5 4 0,-6 4-1504,0 1 0,1 0 0,-17 17 0,27-24 1033,-20 18-4307,14-6-2554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29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 19 13117,'22'-13'2422,"-17"11"-117,-26 1 1232,2-1-2231,19 2-1283,0 0 0,0 0 0,0 0 0,0 0 0,-1 0 0,1 0 0,0 0 0,0 0 0,0 0 0,0 0-1,0 0 1,-1 0 0,1 0 0,0 0 0,0 0 0,0 0 0,0 0 0,-1 0 0,1 0 0,0 0 0,0 0-1,0 0 1,0 0 0,0 0 0,0 0 0,-1 0 0,1 0 0,0 1 0,0-1 0,0 0 0,0 0 0,0 0-1,0 0 1,0 0 0,0 0 0,-1 1 0,1-1 0,0 0 0,0 0 0,0 0 0,0 0 0,0 0 0,0 1 0,0-1-1,0 0 1,0 0 0,0 0 0,0 0 0,0 0 0,0 1 0,0-1 0,-10 48 929,3 1 0,1-1 0,1 53 0,13-2-2508,-5-76-61,-1 0-1,-1 1 0,-1-1 1,-4 37-1,0-38-4183,4 8-3457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0.14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85 13113,'-23'-39'2276,"13"30"4977,27-3-6269,-4 0-144,24 9-724,23 0-440,-10 0-512,11 0-820,6 3-688,0 0-3437,3 3-4876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0.5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567 56 7141,'-6'10'2135,"3"-14"594,2-22 2117,1 19-4123,-20-5 1537,12 9-2031,-1 0 1,0 0-1,0 1 0,0 0 0,0 0 0,0 1 0,0 1 0,0-1 0,-1 1 0,1 1 0,-13 2 0,9-2-3,-12 2 26,0 1 0,1 0 0,-1 2 0,1 1 1,1 2-1,-42 19 0,47-19-193,0 1 1,1 1-1,0 0 1,1 1 0,1 1-1,0 0 1,0 1-1,-22 29 1,34-39-78,1-1-1,-1 1 1,1 0 0,0 0 0,0 1 0,0-1 0,0 0 0,1 1 0,0-1-1,0 1 1,0-1 0,1 1 0,-1 0 0,1-1 0,0 1 0,1 8 0,0-11 1,-1 1 0,1-1 0,0 1 0,0-1 0,1 1 0,-1-1 0,0 0 0,1 0 0,-1 0 0,1 0 0,0 0 0,-1 0 0,1 0 0,0 0 0,0-1 0,1 1 0,-1-1 0,0 1 0,0-1 0,1 0 0,-1 0 0,1 0 0,-1 0 0,1 0 0,-1-1 0,1 1 0,4-1 0,5 2-15,0-2 0,0 0 1,0 0-1,0-1 0,0 0 1,0-1-1,22-7 1,-3-2 84,44-23 1,-17 8 478,29-8 2219,-86 34-2728,0 1 1,-1-1-1,1 1 0,0-1 0,-1 1 1,1-1-1,-1 1 0,1-1 1,-1 1-1,1 0 0,-1-1 0,1 1 1,-1 0-1,0-1 0,1 1 0,-1 0 1,0 0-1,0-1 0,1 2 0,-1 0 32,7 14-246,-2 0 1,0 1-1,0 0 0,-2 0 0,3 26 0,2 14-2977,4 4-6772,0-2-806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1.6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9 10433,'1'0'8979,"-7"-2"-5663,-6-4-3636,9 5 1215,2 5-3,-15 40 813,9-29-1205,1 1 1,-5 22 0,-18 60 434,18-64-719,1-1-1,-6 38 0,10-32 112,6-38-320,0 0 1,1 0-1,-1 0 1,1 0-1,-1 0 0,1 0 1,0 0-1,-1-1 0,1 1 1,0 0-1,0 0 0,-1-1 1,1 1-1,0 0 1,0-1-1,0 1 0,0-1 1,0 1-1,0-1 0,0 1 1,0-1-1,0 0 1,0 1-1,0-1 0,0 0 1,0 0-1,0 0 0,0 0 1,0 0-1,0 0 1,1 0-1,-1 0 0,0-1 1,0 1-1,0 0 0,1-1 1,16-9 18,-1 0 1,0-2 0,-1 0-1,0-1 1,-1 0 0,18-21 0,13-10-14,-22 23-3,81-70 16,-87 77-33,1 0-1,0 2 1,41-19-1,-55 29 24,0-1-1,0 2 0,1-1 1,-1 0-1,1 1 0,-1 0 0,1 1 1,0-1-1,-1 1 0,1 0 1,0 0-1,-1 1 0,1 0 1,0 0-1,-1 0 0,1 1 0,-1-1 1,0 1-1,1 1 0,-1-1 1,0 1-1,0 0 0,-1 0 1,1 0-1,0 0 0,-1 1 0,6 6 1,5 8 66,0 1 0,-1 1 0,0 0 0,-2 1 0,11 24 0,-2-5 19,74 114-98,-81-133-101,-11-17 56,0 0 0,1-1 0,-1 1 0,1-1-1,0 0 1,-1 0 0,2-1 0,-1 1 0,0-1 0,0 0 0,1 0 0,6 2-1,-3-1-38,1 0-1,0-1 0,0 0 0,0-1 0,12 1 0,-15-3 45,1 0 0,-1 0 0,0 0-1,1 0 1,-1-1 0,0 0-1,0-1 1,-1 1 0,1-1-1,0 0 1,7-6 0,8-6-126,29-29 1,-13 11-130,-35 32 285,16-14-205,2 0 0,36-20 0,-49 31 182,0 1 0,0 0 0,1 0 0,-1 1 0,1 0 0,-1 0 0,1 1-1,0-1 1,0 2 0,-1-1 0,1 1 0,0 1 0,8 1 0,8 3 115,0 1 0,0 2 1,-1 0-1,0 1 0,27 16 0,-29-14 181,1-1 1,39 11-1,-58-21-240,-1 0-1,1 0 0,-1 0 1,1 0-1,0 0 0,-1-1 1,1 0-1,-1 1 0,1-1 1,3-2-1,-1 1 16,-3 1-23,1-1-1,-1 0 1,0 1-1,0-1 1,0 0-1,0-1 1,0 1-1,-1 0 1,1 0-1,2-6 1,-4 7 0,1 0-12,0 0-1,-1 1 1,1-1-1,-1-1 1,0 1-1,1 0 1,-1 0 0,0 0-1,0 0 1,1 0-1,-1 0 1,0 0-1,0 0 1,0 0 0,0 0-1,0-1 1,-1 1-1,1-1 1,-1-3 11,1-1-9,-1 1 0,0 0 0,0-1 0,0 1 0,0 0 0,-1 0 1,0 0-1,0 0 0,-1 0 0,1 0 0,-1 0 0,0 1 0,0 0 0,0-1 1,-8-6-1,-2-2-583,0 1-1,-1 0 1,-24-16 0,30 23-282,-1 1 1,0 0-1,1 0 0,-1 1 1,-1 0-1,1 0 1,-13-1-1,-29-2-7331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1.8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242 3 14049,'-33'-2'2522,"29"8"1698,5 14-2350,0-12-715,-5 15 290,0 0 0,-2-1 0,-16 42-1,3-7-172,-2 17-194,-12 41-734,6-22-2166,22-70 0,-1 0 0,-2-1 0,-11 28 0,0-8-8270,6-18-11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2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94 13717,'-4'-39'2548,"-12"30"3605,36-3-4845,0 3-248,6 6-248,28-3-440,6 3-692,7 3-320,4-3-588,6 0-716,6 3-564,-2-3-3249,-4 0-4832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2.5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336 180 11777,'-22'8'2726,"17"-7"-2319,0 0 0,0 1 0,0-1 1,0 1-1,0 0 0,0 1 0,1-1 1,-1 1-1,1 0 0,-1 0 1,1 0-1,0 1 0,1 0 0,-1-1 1,0 1-1,1 1 0,0-1 0,-5 9 1,-14 32 971,-20 61 0,28-63-1745,-14 72 1,15-59-1351,10-46 1069,0 0 0,0 1 0,1-1 0,1 1 0,0-1 0,0 1 0,1 0 0,0-1 0,2 13-1,-1-21-502,1-1 992,0 0-1,0 0 1,0 0-1,0 0 1,0-1-1,0 1 1,0-1-1,1 1 0,-1-1 1,0 0-1,0 0 1,1 0-1,-1 0 1,3-1-1,-2-1 74,0-1 0,0 1-1,-1-1 1,1 0 0,-1 0 0,1 0-1,-1 0 1,0-1 0,0 1 0,0-1-1,1-4 1,3-4-28,22-37 476,-3-1 0,-2-2 0,28-91 0,-36 97 819,2 0 0,2 2 0,1 0-1,3 1 1,50-71 0,-69 109-1061,-1 1-1,1-1 1,1 1 0,-1-1 0,1 1-1,-1 0 1,1 1 0,0-1-1,1 1 1,-1 0 0,1 1 0,-1-1-1,11-2 1,-13 4-95,0 0-1,-1 1 0,1 0 1,0-1-1,0 1 0,0 0 0,-1 1 1,1-1-1,0 0 0,0 1 1,-1 0-1,1-1 0,0 1 1,-1 0-1,1 0 0,-1 1 1,1-1-1,-1 0 0,0 1 1,1 0-1,-1-1 0,0 1 1,0 0-1,0 0 0,0 0 1,-1 0-1,1 1 0,2 3 1,0 1-3,0-1 0,-1 1 1,0-1-1,0 1 0,-1 0 1,1 1-1,-2-1 0,1 0 1,-1 0-1,0 1 0,0-1 1,-1 1-1,0-1 0,-1 1 1,-1 11-1,0 2-2,1 0-1,2-1 1,0 1-1,4 22 1,-2-19-1,0-11-21,0 0 0,1 0 0,1-1 0,0 0-1,0 1 1,1-2 0,1 1 0,0-1 0,16 20-1,-12-17 2,-1 0-1,0 1 1,-2 0-1,0 0 1,9 24-1,-16-34 8,0-1 1,0 0-1,-1 1 0,0-1 0,0 1 1,0-1-1,0 1 0,-1-1 1,0 1-1,0-1 0,0 0 0,0 0 1,-1 1-1,0-1 0,1 0 1,-1 0-1,-1 0 0,1-1 0,-1 1 1,1 0-1,-7 5 0,-4 4 84,0 0-1,-1-1 0,-30 20 0,13-14 11,0-2 0,-1-1 0,-1-2 0,-44 13 0,-14 5 23,-117 50-759,119-46-3904,37-14-1701,32-14-3378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36.8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 28011,'30811'0'0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2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278 233 4960,'0'0'6510,"-3"-1"-5673,-31-4 9784,33 13-10504,-1 1-1,0 0 1,-1 0 0,0-1-1,0 0 1,-1 1 0,-6 9-1,-5 15 209,-80 236 1519,36-92-1301,51-158-503,6-13 62,0-1 0,0 1 0,0-1-1,-1 0 1,0 0 0,0 0-1,0 0 1,-1-1 0,-6 8 0,8-10 1217,3-7-1183,7-19-57,1-1 0,0 2 0,22-37 0,3-8-100,138-236-716,-171 303 734,176-258-561,-168 247 546,1 1 0,1 0 1,-1 1-1,1 0 0,1 1 0,16-10 0,-25 17 27,1 0 0,-1 1 0,0 0 0,1-1 0,-1 1 0,0 1 0,1-1 0,-1 0 0,1 1 0,0 0 0,-1 0 0,1 0 0,-1 0 0,1 0 0,-1 1 0,1 0 0,-1-1 0,1 1 0,-1 1 0,1-1 0,3 3 0,-1-2 27,-1 1 1,0 1-1,0-1 1,0 1-1,0 0 1,-1 0-1,0 0 0,0 1 1,0-1-1,0 1 1,4 8-1,-2-1 50,-1 1-1,0 0 0,-1 0 0,-1 0 1,0 0-1,0 0 0,0 18 0,-1 97 492,-9 9-322,-6 0 0,-57 247 0,66-367-806,1 0-1,1 1 0,0 34 0,2-44 149,0 1 0,1-1-1,0 0 1,0 0-1,1-1 1,0 1 0,1 0-1,-1 0 1,2-1-1,6 13 1,-8-17 48,0 0 0,1 0 1,-1-1-1,1 1 0,0 0 1,-1-1-1,1 0 0,1 1 1,-1-1-1,0-1 0,0 1 0,1 0 1,-1-1-1,6 2 0,-3-1-880,1-1 0,0 0 0,0-1 1,0 1-1,0-1 0,12-2 0,8-3-5783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2.8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61 157 8781,'-27'-15'6316,"25"13"-4435,-26-16 1233,25 17-1782,3-2-1199,1 0 0,-1 0 0,1 0-1,0 0 1,0 0 0,0 0 0,0 0 0,0 1 0,1-1 0,-1 0 0,1 1-1,0-1 1,0 1 0,0 0 0,0 0 0,0-1 0,0 1 0,1 1-1,-1-1 1,1 0 0,-1 1 0,1-1 0,0 1 0,-1-1 0,1 1 0,0 0-1,4 0 1,11-5-35,-1 2 0,1 1 0,24-3 0,-34 5 52,415-29-2778,-140 22-9208,-203 7 3598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45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27 23781,'30961'0'0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52.0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0 200 30352,'100'-200'0,"0"400"0,-200-400 0,100 4054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56.4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 0 29773,'0'5653'0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00.9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24699,'0'2939'0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05.4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7 29420,'30762'0'0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13.4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108 121 4920,'0'0'5788,"-13"6"-4950,13-5-706,0-1 0,-1 0 0,1 0 1,0 1-1,0-1 0,-1 0 0,1 0 1,0 0-1,-1 1 0,1-1 0,0 0 0,-1 0 1,1 0-1,0 0 0,-1 0 0,1 0 1,0 1-1,-1-1 0,1 0 0,0 0 0,-1 0 1,1 0-1,-1 0 0,1-1 0,0 1 1,-1 0-1,1 0 0,0 0 0,-1 0 0,1 0 1,0 0-1,-1-1 0,1 1 0,0 0 1,-1-1-1,-2-12 6686,1 1-4910,0 15-1392,-9 17-198,0-1 1,2 1-1,1 1 1,0 0-1,2 0 1,0 0 0,1 1-1,2 0 1,-3 37-1,6-52-322,-2 15 61,1 0 1,2 0-1,2 26 1,-1-33-37,-1-5 5,1 1 0,0-1-1,0 0 1,1 0 0,5 11 0,-7-18-23,1 0 0,-1 0 0,1-1-1,0 1 1,0-1 0,0 1 0,0-1 0,0 0-1,1 0 1,-1 0 0,1 0 0,-1 0-1,1 0 1,0-1 0,-1 1 0,1-1 0,0 0-1,0 0 1,0 0 0,0 0 0,0-1 0,4 1-1,12 1-4,-1-1-1,1-1 0,0-1 0,0 0 0,-1-2 1,1 0-1,-1-1 0,1-1 0,-1 0 0,-1-2 1,19-8-1,-12 3-5,-1-1 0,-1 0 0,0-2 0,-1 0 0,-1-2 0,0 0 0,26-31 0,-27 26 0,0-1 0,21-36 0,-34 48 14,0 0 1,-1 0 0,-1-1-1,0 0 1,0 1 0,-1-1 0,0 0-1,1-18 1,-5 24-7,1 0 0,-1 0 0,1 1-1,-2-1 1,1 0 0,-1 1 0,1-1 0,-2 1 0,1-1-1,0 1 1,-1 0 0,0 0 0,0 0 0,-1 1 0,0-1-1,1 1 1,-1-1 0,-1 1 0,1 1 0,0-1 0,-1 1-1,0-1 1,0 1 0,-7-3 0,-14-6-176,-1 2 1,1 1-1,-2 1 0,1 1 0,-1 1 1,0 1-1,-1 2 0,-35 0 1,57 3-186,0 1 0,0 0 0,1 0 0,-1 0 0,0 1 1,0 0-1,1 0 0,-1 0 0,1 1 0,-1 0 0,1 1 1,-11 7-1,-9 11-3859,2 5-3288,14-15-642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14.7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34 4564,'0'0'9498,"-12"-26"2173,11 25-11596,1 1 1,-1-1-1,0 0 1,0 1-1,0-1 1,1 0-1,-1 1 0,0-1 1,0 1-1,0 0 1,0-1-1,0 1 1,0 0-1,0 0 1,0-1-1,0 1 0,0 0 1,-1 0-1,1 0 1,0 0-1,0 0 1,0 1-1,0-1 0,0 0 1,0 0-1,0 1 1,0-1-1,0 0 1,0 1-1,-1 0 0,1 1 17,0 0 0,0 0 0,0 0 0,0 0-1,0 0 1,1 0 0,-1 0 0,1 0 0,-1 0-1,1 0 1,0 1 0,0-1 0,-1 0 0,2 0-1,-1 0 1,1 4 0,1 114 1487,-1-34-1414,0-46-967,-6 50 0,1-57-2100,-17 63 1,-3 27-7295,14-57-593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22.9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0 20954,'0'10368'0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28.8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370 1 31274,'0'10570'0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33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27705,'0'10341'0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37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22940,'0'10609'0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46.6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270 0 27599,'0'10892'0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4.2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315 34 5713,'0'0'4716,"1"-3"-3288,5-27 11373,-9 31-12493,-5 3-147,0 0 1,1 1-1,-1 0 1,1 0 0,0 1-1,1-1 1,-1 2 0,1-1-1,-6 8 1,0 3-34,0 0 0,1 1 0,0 0 1,2 1-1,0 0 0,1 0 0,1 1 0,1 0 1,0 0-1,2 1 0,0-1 0,2 1 1,0 0-1,1 0 0,1 0 0,1 0 0,1 0 1,1 0-1,7 27 0,-7-40-117,0 0 1,1 0-1,0 0 1,0 0-1,1-1 1,-1 1-1,2-1 1,-1 0-1,1-1 1,0 1-1,0-1 1,1-1-1,0 1 1,0-1-1,0 0 1,1-1-1,0 0 1,-1 0-1,12 4 1,-8-4-6,0-1 0,0-1 0,0 1 0,1-2 0,-1 1 0,0-2 0,1 1 0,-1-2-1,0 1 1,1-2 0,-1 1 0,0-2 0,0 1 0,19-8 0,-2-2 20,44-23-1,-62 28-21,-1 1 0,1-1 0,-1-1 0,-1 1 0,1-2 0,-1 1 1,11-16-1,-10 10-8,0 1 0,-2-2 0,0 1 0,0-1 0,-1 1 0,-1-2 0,-1 1 0,0-1 0,2-16 0,-5 24 9,0 0 1,-1 0-1,1 0 1,-2 0-1,1 0 1,-1 0-1,-1 1 1,1-1-1,-1 0 1,0 1-1,-1-1 1,0 1-1,0-1 1,-1 1-1,0 0 1,0 1-1,0-1 1,-1 1-1,0 0 1,-8-8-1,-3 2 6,0 0 0,0 1 0,-1 1 0,-1 0 0,0 2 0,0 0 0,0 1 0,-1 1 0,0 0 0,0 2 0,-31-4 1,15 4-528,-1 2 1,0 1 0,0 2 0,0 1 0,-52 11 0,68-9-644,1 1 1,-28 10 0,20-2-2598,3 4-3556,13-8-1827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5.5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0 8177,'-41'6'18842,"32"1"-17542,9-7-1233,-1 1 0,0-1 0,0 0 0,1 0 0,-1 1 0,0-1 0,1 0 0,-1 1 0,0-1 0,1 1 0,-1-1 0,0 1 0,1-1 0,-1 1 0,1 0 0,-1-1 0,1 1 0,-1-1 0,1 1 0,0 0 0,-1 0 0,1-1 0,0 1 0,-1 0 0,1 0 0,-1 34 675,-2-1 1,-2 0-1,-8 34 0,-33 103-1213,36-138 679,0-1-221,-21 85-501,-6 54-2214,13-57-2936,13-57-1172,-6 18-7192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5:59.5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268 16 11861,'-13'-15'11668,"5"24"-4525,3 6-8746,-3 35 3206,-5 16-256,-32 96-623,-14 51-1237,13-73-4665,-1 2-6521,23-74-670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0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1972,'0'0'860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1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76 11209,'0'-3'1930,"13"-69"12011,-30 81-12499,13-6-1300,1 0-1,-1-1 1,1 1 0,0 1-1,0-1 1,0 0 0,0 1-1,0-1 1,1 1 0,0 0-1,-3 7 1,-19 54 847,9-23-412,14-40-545,-22 56 469,-24 85 0,42-126-506,1 1-1,1-1 1,1 1-1,1 0 1,0 0-1,1 0 1,1 0-1,1 0 1,6 30-1,-5-40 6,-1-1 0,1 0 0,0 0 0,0-1 0,0 1 0,1-1 0,0 1 0,1-1 0,0 0 0,-1-1 0,2 1 0,-1-1 0,1 0 0,-1 0 0,1-1 0,1 0 0,-1 0 0,1 0 0,-1-1 0,1 0 0,0 0 0,0 0 0,0-1 0,1 0 0,-1-1 0,9 1 0,-1 0 0,-1-2 0,0 0 0,1 0 0,-1-1 0,0-1 0,0-1 0,0 0 0,0 0 0,0-1 0,-1-1 0,0-1 0,24-12 0,-18 6 0,0-1 0,0-1 0,-2-1 0,1 0 0,-2-2 0,0 0 0,-1 0 0,22-35 0,-29 39 0,-1 1 0,0-1 0,-1-1 0,-1 1 0,0-1 0,-1 0 0,0 0 0,-1-1 0,0 1 0,-2-1 0,0 1 0,0-1 0,-1 0 0,-4-27 0,2 34-12,0 0 1,-1 0-1,0 0 0,0 0 0,-1 0 1,0 1-1,0 0 0,-1-1 0,0 2 1,0-1-1,-1 0 0,0 1 0,0 0 1,0 1-1,-1-1 0,0 1 0,0 0 1,0 1-1,0 0 0,-1 0 0,-14-5 1,7 3-610,-1 1 0,0 1 0,0 0 0,-1 2 0,1-1 0,-1 2 0,0 0 0,1 1 0,-1 1 0,-23 4 0,14 0-3093,1 2-1,-48 19 1,15 0-7837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4.0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366 132 4784,'30'-9'8407,"-47"-33"-2080,16 39-6168,1 1 0,-1 0 0,0-1 0,-1 1 0,1 0 0,0 0 0,-1 0-1,1 0 1,-1 0 0,1 0 0,-1 0 0,0 0 0,0 1 0,0-1 0,0 0 0,-3 0-1,3 0 701,4-5-460,2-10-633,-3 5 2903,-25 4-1788,16 10 3367,-8 51-3353,-14 72-1,1 0-957,-77 230-2717,44-196-2997,15-39-3018,14-26-3636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5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220 62 6485,'0'0'1548,"-2"-2"-59,2 1-1269,-1 0 0,0 1 1,0-1-1,0 0 1,1 0-1,-1 0 0,1 0 1,-1 0-1,0 0 1,1 0-1,0 0 0,-1 0 1,1 0-1,0 0 1,-1 0-1,1 0 0,0 0 1,0 0-1,0-1 1,0 0-1,1 1-78,-1 0-1,1 0 1,0 0 0,0 0 0,0 0-1,0 0 1,0 0 0,0 0-1,1 0 1,-1 0 0,0 1 0,8-4 7258,-25-18-4121,7 28-3014,0 0-1,1 1 0,-1 1 1,2-1-1,-1 1 0,1 0 0,0 1 1,1 0-1,-10 17 0,5-4 70,-18 33 556,-32 92 0,54-129-819,2 0-1,1 0 0,0 0 1,1 1-1,1-1 1,1 1-1,0 0 0,1-1 1,2 1-1,2 18 1,-1-26-39,0-1 1,0 0 0,1 0 0,0 0 0,1 0 0,0-1-1,1 1 1,0-1 0,0-1 0,12 14 0,-12-17-28,-1 1 0,1-1 0,0 0 0,1-1 0,-1 1 0,1-1 0,0 0 1,0-1-1,0 0 0,0 0 0,1 0 0,-1-1 0,1 0 0,-1-1 0,13 2 0,-3-3-7,0 0 1,0 0-1,0-2 0,0 0 0,0-1 0,0 0 0,-1-2 0,1 0 1,-1-1-1,-1 0 0,1-1 0,-1-1 0,0-1 0,-1 0 0,0 0 0,0-2 1,-1 0-1,0 0 0,-1-1 0,0-1 0,-1 0 0,-1 0 0,0-1 1,15-30-1,-16 26 0,0-1 0,-2 0 1,-1 0-1,0-1 0,-1 0 1,4-36-1,-9 48-12,1 0 0,-2-1 0,1 1 0,-1 0 0,-1-1 0,1 1 0,-1 0 0,-1 0-1,1 0 1,-1 1 0,-1-1 0,1 1 0,-2-1 0,1 1 0,-1 0 0,1 1 0,-2-1 0,1 1 0,-10-8 0,3 4-173,-1 1 0,0 0-1,-1 1 1,0 0 0,0 1 0,0 1 0,-1 0-1,0 1 1,-1 0 0,-27-3 0,21 4-1003,-1 2 1,1 1-1,-1 1 1,1 0-1,-1 2 1,1 0-1,-22 7 1,5 4-5474,5 6-4280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6.4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534 20 8241,'-13'39'9805,"11"-41"-9271,-13-20 4650,11 21-5099,-5-1 5,0-1 1,1 0 0,-1-1-1,0 1 1,-8-7-1,15 9 25,-21-5 120,17 5-130,0 1-1,0-1 1,0 1 0,0 1-1,0-1 1,0 1-1,0 0 1,1 0-1,-1 1 1,0 0 0,0 0-1,1 0 1,-1 0-1,-5 5 1,-5 1 273,1 2 0,0 0 1,-21 19-1,8-3-9,2 1-1,0 1 1,-38 57 0,50-62-271,0 0 0,1 1 0,2 1 1,0 0-1,2 0 0,-8 33 0,15-50-80,1 1-1,-1-1 0,2 0 1,-1 0-1,1 0 1,1 0-1,0 0 1,0 0-1,0 0 1,1 0-1,0 0 1,1 0-1,-1 0 0,2-1 1,-1 1-1,8 10 1,-6-10-9,1 0 1,1 0-1,0-1 1,0 0-1,0-1 0,1 1 1,0-1-1,0-1 1,1 1-1,-1-1 1,1-1-1,0 0 0,14 5 1,1-3-6,1 0 0,0-2 1,1 0-1,-1-2 0,0-1 1,1-1-1,-1-1 0,0-1 1,1-1-1,-1-2 0,0 0 1,-1-2-1,0 0 0,0-2 1,0-1-1,-1-1 0,25-15 1,-34 17 24,0-1 0,-2 0 0,1-1 0,-1 0 0,-1-1 0,0 0 0,0-1 0,-1 0 0,-1-1 0,0 0 0,-1 0 0,-1-1 1,0 0-1,9-30 0,-13 31 37,0 1 0,-1-1 1,0 1-1,-1-1 0,0 0 1,-1 1-1,-1-1 1,0 0-1,-1 1 0,-1-1 1,0 1-1,0-1 0,-2 1 1,1 0-1,-2 1 1,0-1-1,0 1 0,-8-11 1,9 15-99,0 1 0,1 0 1,-2 0-1,1 1 0,-1 0 1,0 0-1,-1 0 0,1 0 1,-1 1-1,0 0 0,0 1 1,-1 0-1,1 0 0,-1 0 1,0 1-1,0 0 0,0 1 1,-1 0-1,1 0 1,0 1-1,-1-1 0,-10 2 1,7-1-574,0 1 1,0 1 0,0 0-1,0 1 1,1 0 0,-21 7-1,-15 10-2864,-1 4-3699,40-19 5518,-35 16-10310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08.6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366 51 9653,'0'0'2133,"-1"-2"-68,0-1-1502,0-1 1,0 1-1,0 0 0,0 0 0,-1 0 0,1 0 0,-1 1 0,0-1 1,0 0-1,0 1 0,0-1 0,-1 1 0,1 0 0,-1-1 1,-7-4 7388,-14 61-6732,-17 59 0,15-42-1144,14-38-76,-19 53 0,-55 105 0,71-162-1197,-13 37-1,-4 30-7777,25-73 5870,-19 53-12203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2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343 133 7053,'-1'-5'10572,"-2"-10"-9931,1 7 367,1 6-208,1-2-114,0-70 3020,0 70-2810,-1 2-76,1 1-742,0 0 0,-1 0 0,1 0-1,-1 0 1,1 0 0,0 0 0,-1 0-1,0 0 1,1 1 0,-1-1 0,1 0 0,-1 0-1,0 0 1,0 1 0,1-1 0,-1 1-1,0-1 1,0 0 0,0 1 0,0-1-1,0 1 1,0 0 0,0-1 0,1 1-1,-1 0 1,0-1 0,0 1 0,0 0-1,-1 0 1,1 0 0,0 0 0,0 0 0,-1 0-1,-2 2 57,0-1 0,1 1-1,-1 0 1,0 0 0,1 1-1,0-1 1,-1 1 0,-2 2-1,-5 6 192,1 0 0,0 0 0,-13 20 0,-1 1 98,-3 3-211,1 2 0,1 0 0,2 2 0,-26 61 0,40-79-217,1 1 1,1 0 0,1 0 0,1 0 0,1 1 0,2 0 0,0 0 0,1 0 0,1-1 0,5 40 0,-4-54 4,1 0 0,-1-1 0,2 1 0,-1 0 0,1-1 0,1 0 0,-1 1 0,1-1 0,0-1 0,1 1 0,0 0 0,0-1 0,0 0 0,1 0 0,-1-1 0,1 0 0,1 0 0,-1 0 0,1-1 0,0 1 0,0-2 0,0 1 0,0-1 0,1 0 0,-1 0 0,1-1 0,0 0 0,0-1 0,0 0 0,0 0 0,14 0 0,-8-2 0,-1-1 0,0 0 0,1 0 0,-1-1 0,0-1 0,-1 0 0,1-1 0,-1 0 0,0-1 0,0 0 0,0-1 0,-1-1 0,0 1 0,-1-2 0,0 0 0,0 0 0,-1 0 0,0-1 0,0-1 0,-1 0 0,-1 0 0,0 0 0,8-17 0,0-3 0,-1-1 0,-1 0 0,-2 0 0,-1-2 0,-2 1 0,-1-1 0,4-56 0,-10 69-77,0 1-148,0 1 0,-2-1 1,-4-31-1,5 50 93,0-1 0,-1 1-1,1-1 1,-1 1 0,1 0 0,-1-1 0,1 1 0,-1 0-1,0 0 1,1-1 0,-1 1 0,0 0 0,0 0 0,0 0-1,0 0 1,0 0 0,0 0 0,0 0 0,-1 0-1,1 1 1,0-1 0,0 0 0,-3 0 0,2 0-116,-1 1 0,1-1 0,-1 1 0,0 0 0,1 0 0,-1 0 0,0 0 0,1 1 0,-1-1 0,0 1 0,1-1 0,-4 2 0,-1 1-1027,-1 1 0,0-1 0,1 1 0,0 0 0,0 1 0,0 0 0,1 0 0,-8 8 0,-13 20-9661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4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259 118 4952,'0'0'11274,"-16"-14"-10235,12 7 4238,10-23-5142,-6 27 151,1 0-152,15-57 4965,-17 63-4276,-7 22 277,2 1 0,-5 46 0,-1 5-676,-95 424-2493,48-277-5751,30-122 635,1 7-5500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18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198 133 4084,'0'0'6445,"-3"1"-5709,-6 0 50,-19 3 10740,20-12-11671,8 7 403,-1 0 0,1 0 1,-1 0-1,1 0 0,-1 0 1,0 0-1,0 0 0,1 0 0,-1 0 1,0 0-1,0 1 0,0-1 0,0 0 1,-1 0-1,-56-19 1223,55 20-1305,5-3-186,9-19 7,-10 20 176,6-11 141,-5 9-207,1 0 1,0 0-1,1 1 0,-1-1 1,1 1-1,0-1 1,0 1-1,0 0 0,7-4 1,11-9 579,-19 14 342,0 3-662,0 0-350,0 0-1,0-1 0,0 1 0,0 0 1,0 0-1,-1 1 0,1-1 0,0 0 1,-1 1-1,4 2 0,-5-2-16,1 0-1,-1 1 1,0-1 0,1 0-1,-1 1 1,0-1-1,-1 1 1,1-1 0,0 1-1,-1 0 1,1-1-1,-1 1 1,0 0-1,0 3 1,1 23 12,-2 0 1,-1 0-1,-2 0 1,0 0-1,-11 33 0,-53 142-637,51-156-17,-8 17-2278,-32 104-9617,35-87-596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3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433 112 4308,'-11'-6'2949,"-6"-2"5708,2 1-4845,-5-10-3212,-3-2-50,-29 4 49,49 15-425,2 0-156,0 0 0,0 1 0,0-1 0,0 0 0,0 0 0,0 0 0,0 0 0,0 0 0,0 0 0,-1 0 0,1 0 0,0-1 0,0 1 0,0 0 0,0-1 0,-2 0 0,1 0 12,0 1 0,0-1 1,0 0-1,0 1 0,0 0 0,0-1 0,0 1 1,0 0-1,0 0 0,0 0 0,-4 1 0,-1 0 93,0 1-1,1 0 0,-1 1 1,0 0-1,1 0 0,-1 0 1,1 1-1,0 0 0,0 0 1,0 0-1,1 1 1,-1 0-1,1 0 0,0 0 1,-6 10-1,-9 16 294,2 2-1,1 0 1,1 1 0,2 0 0,2 2-1,-11 46 1,16-43-211,1 0-1,-1 61 1,7-82-164,0 1 0,2-1 0,0 0 0,1 0 0,1 0 0,0 0 0,13 29 0,-14-39-30,1 0-1,0-1 1,1 0 0,0 0-1,0 0 1,0 0-1,1-1 1,0 0 0,0 0-1,1 0 1,-1-1-1,1 0 1,1 0-1,-1-1 1,1 0 0,-1 0-1,1-1 1,0 0-1,0 0 1,0-1 0,1 0-1,-1 0 1,10 0-1,-4-2-2,0 1 0,0-2 0,0 0 0,0-1 0,-1 0-1,1-1 1,0-1 0,-1 0 0,0-1 0,0 0 0,0-1 0,0 0-1,14-11 1,-3 0-8,-1 0 0,-2-2 0,1 0-1,-2-2 1,-1 0 0,-1-1 0,0-1-1,-2 0 1,0-1 0,16-37 0,-19 32-6,-1-2 0,-2 1 1,0-1-1,-2-1 1,-2 1-1,-1-2 1,-1 1-1,-1-63 1,-4 72-5,1 8-2,0 0-1,-1 0 1,-1 0 0,0 0-1,-7-21 1,8 33 4,0-1 0,0 1-1,-1 0 1,0 0 0,1 0 0,-1 0-1,-1 0 1,1 0 0,0 1 0,0-1 0,-1 1-1,0-1 1,1 1 0,-1 0 0,0 0-1,0 0 1,0 1 0,-1-1 0,1 1 0,0-1-1,0 1 1,-1 0 0,1 0 0,-1 1-1,1-1 1,-1 1 0,1-1 0,-7 2 0,5-1-94,0 1 1,0-1 0,0 2 0,0-1 0,1 0 0,-1 1 0,0 0 0,1 0 0,-1 0 0,-4 4 0,-43 32-1570,44-31 1257,-13 9-1764,-28 31-1,42-40 552,2 0-1,-1 1 1,1-1-1,-8 15 1,1 11-7815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3.7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57 10577,'-4'-1'629,"1"-1"0,0 1 0,0-1 1,1 0-1,-1 0 0,0-1 0,1 1 0,-1-1 0,1 1 1,0-1-1,-1 0 0,0-3 0,-19-17 3030,19 21-2709,0 3-51,-3 2-703,0-1 0,0 1 0,0 0 0,0 1 0,0 0 0,1 0 0,0 0 0,0 0 0,0 1 0,0 0 0,1 0 0,0 0 0,0 0 0,0 1 0,0 0 0,1-1 0,0 1 0,0 1 0,-3 11 0,-3 13 407,1 0-1,-7 64 1,10-55-183,-4 19 53,4 0 0,2 77 1,4-104-365,2-1 0,1 0-1,1-1 1,2 1 0,1-1 0,14 33 0,-18-54-99,0 0 0,1 0 0,0-1-1,1 1 1,0-1 0,0 0 0,0-1-1,1 0 1,0 0 0,1 0 0,0-1-1,0 0 1,0 0 0,0-1 0,1 0-1,0-1 1,14 6 0,-11-6-10,1-1-1,-1 0 1,1-1 0,0 0 0,0-1 0,0 0-1,0-1 1,0-1 0,0 0 0,0-1-1,-1 0 1,25-8 0,-18 3 0,0-1 0,0 0 0,-1-2 0,0 0 0,-1-1 0,0-1 0,0 0 0,-2-1 0,0-1 0,0-1 0,-1 0 0,-1-1 0,0 0 0,18-32 0,-20 27 0,0 0 0,-2 0 0,-1 0 0,0-1 0,-1-1 0,-2 1 0,0-1 0,-2 0 0,0 0 0,-1 0 0,-2 0 0,-4-43 0,2 46-3,-2 0 0,0 1 0,-1-1 0,-9-22 0,9 32-71,0-1 0,-1 1 0,0 0 0,0 1 1,-1-1-1,0 1 0,-1 1 0,-14-14 0,9 11-436,-1 0-1,0 1 1,-1 1 0,-1 0-1,1 0 1,-1 2 0,0 0 0,-1 1-1,0 1 1,-28-6 0,29 9-979,0 0 0,0 1 0,0 1 0,0 1 0,0 0 0,0 1 1,-20 5-1,-25 12-10090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5.7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356 207 8101,'0'-1'147,"1"1"0,0-1 0,0 1 0,-1-1 0,1 1-1,-1-1 1,1 0 0,0 1 0,-1-1 0,0 0 0,1 0 0,-1 1 0,1-1 0,-1 0 0,0 0 0,1 0 0,-1 1 0,0-1 0,0 0 0,0 0 0,0 0 0,0 0 0,0 0 0,0 1 0,0-1 0,0 0-1,0-2 1,-18-18 4722,7 11-3110,9 7-1274,-1 0 17,0 1 0,0-1 0,1 0 0,0 1 1,-1-1-1,1 0 0,0-1 0,1 1 0,-3-5 1,0 10 402,-5 3-557,0 0 1,0 1-1,0 0 0,1 0 0,0 1 1,0 0-1,1 0 0,-1 1 1,2 0-1,-1 0 0,-9 18 1,-8 15 784,-23 54 1,46-93-1100,-29 63 224,4 1 0,2 1-1,-16 78 1,37-129-258,0 0 0,2 0 0,0 0 0,0 0 0,2 0 0,0 1 0,0-1 0,2 0 0,7 28 0,-7-37 0,-1 1 0,1-1 0,0 0 0,1 0 0,0 0 0,0 0 0,0 0 0,1-1 0,0 0 0,1 0 0,-1 0 0,1-1 0,0 1 0,0-1 0,1-1 0,-1 1 0,1-1 0,0-1 0,0 1 0,1-1 0,11 4 0,6-2 0,0-1 0,0-1 0,1-1 0,-1-1 0,1-1 0,-1-2 0,1 0 0,-1-2 0,0-1 0,0 0 0,-1-2 0,0-1 0,0-1 0,34-18 0,-29 12 0,0-2 0,-2 0 0,0-2 0,0-1 0,-2-2 0,-1 0 0,-1-1 0,0-2 0,-2 0 0,32-50 0,-41 55 0,-1-1 0,-2 0 0,0 0 0,-1-1 0,-1 0 0,-1 0 0,-1-1 0,-1 0 0,2-26 0,-6 32 0,0-1 0,-1 0 0,0 1 0,-2-1 0,0 1 0,-1-1 0,-1 1 0,0 1 0,-1-1 0,-1 1 0,-1 0 0,-13-22 0,10 23-146,-1 0-1,-1 0 1,0 1-1,0 1 1,-2 0-1,0 1 1,0 0-1,-1 2 1,0 0-1,-1 0 1,0 2-1,0 0 1,-1 1-1,-34-9 1,32 11-832,0 1-1,0 1 1,-1 1-1,1 1 1,-40 3 0,43 0-430,1 0 1,0 1 0,0 1 0,1 1 0,-1 0-1,1 1 1,-25 14 0,-18 17-9051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6.3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479 1 12329,'-12'-1'2286,"1"1"1,-1 0-1,-21 3 0,25-2-1738,0 1 0,1 0-1,-1 1 1,1 0 0,-10 4-1,5 0-236,0 1-1,1 0 0,0 1 0,1 0 0,0 1 0,0 0 1,-9 13-1,-19 24 396,2 2 1,1 1-1,-32 66 1,52-87-607,2 1 0,1 0 0,2 1 0,1 0 0,1 0 0,1 1 0,-3 57 0,9-81-89,1 0 0,1 0 0,-1 0 0,1 0 0,1 0 0,0 0-1,0 0 1,0 0 0,1 0 0,0-1 0,1 1 0,-1-1 0,1 0 0,1 0 0,-1 0 0,1-1 0,1 0-1,-1 0 1,1 0 0,0 0 0,0-1 0,1 0 0,-1-1 0,1 1 0,0-1 0,1 0 0,13 5 0,-13-8-2,0 1 0,0-1 0,0 0 0,1-1 0,-1 0 0,0 0 0,1-1 0,-1 0 0,12-3 0,2 1 52,-6 0 7,0-1 1,0 0-1,0-1 1,0-1-1,-1 0 1,0-1-1,0 0 1,-1-1-1,0-1 1,0-1-1,-1 0 1,0 0-1,-1-2 0,0 1 1,-1-1-1,0-1 1,-1 0-1,0-1 1,7-15-1,-7 12-63,-1 0-1,0-1 1,-1 0-1,-2 0 1,0-1 0,0 0-1,-2 0 1,0-1-1,-2 1 1,0-1-1,-1 0 1,-1 1-1,0-1 1,-2 0-1,-7-33 1,6 40-102,-2 0-1,0 0 1,0 0-1,-1 1 1,-1 0-1,0 0 1,-1 0-1,0 1 1,-1 0-1,0 1 1,0 0-1,-1 0 1,-1 1-1,1 0 1,-2 1-1,1 0 1,-1 1-1,-23-10 1,18 9-736,0 2 0,-1 0 0,0 1 0,0 1 0,-34-4 0,33 7-1016,-1 0 1,1 2-1,-1 0 0,1 1 0,-30 7 1,-20 11-9993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7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288 78 11425,'-1'-3'1854,"-10"-33"1646,11 36-3337,0-1 0,0 0 0,0 0 0,1 0-1,-1 0 1,0 0 0,0 1 0,1-1 0,-1 0 0,1 0 0,-1 0 0,1 1 0,-1-1 0,1 0 0,-1 1 0,1-1 0,-1 0-1,2 0 1,-1 1-9,-1 0-1,0-1 0,1 1 0,-1 0 0,1-1 0,-1 1 0,0 0 0,1-1 0,-1 1 1,0-1-1,1 1 0,-1 0 0,0-1 0,0 1 0,0-1 0,1 1 0,-1-1 0,0 1 1,0-1-1,0 1 0,0-1 0,0 1 0,0-1 0,0 1 0,0-1 0,0 1 0,0-1 1,0 1-1,0-1 0,0 0 0,0 1-12,-1-1 0,1 0 1,-1 1-1,1-1 0,0 1 0,-1-1 0,1 1 0,-1-1 1,1 1-1,-1-1 0,0 1 0,1-1 0,-1 1 1,1 0-1,-1-1 0,0 1 0,1 0 0,-1 0 1,0-1-1,1 1 0,-1 0 0,0 0 0,1 0 1,-1 0-1,0 0 0,0 0 0,1 0 0,-1 0 1,0 0-1,1 0 0,-1 0 0,0 0 0,1 1 0,-2-1 1,0 3 155,1 1 0,0-1 0,0 0 1,0 1-1,0-1 0,0 0 0,1 1 0,-1 4 1,-10 110 280,-9 59-627,-71 186 35,83-343-481,0-1 0,-1-1 0,-15 23 0,13-23-1154,1 0 0,1 0 0,-12 34 0,3 34-6248,-1 5-5399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28.3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594 127 11277,'0'0'74,"1"1"0,-1-1 0,1 0 0,-1 1 0,1-1 0,-1 0 0,1 0 0,0 0 0,-1 0 0,1 1 0,-1-1 0,1 0 0,0 0 0,-1 0 0,1 0 0,-1 0 0,1 0 0,0-1 0,-1 1 0,1 0 0,-1 0 0,1 0-1,-1 0 1,1-1 0,0 1 0,-1 0 0,1-1 0,-1 1 0,1 0 0,-1-1 0,0 1 0,1-1 0,-1 1 0,1-1 0,-1 1 0,0-1 0,1 1 0,-1-1 0,0 1 0,1-1 0,-1 1 0,0-1 0,0 1 0,0-1 0,1 0 0,-1 1 0,0-1 0,0 1 0,0-1 0,0 0 0,0 1 0,0-1 0,0 1 0,0-1 0,-1 0 0,1 1 0,0-1 0,0 1 0,-1-2 0,-15-38 4525,13 34-3531,1 1-1,0-1 1,0 1 0,1-1-1,-1 0 1,1 0 0,0 1-1,1-1 1,0-12 0,-1 21-929,0 0 1,0-1 0,0 1-1,0-1 1,0 0 0,0 1-1,-1-1 1,1 0 0,-1 0-1,-2 4 1,-4 5 22,-128 243 28,-8 14-1790,105-207-2538,-64 78-1,51-73-834,-33 55-10073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1.9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25877,'30902'0'0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5.9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 9 13665,'0'-1'147,"-1"1"-1,1-1 1,-1 1-1,1-1 1,-1 1-1,1-1 1,-1 1-1,1-1 1,-1 1-1,1-1 1,-1 1-1,0-1 1,1 1-1,-1 0 1,0-1-1,1 1 1,-1 0-1,0 0 1,1 0 0,-1-1-1,0 1 1,0 0-1,1 0 1,-1 0-1,-8 0 6933,8 3-5504,-2 9-744,0 0 1,0 1-1,1 0 1,0-1 0,2 1-1,-1 0 1,2 16-1,-1 9-723,-13 190 133,4-75-1487,5-49-2401,-4 50-8451,10-83-910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6.3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345 14 15045,'-19'-12'2440,"18"11"-2273,0 1 0,0 0 1,1 0-1,-1 0 0,0 0 0,0 0 1,0 0-1,1 0 0,-1 0 0,0 0 1,0 0-1,1 0 0,-1 0 0,0 0 1,0 1-1,0-1 0,1 0 0,-1 1 1,0-1-1,1 1 0,-1-1 0,0 1 1,0 0-1,-1 0 431,-2 1 60,0 0 0,0 0 0,0 0 0,0 0 0,1 1-1,-1-1 1,1 1 0,0 0 0,-6 7 0,3-3-64,1 0 0,0 0 0,0 1 0,-4 12 0,-2 6-250,2 1 0,-6 31-1,12-48-253,-21 83-107,-30 133-1033,42-178-2156,-1 1 1,-23 51 0,14-40-2509,-12 35-7672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7.2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14657,'0'0'9485,"-1"2"-7475,-1 4-1578,1 0 1,0 0 0,0-1 0,0 1 0,1 0-1,-1 0 1,1 1 0,1-1 0,-1 0-1,1-1 1,0 1 0,1 0 0,2 6-1,4 36 83,-5 38-475,-14 138 0,0-61-954,-10 11-5267,4-51-3022,12-20-4320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38.1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634 43 8421,'0'0'10646,"-1"-3"-9724,-2-30 863,3 30 173,-3 3-1002,1-1-527,-1 0 1,1 1-1,-1-1 0,1 1 0,-1 0 1,0 0-1,1 0 0,-1 0 0,1 0 1,-1 0-1,0 1 0,1-1 0,-1 1 0,1 0 1,-1 0-1,1 0 0,0 0 0,-5 3 1,5-3-447,1 1 1,-1 0-1,0 1 1,0-1-1,1 0 1,-1 0 0,1 1-1,-2 3 1,-77 182 92,-71 150-81,110-253-76,-60 111-4040,-21 16-8114,59-100-1111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198 18 7793,'0'0'15484,"-3"1"-15381,-1 1-264,2-1 229,1-1-1,-1 1 1,1 0 0,-1-1-1,1 1 1,-1-1-1,0 0 1,1 1 0,-1-1-1,0 0 1,1 0-1,-1 0 1,0 0 0,1 0-1,-1 0 1,0-1-1,1 1 1,-1-1-1,1 1 1,-1-1 0,-1 0-1,3 1-50,-1 0-1,1 0 0,0 0 0,-1 0 1,1 0-1,0 0 0,0 0 1,-1 0-1,1 0 0,0-1 0,0 1 1,-1 0-1,1 0 0,0 0 1,0 0-1,0 0 0,-1 0 0,1-1 1,0 1-1,0 0 0,0 0 1,-1 0-1,1-1 0,0 1 0,0 0 1,0 0-1,0-1 0,0 1 1,-1 0-1,1 0 0,0-1 0,0 1 1,0 0-1,0 0 0,0-1 1,0 1-1,0 0 0,0 0 0,0-1 1,0 1-1,0 0 0,0 0 1,0-1-1,0 1 0,0 0 0,0 0 1,1-1-1,-1 1 0,0 0 1,0 0-1,0-1 0,0 1 0,0 0 1,1 0-1,15-4 913,-9 3-1202,-5 0 1613,-5 0-1299,0 1-1,0-1 1,0 0 0,0 1 0,0 0-1,0 0 1,-5 0 0,4 0 3,1 0 654,-1 0-733,-29-3 77,29 3 836,-9 26-388,6-15-352,-6 16-67,1 1 0,1 0 0,1 1 1,2 0-1,1 0 0,1 1 0,2 0 0,1 0 1,1 0-1,2 1 0,1-1 0,1 0 0,12 58 1,-8-67-84,0-1 1,2 0-1,0 0 1,1 0-1,1-1 1,1-1-1,0 0 1,1 0-1,2-1 1,25 26 0,-31-35-1,1 0 1,-1-1 0,1-1-1,0 1 1,1-1 0,0-1-1,0 0 1,0 0 0,0-1-1,1-1 1,0 1 0,-1-2 0,1 1-1,0-2 1,1 1 0,-1-2-1,0 1 1,0-1 0,0-1-1,0 0 1,22-5 0,-17 0 17,1 1 0,-1-2 0,0 0 0,-1-1 1,0-1-1,0 0 0,0-1 0,-2 0 0,1-2 0,-1 1 1,-1-1-1,0-1 0,-1-1 0,0 1 0,-1-1 0,-1-1 1,14-26-1,-14 21-3,-1 1 1,-1-1 0,0-1-1,-1 1 1,-2-1-1,0 0 1,-1 0 0,-1-1-1,-1 1 1,-1 0 0,-1-1-1,0 1 1,-2 0 0,-6-24-1,6 34-82,0 1 0,-1-1 0,-1 1 0,0-1 0,0 1 0,-1 0 0,0 1 0,0 0 0,-1 0 0,-1 0 0,1 1 0,-16-13-1,16 15-245,0 1 0,0 1 0,-1-1 0,1 1 0,-1 1 0,0-1 0,0 1-1,-1 1 1,1-1 0,0 2 0,-1-1 0,0 1 0,1 0 0,-1 1 0,0 0-1,1 0 1,-10 2 0,-41 11-3948,21 2-1512,-9 13-5259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2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55 11933,'-13'-54'10498,"-9"65"-7989,7-1-2135,1 0 0,1 1-1,0 1 1,0 0 0,1 1 0,1 1-1,0-1 1,-10 19 0,0 2 28,2 1 1,-23 57-1,29-57-253,1 0 0,2 1 0,1 0 0,2 1-1,-4 61 1,10-73-110,1 1-1,1-1 1,2 1 0,0-1-1,2 0 1,1 0-1,0-1 1,2 1 0,12 25-1,-16-42-26,-1-1 0,1 0-1,1 1 1,-1-2 0,1 1-1,1 0 1,-1-1 0,1 0-1,0 0 1,0-1 0,1 1-1,-1-2 1,1 1 0,0-1 0,1 0-1,-1 0 1,1 0 0,-1-1-1,1-1 1,0 1 0,0-1-1,1-1 1,-1 1 0,0-2-1,1 1 1,-1-1 0,9-1 0,-6 0 2,-1-2 0,1 0 0,0 0 0,-1-1 0,1 0 0,-1 0 0,0-2 0,0 1 0,-1-1 0,0 0 0,0-1 0,11-11 0,-9 7 31,-1 0 0,0-1 0,-1 0 0,-1-1 0,0 1-1,-1-2 1,0 1 0,9-26 0,-11 24-158,0 0-1,-1-1 1,-1 0-1,-1 1 1,0-1-1,-1 0 1,0 0-1,-2 0 1,0 0-1,0 0 1,-1 0-1,-2 1 1,1-1-1,-2 1 0,0 0 1,0 0-1,-2 0 1,-13-23-1,13 29-365,0-1 0,-1 2 0,-1-1 0,1 1 0,-1 0 0,0 1 0,-1 0 0,-18-10 0,12 9-1229,0 1 0,-1 0-1,0 1 1,0 0 0,-21-3 0,-49-2-10295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9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82 298 6597,'2'-2'484,"0"0"0,-1 0 1,1 0-1,0 0 0,-1 0 1,1 0-1,-1 0 0,1-1 1,-1 1-1,0 0 0,0-1 1,0 1-1,0-1 0,-1 1 0,1-1 1,-1 0-1,1-2 0,-1 0-637,1 2 2750,6-30 1777,-5 26-4716,-2 6 441,1 0 0,-1 1 0,0-1-1,1 1 1,-1-1 0,0 0-1,1 1 1,-1-1 0,0 0-1,0 1 1,0-1 0,0 0 0,0 0-1,0 1 1,0-1 0,0 0-1,0 1 1,0-1 0,0 0 0,-1 1-1,1-1 1,0 0 0,0 1-1,-1-1 1,1 0 0,0 1 0,-1-1-1,1 1 1,0-1 0,-1 0-1,1 1 1,-1-1 0,1 1-1,-1 0 1,1-1 0,-1 1 0,0-1-1,1 1 1,-1 0 0,1-1-1,-1 1 1,0 0 0,1 0 0,-1-1-1,0 1 1,0 0 0,1 0-1,-1 0 1,0 0 0,-1 0-8,0 0 0,0 0 0,0 0 0,0 0 0,0 0 0,0 0 0,0 0 0,0 1 0,0-1 0,0 1 0,0 0 0,0 0 0,0-1 0,1 1 0,-1 0 0,0 0 0,-2 3 0,0-1 31,1 0 0,0 1-1,0 0 1,0-1 0,0 1-1,0 0 1,-2 7 0,0 1 19,0 1-1,0-1 1,2 1 0,0 0 0,-2 16 0,1-4-63,1 0 1,1 0-1,1 0 1,1 1-1,1-1 1,2 0-1,7 34 1,-4-37-76,1-1 1,1-1-1,1 1 0,0-2 1,13 20-1,-15-29-18,1 0 0,-1 0 0,2-1 0,-1-1 0,1 1 0,0-1 0,1-1 0,0 0 0,0 0 0,20 9 0,-22-12 6,0-1 0,1 0 0,-1 0 0,1 0 0,0-2 0,0 1 0,0-1 0,0 0 0,0-1 0,0 0 0,0 0 0,0-1 0,13-2 0,-10 0 4,-1-1 0,0 0 1,1-1-1,-2 0 0,1 0 0,-1-1 1,0-1-1,0 0 0,12-11 0,-6 4-4,-1-2 0,-1 0 1,0-1-1,-2 0 0,1-1 0,-2-1 0,-1 0 0,0 0 0,-1-1 0,-1 0 0,5-21 0,-6 12 3,-2 0 0,0 0 0,-2 0 0,-1-1 0,-4-49 0,1 61-4,-2 0 1,0 1 0,0-1-1,-2 1 1,0 0 0,-1 0-1,-1 0 1,0 1 0,-2 0-1,-15-23 1,18 32-65,-1-1-1,0 2 1,0-1 0,-1 1-1,0 0 1,0 0 0,-1 1-1,1 0 1,-1 1-1,0 0 1,0 0 0,-16-3-1,21 6-77,-1 0 0,1 0 0,-1 1-1,1 0 1,-1 0 0,1 0 0,0 0 0,-1 1-1,1 0 1,-1 0 0,1 0 0,-8 3-1,-46 27-1578,55-29 1609,-22 15-1865,0 1 0,-39 37 0,-1 14-6857,52-54 1186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49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4 127 11661,'0'0'2148,"-1"-3"-155,0-5-983,0 0 0,0 0-1,1 0 1,0 0 0,1 0 0,1-11-1,-1 17-876,-1-1 0,1 0 0,0 0 0,0 1 0,0-1 0,0 1 0,1-1 0,-1 1 0,0-1 0,1 1 0,0 0 0,0-1 0,0 1 0,0 0 0,0 0 0,0 1 0,0-1 0,0 0 0,1 1 0,-1-1 0,1 1 0,-1 0-1,1 0 1,3-1 0,11 0-718,0 0 0,-1 1 0,1 1 0,0 1 0,0 1 0,0 0-1,26 7 1,-3-1-1860,-25-6 426,-1 1-1,0 1 1,15 6 0,13 7-5988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0.1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52 10017,'0'0'8661,"-23"0"-6737,2 0 3476,52-6-6140,19-6-464,-10 6-864,10-3-728,17-3-2921,17 6-4776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1.7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43 6717,'37'-42'16830,"-40"46"-16496,0 0 0,0 0 1,1 0-1,-1 0 0,1 0 0,0 1 1,0-1-1,1 1 0,-1-1 1,1 1-1,-1 8 0,-3 59 556,3-38-463,-2 41 152,3 1-1,9 74 1,-6-114-487,0 103 113,3 33-1810,-2-149 209,1 0 0,0-1 0,9 23 1,-4-30-312,-1 2-4022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1.9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19 111 6065,'0'0'79,"-1"0"0,0 0 0,0 0 1,1 0-1,-1 0 0,0 0 1,1 0-1,-1 0 0,0 0 0,0 0 1,1 0-1,-1 0 0,0-1 0,1 1 1,-1 0-1,0-1 0,1 1 1,-1 0-1,1-1 0,-1 1 0,0 0 1,1-1-1,-1 1 0,1-1 1,-1 0-1,1 1 0,-1-1 0,1 1 1,-1-2-1,14-14 2943,0 2-1553,-6 6-283,1 0 0,0 0 1,13-10-1,-15 14-1036,1 1 0,-1-1 0,1 1 0,-1 0 0,1 1 0,0 0 0,0 0 0,0 0 0,1 1 0,10-1 0,5 1-182,-1 0 0,1 2 0,-1 1 0,1 0 0,28 8 0,-11 0-1407,-1 2 0,40 19 0,-39-9-3823,-36-19 4525,19 15-5100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1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 6773,'-20'15'11785,"37"-21"-11145,-1 3 312,11 3-808,0 3-340,-4 0-548,1-3-672,6-3-593,20-3-2647,-10 9-3633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516 41 6837,'-1'1'153,"-1"0"1,1-1 0,0 1 0,-1-1-1,1 0 1,-1 1 0,1-1 0,-1 0 0,1 0-1,-1 0 1,1 0 0,-3 0 0,3 0-15,0-1 1,0 1-1,1-1 1,-1 0 0,0 1-1,1-1 1,-1 1-1,0-1 1,1 0-1,-1 0 1,1 1 0,-1-1-1,1 0 1,-1 0-1,1 0 1,0 1 0,-1-1-1,1 0 1,0 0-1,0 0 1,-1-1-1,1 1 56,-1-1 0,0 1-1,0 0 1,0-1-1,0 1 1,0 0 0,0 0-1,0 0 1,-1 0-1,1 0 1,0 0 0,0 0-1,-1 0 1,1 1-1,-1-1 1,1 0 0,-1 1-1,-1-1 1,-26-6 1686,16 6-1662,1 0-1,-1 1 1,1 0 0,0 1-1,-1 1 1,1 0 0,0 1-1,0 0 1,0 0 0,0 1 0,-16 9-1,-7 5-44,1 3-1,-38 28 1,12-7 59,53-38-218,1 1 1,0 0-1,0 0 0,0 0 0,1 1 1,0-1-1,0 1 0,0 1 0,1-1 0,-5 11 1,7-15 17,21 20-19,-12-20 11,128-14 89,-119 11-73,-1 1-1,0 0 1,1 1-1,-1 1 1,29 6-1,-40-6-25,0 0 0,-1 1-1,1-1 1,0 1 0,-1 0 0,1-1 0,-1 2 0,0-1-1,0 0 1,0 1 0,-1-1 0,3 5 0,0 0-604,0 0-1,-1 0 1,0 0 0,6 17 0,-10-18-120,1 1-355,4 0-4747,3 5-2328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2.8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 0 13765,'7'1'373,"12"3"1188,-20-1-592,-9 1 213,8-3-934,0 0-1,0 0 0,0 1 0,0-1 0,0 0 1,0 1-1,1-1 0,-1 1 0,1 0 0,-1-1 1,1 1-1,0 0 0,-1 0 0,1 0 0,0 0 1,0 0-1,1 0 0,-2 2 0,-14 52 2542,7-21-1845,8-31-900,-16 43 150,3 1 1,-10 55-1,-5 21-3623,12-61-653,5 0-4104,11-42-40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3.2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1 359 9333,'5'0'10696,"-5"0"-10501,-1-12 1869,0 10-2026,0 0 0,1-1 0,0 1 0,-1 0 0,1-1 1,0 1-1,0 0 0,0-1 0,1 1 0,0-5 0,5-4 398,1 0 1,0 0-1,0 1 1,16-16-1,4-7 37,57-84 261,-65 92-737,1 1 0,26-22 0,-44 44-5,15 8-49,-14-5 60,0 0-1,0 1 0,0 0 1,0 0-1,0 0 0,0 0 0,-1 0 1,1 0-1,-1 1 0,1-1 1,-1 1-1,0 0 0,0-1 1,0 1-1,-1 0 0,2 4 0,4 8 10,-1 0 0,5 20 0,0-1-11,8 12-19,11 30 4,-1 29 41,-28-97-70,0 0-1,0 0 0,0 1 1,-1-1-1,-1 0 1,1 0-1,-1 1 1,-1-1-1,0 0 1,0 0-1,0 0 1,-1-1-1,0 1 1,0 0-1,-1-1 1,0 0-1,-1 0 1,1 0-1,-1-1 1,-1 1-1,-10 9 1,9-10-230,-1-1 1,-1 0 0,1 0-1,0-1 1,-1 0 0,0 0-1,0-1 1,0 0 0,-1-1-1,-13 2 1,-37 0-3396,4-12-3438,36 2-1276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3.5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0 315 8529,'50'2'1829,"-49"-2"-1730,0 1 0,0-1 0,0 0-1,0 0 1,0 0 0,0 0 0,0 0 0,0 0 0,0 0 0,0 0 0,0-1 0,0 1 0,0 0 0,0 0 0,-1-1 0,1 1 0,0-1 0,0 1 0,0-1 0,0 1 0,-1-1 0,1 1 0,0-1 0,-1 0 0,2-1 0,1-1 326,9-3 452,1 0 1,0 0-1,0 1 1,20-5-1,-17 6-541,0-1 0,22-11 0,-25 10-144,0-2-1,0 1 1,-1-2 0,0 1 0,13-15-1,-19 18-116,-1-1 0,-1 0 0,1 0 1,-1 0-1,0-1 0,0 1 0,-1-1 0,0 0 0,0 0 0,-1 0 0,0 0 0,0 0 0,1-11 0,2-26 416,-5 44-480,1 0 0,-1-1 0,0 1 0,0-1 0,0 1 0,0-1 0,1 1 0,-1-1 0,0 1-1,0 0 1,0-1 0,0 1 0,0-1 0,0 1 0,0-1 0,-1 1 0,1-1 0,0 1 0,0 0 0,0-1 0,0 1 0,-1-1-1,1 1 1,0 0 0,0-1 0,0 1 0,-1-1 0,1 1 0,-3-3 87,1 1 0,-1-1-1,0 1 1,0-1 0,0 1 0,0 0 0,0 1-1,0-1 1,0 0 0,0 1 0,-1 0 0,1 0-1,-1 0 1,1 0 0,-1 0 0,1 1 0,-1-1-1,0 1 1,1 0 0,-1 0 0,1 0 0,-1 1-1,0 0 1,1-1 0,-1 1 0,1 0 0,-1 0-1,1 1 1,0-1 0,0 1 0,-6 4 0,-11 6 258,1 0 1,1 2 0,1 1 0,0 0 0,0 1 0,2 0 0,0 1-1,1 1 1,-13 22 0,19-28-265,1 1-1,0-1 1,0 2-1,2-1 1,-1 1-1,2 0 1,0 0-1,1 0 1,0 1-1,1-1 1,0 1-1,2-1 1,-1 1-1,2 0 1,3 20-1,-2-27-190,1 0-1,0 0 1,0-1 0,0 1-1,1-1 1,1 0 0,-1 0-1,1-1 1,0 1 0,1-1-1,-1 0 1,1 0-1,0-1 1,1 0 0,-1 0-1,9 5 1,2 0-681,1-1 0,0 0 0,0-2 0,0 0 0,32 8 0,-28-12-704,0 0-1,0-1 1,0-1 0,23-2-1,0 0-2853,24 3-4471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9 10117,'-8'-3'674,"-7"-3"11479,13 9-11831,0-1 1,0 1-1,1 0 1,-1 0-1,1 0 0,0 0 1,0 0-1,0 0 0,0 1 1,0 3-1,-1 0 295,-3 16 284,0-1-1,2 1 1,1 0-1,0 0 1,4 44 0,-1 14-645,2 143-372,1-177-1575,13 54 0,-11-75-658,-2 1 0,-2-1 0,0 37 0,2-22-4157,8-4-3877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7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0 127 8605,'10'-15'6564,"-6"-3"-4895,2 0 807,4 2-1680,4 1-156,3 9-152,3-3-152,0 0-232,-3 3-484,13 0-544,17-3-760,-27 9-548,17 0-2601,19 6-3808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4.9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74 112 8561,'-17'-3'2536,"0"0"1792,-6-3-2499,6 0 2731,34-3-4176,0 3-252,9-3-480,18-3-680,-7 0-828,0-6-588,6 3-2457,14 3-3868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1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7 190 7077,'-6'5'2345,"19"-10"667,20-7 413,247-34 817,156-31-4067,-329 54-840,28-5-4245,-118 25 2912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4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161 5 9005,'12'-4'5874,"-14"5"-5505,1-1 0,-1 1 1,1 0-1,0 0 0,-1 0 0,1 0 0,0 0 0,0 0 1,0 0-1,-1 1 0,1-1 0,1 0 0,-1 1 1,0-1-1,-1 2 0,-48 186 6812,21-77-6259,9 0-2231,16-80-1129,-16 60 1,-3-11-7242,16-39-363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5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11857,'11'10'2045,"-9"-8"-196,0-5-238,-2 1-1425,1 0 1,1 0-1,-1-1 1,0 1-1,0 0 1,1 0-1,-1 1 1,1-1-1,-1 0 1,1 0-1,0 1 1,0-1-1,0 1 1,0 0-1,0-1 1,0 1-1,0 0 1,0 0-1,1 0 1,-1 1-1,4-2 1,-2 2-70,0-1 1,1 1 0,-1 1-1,0-1 1,1 0 0,-1 1-1,0 0 1,0 0-1,0 0 1,1 1 0,4 2-1,2 1-51,-1 1-1,1 0 0,-1 1 0,0 0 1,-1 1-1,0 0 0,0 0 0,11 14 0,-7-1-50,0-1-1,-1 2 0,-1-1 1,-1 2-1,-2-1 0,0 1 1,-1 1-1,-1-1 0,5 47 1,-9-9-23,-2-39 76,0-19 499,-4-6-409,1 1 1,0 0-1,0-1 1,0 0-1,0 0 1,0 0-1,-4-6 1,5 5-79,0-1 0,1 1 1,-1-1-1,1 1 0,0-1 0,0 1 1,0-1-1,1 0 0,0 1 1,0-1-1,0 0 0,0 0 0,1 1 1,-1-1-1,4-8 0,-2 3-52,2 1 0,-1-1 0,1 1 0,0 0-1,1 0 1,9-12 0,4-2-666,1 1 0,0 1 0,26-20 1,71-50-6360,-106 84 6156,30-19-4477,3 3-2972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1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 1 10261,'0'0'9126,"-1"3"-8263,-2 7-546,-34 121 2103,32-110-2307,2 1 0,0-1-1,1 1 1,2 31-1,1-42-122,-2-5-3,1 0 0,1 1 0,-1-1-1,1 1 1,0-1 0,1 0-1,-1 0 1,1 0 0,0 0-1,1 0 1,0 0 0,0-1-1,0 1 1,4 5 0,-5-10 5,0 1 1,0-1-1,0 0 1,0 0-1,0 0 1,0 0-1,0 0 1,0 0 0,1-1-1,-1 1 1,3 0-1,-1 0 4,-2-1 1,-1-1 0,0 1 0,0 0 0,0-1 1,0 1-1,0-1 0,0 1 0,0-1 0,0 1 0,0-1 1,0 0-1,0 1 0,0-1 0,0 0 0,-1 0 0,1 0 1,1-1-1,-1 0-6,14-8 2,-1 0 1,0-1-1,-1-1 0,-1 0 0,0-1 0,-1-1 0,0 1 0,10-17 0,65-84 379,-84 112 410,-1 1-740,0 2 0,1-1 0,-1 0 0,0 0-1,0 0 1,1 1 0,-1-1 0,0 0 0,0 1 0,0-1 0,0 1 0,1-1 0,-1 1 0,0 0 0,0 0 0,0-1 0,0 1-1,-1 0 1,1 0 0,0 0 0,0 0 0,1 2 0,-1 0-13,1 0 0,-1 0 0,0 0 0,0 0 0,0 0 0,0 1 0,-1-1 0,1 5 0,0 8-425,-2 0-1,-3 29 0,3-39 143,-4 26-1279,0 6-2074,2-12-2786,3-2-3150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5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20 146 5509,'-19'15'1969,"19"-14"-1679,0 0 1,0 1-1,1-1 1,-1 0-1,0 0 0,1 1 1,-1-1-1,1 0 1,-1 0-1,1 0 1,-1 0-1,1 0 0,0 0 1,0 0-1,0 0 1,0 0-1,-1 0 0,1 0 1,0 0-1,0 0 1,1-1-1,-1 1 0,0 0 1,0-1-1,2 1 1,37-4 1502,-19 2-1259,0-2 0,0 0 1,0 0-1,28-10 0,-44 11-470,0 1 0,-1-1-1,1 0 1,-1 0 0,0-1-1,1 1 1,-1-1 0,0 0 0,0 0-1,-1-1 1,1 1 0,-1-1-1,1 0 1,-1 1 0,0-1 0,-1-1-1,1 1 1,-1 0 0,1-1-1,-2 1 1,1-1 0,2-8 0,-1 0 537,0 0 1,1-24 0,-5 36-474,-1-1 0,0 1 0,1 0 0,-1 0 1,0 0-1,1 0 0,-1 0 0,0 1 0,0-1 0,0 1 0,0-1 0,0 1 0,0-1 0,0 1 0,0 0 1,-3 0-1,0 1 12,1 1 0,-1-1 0,1 1 0,-1 0 0,1 0 0,0 1 0,0-1 0,0 1 0,0 0 0,-3 4 0,-37 37 749,35-35-673,-2 4-67,0 1 0,0 0 0,2 0 1,-1 1-1,2 0 0,0 0 1,1 1-1,-8 26 0,12-31-374,0-1-1,1 1 1,0 0-1,1 0 1,0 0-1,1 0 1,0 0-1,1 1 1,0-1-1,1-1 1,0 1-1,1 0 1,0 0-1,7 15 1,-7-21-110,-1 0 1,1-1-1,0 1 1,0-1-1,0 0 1,1 0-1,0 0 0,-1 0 1,1-1-1,1 1 1,-1-1-1,0 0 1,1-1-1,5 4 1,2-1-1255,0-1-1,0 0 1,1-1 0,-1 0 0,16 1-1,40 4-6420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6:56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1 9625,'0'0'6384,"-26"6"-6024,2 0-756,7 3-2472,1-3-936,6 9-2513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1.9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 6989,'-1'3'247,"1"0"0,0 0-1,-1 0 1,0 0 0,0-1 0,0 1 0,0 0 0,-7 10 10501,8-14-10659,0-1 1,-1 1 0,1 0-1,-1 0 1,1 0-1,-1 0 1,1-1 0,-1 1-1,0 0 1,0 0-1,1 0 1,-1 0-1,0 1 1,0-1 0,0 0-1,0 0 1,0 0-1,0 1 1,0-1 0,-2 0-1,-23-12 1009,21 12-1026,3 0 663,-1 2 12,1 0-657,0 0 1,-1 0-1,1 1 0,0-1 0,0 0 1,0 1-1,0-1 0,0 1 1,0 0-1,1 0 0,-1 0 1,0-1-1,1 2 0,-1-1 1,1 0-1,0 0 0,0 0 1,0 1-1,0-1 0,0 0 0,0 1 1,1-1-1,-1 1 0,1-1 1,0 1-1,0-1 0,0 1 1,0-1-1,0 1 0,0-1 1,1 1-1,0 3 0,3 8 87,0-1-1,1 1 1,0-1 0,1 0-1,1-1 1,0 1 0,1-1-1,16 20 1,11 7 69,41 37 0,-51-53-173,228 194-2453,-77-83-6555,-166-126 8056,16 13-4647,-2 0-3150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559 65 8073,'-3'-17'778,"0"-1"252,3 2 3055,-18 4-499,9 11 629,0 6-3860,0 0 1,1 1-1,-1 0 1,1 0-1,0 1 1,1 0-1,0 1 1,0-1-1,-6 10 1,-53 87 1380,48-75-1496,-191 349-1030,173-303-660,-26 57-3135,27-43-3473,20-37-1373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21 154 11153,'-10'-12'2188,"0"0"1241,16-9-2125,-2 3-308,9 6-220,1 0-156,16 0-112,17-3-248,-4 6-380,4-3-372,3 3-612,0 3-608,-3 3-557,-3 3-2251,-1 6-3513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2.6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44 239 9693,'-16'-24'6596,"2"15"-4783,1 0 687,23-3-1640,0 0-212,20-1-324,14-8-228,-4 6-484,3-3-736,4-9-856,7 0-1153,6 0-1515,14 3-3625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0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168 297 12777,'-9'-1'741,"1"1"-1,-1 0 1,1 0-1,0 1 1,-1 0-1,1 0 1,-11 4-1,15-4-480,0 1-1,1 0 1,-1-1-1,0 1 1,1 1 0,0-1-1,-1 0 1,1 1-1,0 0 1,0 0 0,0 0-1,1 0 1,-1 0-1,1 0 1,-1 1 0,-2 6-1,-2 5-13,2 1 0,-1-1 0,2 1 0,0-1-1,1 1 1,1 1 0,-1 30 0,5-2-401,10 70 0,-11-105 89,2 0-1,0 0 1,0-1-1,5 12 1,-6-18 66,14-11-180,-13 6 174,-1 1-1,1-1 1,-1 0-1,0 0 1,1 0 0,-1 0-1,0 0 1,-1 0 0,1-1-1,0 1 1,-1-1-1,1 1 1,1-5 0,15-42-17,-9 25 18,31-98-165,-26 76 124,34-104-84,35-79 31,-80 222 137,0 0 1,1 0-1,0 0 1,0 1-1,0 0 1,8-9-1,-10 13-1,-1 1 0,0 0-1,0-1 1,1 1 0,-1 0 0,1 0-1,-1 0 1,1 0 0,0 0-1,-1 1 1,1-1 0,0 0-1,-1 1 1,1-1 0,0 1-1,0-1 1,0 1 0,-1 0-1,1 0 1,0 0 0,0 0-1,0 0 1,0 0 0,-1 1 0,1-1-1,0 1 1,0-1 0,-1 1-1,1 0 1,0-1 0,-1 1-1,1 0 1,1 1 0,2 3 76,-1 0 0,0 1 1,0-1-1,0 1 0,-1-1 1,0 1-1,0 0 0,-1 0 1,1 1-1,1 7 0,2 12 189,-1 0-1,-1 0 0,-2 1 0,0-1 0,-4 44 0,1 7 96,-1 293 195,5-342-1044,1 1 0,1-1 0,10 31 0,-3-12-983,-11-43 1009,0 0-1,0 0 1,1 0-1,0 0 0,0 0 1,0 0-1,0 0 1,1 0-1,-1-1 1,4 4-1,19 15-7857,-11-13-1769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2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34 127 13329,'-16'-6'2112,"-1"0"1445,20-9-2285,4 0-268,10 9-196,-1 0-188,11 0-260,27 0-296,-4 0-312,4-6-532,9 3-688,11 6-580,-4-7-1177,4-2-1235,10 3-3453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4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11305,'0'0'4868,"23"0"-3707,-2 0-161,9 0-276,27 3-184,-14-6-268,11 6-232,6 0-216,7 0 4,3 0-480,1 3-588,-1-3-293,-10-3-443,-16 0-2100,-17 0-3025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3.6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135 0 8185,'0'0'3953,"-2"3"-2198,-9 20 1384,6-12-2100,0 0 0,0 0-1,1 1 1,-5 21 0,-34 208 2581,12 4-8399,16-156-3974,11-41-577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4.3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 21 10789,'0'0'3356,"-2"4"-1836,-8 14-818,0 0-1,2 0 0,0 1 1,1 0-1,1 1 0,1 0 1,-3 26-1,-8 149 357,13-113-649,3 16-329,2-37-88,-2-58-8,8-20-87,-4 5 93,0 1-1,0-1 1,-2 0-1,1 0 1,-1-1 0,0-12-1,4-22-74,27-70-238,-10 41 155,-10 27 38,24-54 0,-29 83 81,1 1 0,0 1 0,2 0 1,0 0-1,19-22 0,-29 39 48,-1 1 1,1 0-1,-1 0 1,1-1-1,0 1 1,-1 0-1,1 0 1,-1 0-1,1 0 1,0-1-1,-1 1 1,1 0-1,-1 0 1,1 0-1,0 0 1,-1 0-1,1 1 1,-1-1-1,1 0 1,0 0-1,-1 0 0,1 0 1,-1 1-1,1-1 1,-1 0-1,1 1 1,-1-1-1,1 0 1,0 1-1,11 9 6,-8-1-10,-1 1 0,0-1 1,-1 1-1,0-1 0,-1 1 0,0-1 1,0 12-1,0-1 13,2 40 59,-2-42-36,0 0 0,0 1 0,8 28 0,-2-17 1,2-1 0,1-1 0,27 54 1,-33-75-9,0-1 1,-1 1 0,0 0-1,0 0 1,-1 0 0,0 0-1,0 0 1,-1 0 0,0 1-1,0-1 1,0 0 0,-1 1-1,0-1 1,-1 1 0,0-1-1,0 0 1,0 1 0,-1-1-1,0 0 1,-1 0 0,1 0-1,-1 0 1,-1-1 0,1 1-1,-1-1 1,0 0 0,-1 0-1,-6 7 1,-27 23 168,-1-3-1,-56 38 1,-61 29-2678,155-100 2341,1 1 0,0-1 0,0 1 0,0-1 0,-1 1 0,1-1 0,0 1 0,0-1 0,0 1 0,0-1 0,0 1 0,0-1 0,0 1 1,0-1-1,0 1 0,0-1 0,1 1 0,-1-1 0,0 1 0,0-1 0,0 1 0,1-1 0,-1 1 0,0-1 0,0 1 0,1-1 0,-1 1 1,1 0-1,10 11-5075,10-7-2985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4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114 39 7493,'-20'6'9617,"10"-24"-8749,0 6 680,-10 9-2128,0 3-1024,3-9-1137,0 6-1463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09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0 828 5577,'2'8'8290,"-2"-8"-8154,0 0-1,-1 0 1,1 0 0,0 0 0,27 9 1629,45 4-1889,124 7 1389,102 9-417,-239-26-723,431 15 544,1251-71-181,-3-72-328,-598-2 588,-1113 124-672,0-1 0,0-2-1,0-1 1,42-16 0,-66 21 68,-6 2-114,-14 1-40,1 0 0,0 1-1,-1 1 1,-22 7 0,37-9 51,-1 1-35,1 0 1,0 0-1,0 0 0,0 1 0,1-1 0,-1 1 1,0-1-1,1 1 0,0-1 0,-1 1 0,1 0 1,0 0-1,-1 5 0,2-8-5,0 1-1,-1-1 1,1 1 0,0-1-1,0 1 1,0 0-1,0-1 1,0 1 0,0-1-1,0 1 1,0-1 0,0 1-1,0-1 1,0 1 0,0 0-1,0-1 1,0 1 0,0-1-1,0 1 1,1-1-1,-1 1 1,0-1 0,0 1-1,1-1 1,-1 1 0,0-1-1,1 1 1,-1-1 0,1 0-1,-1 1 1,0-1-1,1 1 1,-1-1 0,1 0-1,-1 0 1,1 1 0,-1-1-1,1 0 1,-1 0 0,1 1-1,0-1 1,-1 0 0,1 0-1,-1 0 1,1 0-1,-1 0 1,1 0 0,0 0-1,-1 0 1,1 0 0,-1 0-1,1 0 1,-1 0 0,1-1-1,-1 1 1,1 0 0,0-1-1,4 1 8,146-7 16,183-32 0,-217 22-2,1034-161-226,-305 43-170,492-79 156,-1030 164 134,-248 44 1,-48 7 76,-35 5-4,20-6-5,-17 6-73,14-5 117,0-1 0,0 0 0,-1 0 0,1 0 0,0-1 0,-8-1 0,12 1-32,24-13 263,-17 11-4024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3.8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5 655 8161,'-1'-2'149,"0"0"0,1 0 1,-1 0-1,1 0 0,-1 0 0,1 0 1,0 0-1,-1 0 0,1 0 0,0 0 1,0 0-1,1 0 0,-1 0 0,0 0 1,1 0-1,-1 0 0,1 0 0,-1 0 1,1 0-1,0 0 0,0 1 1,0-1-1,0 0 0,0 0 0,1 1 1,-1-1-1,0 1 0,1-1 0,-1 1 1,3-2-1,6-6 202,0 1 0,1 1 0,19-11 1,-21 13-48,43-23 231,1 2 1,60-20-1,117-29 99,-113 39-416,356-98 127,-161 57-707,-246 62-15,189-53-3290,-171 30-1768,-65 33 960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3.9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322 0 7669,'-14'64'2128,"4"-19"-256,10-3-128,-10 3-156,-7 1-252,4 5-175,3 3-229,-7 6-248,-10 10-140,4 2-192,3 6-532,-7 13-636,0 5-852,-16 13-1053,6 11-1487,10 4-3225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10 317 8201,'-10'-76'1268,"14"46"-144,-1 3-112,4-3 8,23-37 224,-3 37-804,6 9-100,7 6-108,7 3-192,7 3-248,9 9-344,-2 6-220,2 0-252,-12 12-616,-1 9-1548,-3 13-1365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43 154 4932,'1'-1'114,"-1"1"-1,1 0 1,-1-1 0,1 1-1,-1-1 1,1 1-1,-1-1 1,1 1-1,-1-1 1,0 1-1,1-1 1,-1 1-1,0-1 1,1 1-1,-1-1 1,0 0-1,0 1 1,0-1-1,1 1 1,-1-1-1,0 0 1,0 1-1,0-1 1,0 0-1,0 1 1,0-2 0,-14-12 3102,5 6-2792,7 6-298,0 1 1,0-1 0,0 0-1,0 0 1,0 0-1,0 0 1,1 0 0,-1-1-1,1 1 1,-1 0-1,1-1 1,0 1 0,0-1-1,0 1 1,0-1-1,0 1 1,1-1 0,-1 0-1,1 0 1,0-2-1,1 2-100,0 0-1,0 1 1,0-1-1,0 1 1,0-1-1,1 1 1,0-1-1,-1 1 1,1 0-1,0 0 1,0 0-1,0 0 1,0 0-1,0 0 1,1 0-1,-1 1 1,1-1-1,-1 1 1,5-2-1,-1 0 110,1 0-1,-1 0 1,1 0 0,0 1-1,0 0 1,0 1 0,0 0-1,0 0 1,0 0 0,0 1-1,0 0 1,0 0 0,0 0-1,1 1 1,8 3 0,-11-3-24,0 1-1,0 1 1,0-1 0,-1 1 0,1-1 0,-1 1 0,1 0 0,-1 1-1,0-1 1,0 1 0,-1 0 0,1 0 0,-1 0 0,0 0 0,0 1 0,0-1-1,0 1 1,-1 0 0,0 0 0,0 0 0,0 0 0,-1 0 0,1 0 0,0 10-1,13 87 1168,-13-76-1289,-1 0-1,-2 0 1,0 0 0,-2-1-1,0 1 1,-2 0 0,-12 35 0,0 6-1933,10-35 757,-14 68-6564,19-55 697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1:44.8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1 209 6829,'0'0'3244,"10"-15"-2156,0 0-156,3-1-160,14-5-152,6 3-136,8 3-280,9-6-440,10 0-460,10-3-472,7 3-2368,11 0-2017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0.86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 9257,'-34'15'11572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1.9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30 6785,'1'-6'226,"1"-15"828,-1 19-385,2 13 7941,-3-11-8679,0 1-1,1 0 1,-1 0-1,0 0 1,0 0-1,0-1 1,0 1-1,0 0 1,0 0-1,0 0 1,0 0-1,0-1 1,-1 1-1,1 0 1,0 0 0,0 0-1,-1-1 1,1 1-1,-1 0 1,1 0-1,-1-1 1,1 1-1,-1 0 1,1-1-1,-1 1 1,1 0-1,-1-1 1,0 1-1,1-1 1,-1 1-1,0-1 1,1 0-1,-1 1 1,-1 0-1,0-2-512,-1 1 0,1-1 1,0 1-1,-1-1 0,1 0 0,0 0 0,0 0 0,0 0 0,-3-2 0,1 1-124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5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67 2308,'14'-2'2498,"-23"12"72,2-4-3163,5-5 1550,3 2-880,6 18 562,-7-20-600,0-1 1,0 1 0,-1-1-1,1 0 1,0 1-1,-1-1 1,1 1 0,0-1-1,-1 0 1,1 0 0,0 1-1,-1-1 1,1 0-1,0 0 1,-1 1 0,1-1-1,-1 0 1,1 0-1,-1 0 1,1 0 0,0 1-1,-1-1 1,1 0 0,-1 0-1,1 0 1,-1 0-1,1 0 1,-1 0 0,1 0-1,0 0 1,-1-1 0,1 1-1,-1 0 1,1 0-1,-1 0 1,1 0 0,0 0-1,-1-1 1,1 1-1,-1 0 1,1 0 0,0-1-1,-1 0 1,-14 0 1770,17 12 2351,4 13-4070,-9 53 166,2-73-285,11 62 127,-10-63 552,2-4-471,38-27-155,45-42 1,-60 48-1594,-2-2 1,38-50 0,-32 37-2323,1 1-2005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7.2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117 247 6805,'1'-1'122,"-1"1"0,0-1 1,1 1-1,-1-1 1,0 0-1,1 1 1,-1-1-1,0 0 1,0 1-1,0-1 0,1 0 1,-1 0-1,0 1 1,0-1-1,0 0 1,0 0-1,0 1 0,0-1 1,-1 0-1,1 1 1,0-1-1,0 0 1,0 0-1,-1 1 1,1-1-1,0 1 0,-1-1 1,-3-4 4012,3 2-2506,-5-10-336,3 8-400,1 0 1,-1 0-1,1 0 0,0 0 1,1-1-1,-3-10 0,-15 7 1444,5 3 1486,11 15-3329,-3 12-64,2 1 0,-4 34 1,-9 336 624,1-185-844,13-179-198,12-71-73,25-75 0,-3 16-405,19-113-518,-17 67 576,18-33 33,-49 176 366,0 1-1,0-1 1,0 0-1,0 1 1,1 0-1,0-1 1,0 1-1,0 0 1,0 0-1,1 1 1,-1-1-1,1 1 1,0-1-1,7-3 1,-8 6 17,-1 0 1,1 0-1,0 0 0,-1 0 0,1 0 1,0 1-1,0-1 0,0 1 1,0 0-1,0 0 0,0 0 1,-1 0-1,1 0 0,0 1 1,0 0-1,0-1 0,0 1 0,-1 0 1,1 0-1,0 0 0,-1 1 1,1-1-1,-1 1 0,1-1 1,-1 1-1,0 0 0,3 2 0,11 12 91,0 2-1,-1-1 0,-1 2 0,0 0 0,-2 1 1,0 0-1,-1 0 0,9 25 0,-9-13 53,-2 1 0,0 0 0,5 51 0,1 103 207,-9-72-555,-15 202 1,9-312 84,-2 4-387,1 0 0,0 0 0,0 0-1,1 0 1,0 1 0,0-1 0,1 0 0,1 0-1,3 12 1,-4-20 249,0-1 0,0 1 0,0-1 0,1 0-1,-1 0 1,0 1 0,0-1 0,0 0 0,1 0 0,-1 0 0,0 0 0,0-1-1,1 1 1,-1 0 0,0 0 0,0-1 0,2 0 0,-2 1-221,1-1 109,0 1 0,0 0 0,-1-1 1,1 0-1,0 1 0,-1-1 0,1 0 0,-1 0 1,1 0-1,0 0 0,-1 0 0,0 0 1,1-1-1,-1 1 0,0 0 0,0-1 1,0 1-1,0-1 0,0 1 0,0-1 0,0 1 1,0-1-1,0 0 0,-1 1 0,1-1 1,0-3-1,14-32-8887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7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32 128 7429,'6'-15'9159,"-9"14"-7209,-30-10 1346,32 11-3244,1 0 0,0 0 0,0-1 0,0 1 1,0 0-1,0-1 0,0 1 0,0 0 0,-1 0 0,1-1 0,0 1 0,0 0 0,0-1 1,0 1-1,0 0 0,0-1 0,0 1 0,1 0 0,-1-1 0,0 1 0,0 0 1,0-1-1,0 1 0,0 0 0,0 0 0,1-1 0,-1 1 0,0 0 0,0 0 0,0-1 1,1 1-1,-1 0 0,0 0 0,0-1 0,1 1 0,-1 0 0,0 0 0,0 0 0,1-1 1,11-10 550,8 4-627,0 0 0,0 1 1,0 1-1,1 1 1,40-3-1,-16 2-935,41-10-2204,2 0-4450,-22 8-2048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8.1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657 62 9085,'8'-36'2151,"-6"29"1772,-7 7-2276,-42-8 1204,31 5-2128,1 0 1,-1 1-1,1 1 0,-1 0 1,-24 2-1,5 5-196,1 0 0,0 3 1,1 0-1,-1 3 0,2 0 1,-37 21-1,50-23-410,0 2 0,0 0 0,1 1 0,1 1 1,0 1-1,1 0 0,0 1 0,2 1 0,0 1 0,0 0 0,-10 20 0,21-33-106,0 1 1,1-1-1,0 1 0,0 0 0,0 0 0,0 0 0,1 0 0,0 0 0,0 1 0,1-1 0,0 9 0,1-11-12,-1-1-1,1 0 1,-1 0-1,1 0 0,0 0 1,0 0-1,0 0 1,1 0-1,-1 0 1,1 0-1,0-1 0,-1 1 1,1-1-1,0 1 1,1-1-1,-1 0 0,0 1 1,1-1-1,-1 0 1,1-1-1,0 1 0,-1 0 1,1-1-1,3 2 1,3 0-16,-1-1 1,0 0-1,0-1 1,1 1-1,-1-1 1,0-1-1,1 0 0,-1 0 1,1-1-1,-1 1 1,1-2-1,-1 1 1,0-2-1,0 1 1,0-1-1,15-7 1,-6 2 10,-1-1 0,-1-1 1,0 0-1,0-1 0,-1-1 1,22-22-1,-18 12 432,2 2-1,1 0 1,0 1 0,2 1 0,26-16-1,-47 34-406,-1 1 0,1 0 0,0-1 0,0 1 0,-1 0 0,1 0 0,-1 0 0,1 0 0,-1 1 0,1-1-1,-1 0 1,0 1 0,1-1 0,0 3 0,1 1-97,-1 0 0,0 0 0,0 1 0,-1-1 0,1 0 0,-1 1 0,0-1 0,-1 1-1,1 9 1,-1-7-520,0 0-1,1 0 0,1 0 1,2 11-1,12 33-4303,-9-24-3383,-3-1-3474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8.5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120 2 11201,'3'10'3138,"-10"-14"567,-10-2 228,11 24-2866,-33 103 933,36-116-1752,0-1 1,0 1 0,0-1 0,0 1 0,-1-1 0,-7 7 0,1 0 212,8-9 427,2-4-854,0 0 1,0 1-1,0-1 1,-1 1-1,1-1 1,0 1-1,-1-1 1,1 1 0,-1 0-1,0-1 1,0 1-1,-1-2 1,2 2-29,-1 0-1,1 0 1,-1 1 0,1-1 0,-1 0 0,1 0-1,0 1 1,-1-1 0,1 0 0,0 0-1,0 0 1,-1 0 0,1 1 0,0-1 0,0 0-1,0 0 1,0 0 0,0 0 0,0 0-1,0 0 1,1 1 0,-1-1 0,0 0 0,0 0-1,1 0 1,-1 0 0,0 1 0,1-1 0,-1 0-1,1 0 1,-1 1 0,2-2 0,10-17 61,2 0 0,22-23 0,-30 35-68,1 1-1,1 0 1,-1 0-1,1 0 1,0 1 0,1 1-1,-1-1 1,17-5-1,-20 8 2,0 1-1,1 0 1,-1 0-1,1 0 1,-1 0-1,1 1 1,0 0-1,-1 0 1,1 1-1,-1-1 1,1 1-1,-1 0 1,1 1-1,-1-1 1,0 1-1,0 0 0,1 1 1,-1-1-1,-1 1 1,1 0-1,0 0 1,4 4-1,-4-2 1,1 0 0,-1 1 0,0-1 0,-1 1 0,1 0-1,-1 0 1,0 1 0,-1-1 0,1 1 0,-1 0 0,-1-1-1,1 1 1,-1 1 0,0-1 0,-1 0 0,1 10 0,-1 1-26,1-2 35,-1 1 0,-1 0 0,-3 29 0,-7 29-971,10-72 141,9 0-4367,7 2 2745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9.1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304 413 7493,'0'0'7445,"0"-3"-6369,0 0-867,0 0 0,0 0 0,-1 0 0,1 0 0,-1 0 0,0 0 0,0 0 0,0 0 0,0 0 0,0 0 0,0 1 0,-1-1 0,0 0 0,1 1 0,-1-1 0,0 1 0,0 0 0,-3-3-1,2 3 319,3-2-406,0 1 0,-1-1-1,1 1 1,-1 0 0,0-1-1,0 1 1,0 0 0,0-1 0,-1 1-1,0 0 1,1 0 0,-1 0-1,0 0 1,0 1 0,-1-1 0,1 1-1,0-1 1,-5-3 0,6 6-108,0 0-1,-1-1 1,1 1 0,0-1 0,0 1 0,-1 0 0,1 0 0,0 0-1,-1 0 1,1 0 0,0 0 0,-1 0 0,1 0 0,0 1 0,0-1-1,-1 0 1,1 1 0,-2 0 0,0 0 23,-4 0-1,0 0 0,1 0 0,-1 0 0,0 1 0,1 0 0,-1 1 0,1-1 0,-1 1 0,1 1 0,0-1 0,1 1 0,-1 0 0,1 0 0,-6 5-1,1 1-19,-7 8 124,-25 30 0,37-41-119,1 0 0,0 0 0,0 0 0,0 1 0,0-1 0,1 1 1,1 0-1,-1 0 0,0 9 0,-3 9-33,4-23 22,1 0-1,0 1 0,0-1 1,1 1-1,-1 0 1,1-1-1,-1 1 1,1 0-1,0-1 1,1 1-1,-1-1 0,1 1 1,-1 0-1,1-1 1,0 1-1,0-1 1,1 0-1,-1 1 0,1-1 1,0 0-1,0 0 1,0 0-1,0 0 1,0 0-1,4 4 1,5 6 13,-8-11 21,0-2 67,2 1-109,-1-1 0,1 0 0,-1 0 0,1 0 1,-1-1-1,0 0 0,1 1 0,-1-1 0,0-1 0,1 1 0,-1-1 0,0 1 0,0-1 1,0-1-1,-1 1 0,1 0 0,0-1 0,-1 0 0,1 0 0,-1 0 0,0 0 1,0 0-1,0-1 0,2-3 0,16-30-2,-9 17-7,0-1-1,-2 0 1,10-27-1,-11 24 18,21-39-1,4-10-35,-16 27 130,-2-1 0,-3 0 1,9-50-1,-21 57 991,-5 42-517,-2 1-375,2-1-108,0 0 0,0 0 0,1 0 0,-1 0 0,1 0-1,-1 1 1,1-1 0,0 1 0,0 0 0,0 0 0,1 0 0,-1 1 0,1-1 0,-4 8 0,-12 28 148,2 1 0,2 1 0,2 0 0,-11 59 1,17-60-1387,2 1 1,1 61 0,4-89 593,2 71-3948,3-28-2646,0-3-3624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09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81 1 11909,'0'0'6525,"-1"2"-5256,-6 18-460,2 1-1,0-1 1,1 1 0,1 0-1,-1 29 1,-1 6-176,-3 8-31,-7 77 44,9-74-1185,2-43-774,1 48 0,4-64 170,-2 0 0,1-1 1,-1 1-1,-3 13 0,0 1-4056,3 0-4175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4:10.0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499 226 9117,'-14'-28'2061,"12"23"1788,3 1-2270,3-7-1205,1 1-1,1 0 1,-1 0 0,2 0-1,-1 0 1,2 1-1,-1 0 1,1 0 0,0 1-1,1 0 1,0 1-1,0 0 1,1 0-1,12-6 1,-9 5-326,1 1 1,-1 1-1,1 0 1,0 1-1,0 0 0,1 1 1,-1 1-1,1 0 1,0 1-1,0 1 0,15 0 1,-22 2-40,-1 0 0,0 1 1,0 0-1,-1 0 0,1 0 0,0 1 1,-1 0-1,1 0 0,-1 0 0,0 1 1,0 0-1,0 1 0,-1-1 0,0 1 1,1 0-1,-2 0 0,9 11 0,-11-13-8,0 1-1,1-1 1,-1 1-1,-1 0 0,1 0 1,-1 0-1,1 0 0,-1 0 1,0 0-1,-1 0 0,1 0 1,-1 0-1,0 1 1,0-1-1,0 5 0,-1 2 2,-1 0-1,0-1 0,-1 1 1,-6 17-1,-3-1-3,-1 0-1,-1 0 1,-1-1 0,-1-1-1,-2-1 1,0 0 0,-28 26-1,17-20 7,9-11 18,1 1 0,1 1 0,0 0 0,-16 29 0,33-48-3,-1 0 0,1 0 0,0 0 0,0 1 0,0-1 0,0 1 0,0-1 0,1 0 0,-1 1-1,1-1 1,-1 1 0,1 0 0,0-1 0,0 1 0,0-1 0,0 1 0,1-1 0,-1 1 0,1-1-1,-1 1 1,1-1 0,0 1 0,0-1 0,0 0 0,0 1 0,0-1 0,1 0 0,-1 0 0,1 0-1,0 0 1,-1 0 0,1 0 0,0-1 0,0 1 0,0 0 0,4 2 0,18 12 35,-2 2 0,31 30 0,-46-40-39,0 0 0,0 0 1,0 1-1,-1 0 0,0 0 1,-1 1-1,0-1 0,-1 1 1,0 0-1,4 14 1,-7-18 22,0 0 1,-1 0 0,0 0-1,0 0 1,0 0 0,-1 1-1,0-1 1,0 0 0,0 0 0,-1 0-1,0 0 1,0-1 0,-1 1-1,1 0 1,-1-1 0,-1 0 0,1 0-1,-1 1 1,1-2 0,-1 1-1,-1 0 1,1-1 0,-1 0 0,-6 5-1,-7 4 80,0-1-1,-1 0 0,0-2 1,-1 0-1,-35 12 1,-2-2-543,-1-3 1,-84 14 0,92-25-2048,-78 2-1,43-8-3799,6 3-4022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 5621,'0'0'9355,"3"0"-8722,29 3 16,0-2 0,39-3-1,1 0-221,684 16 328,-274-2-1574,190-26-2309,-225-25-4061,-334 26 2572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5.3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 1791 1816,'-101'-277'516,"88"243"-439,2-1-1,1 0 1,1 0 0,2-1-1,2 0 1,2-1-1,0 1 1,4-43 0,1 18 138,10-113 767,-8 152-820,0 0 1,1 0-1,2 1 1,0-1-1,18-35 1,17-19 366,3 1 0,84-103 0,-95 141-413,1 1-1,46-35 0,-19 18-104,-45 38-41,0 1 1,1 0-1,0 2 0,1 0 1,32-14-1,-44 22 36,0 0 0,0-1-1,0 0 1,-1 0 0,1-1 0,-1 1-1,-1-1 1,1-1 0,4-6 0,-3 5-139,-8 2-151,-21-36-2019,10 28 989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2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1 7673,'-13'15'15251,"16"-12"-14662,131 157 3099,92 102-2486,-114-142-1856,27 31-2375,-51-45-2671,-84-100 4323,2 0-1,-1 0 1,1-1-1,-1 1 1,12 6-1,-12-9 129,12 10-5273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5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623 0 9905,'0'0'3496,"-1"3"-1773,-18 23 1020,-33 34-1,29-36-1737,-33 49-1,-138 268 907,126-214-2239,44-84 68,-43 86-1582,-4 25-2657,39-78-1416,16-25-2786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7.8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45 122 10885,'-3'-2'2164,"-2"-1"-1343,1 0 0,-1-1 0,1 0 1,0 0-1,0 0 0,-6-8 0,9 11-729,1-1-1,-1 1 0,0 0 1,1-1-1,-1 1 0,1 0 1,-1-1-1,1 1 0,0-1 1,0 1-1,0-1 0,-1 1 1,1-1-1,1 1 0,-1-1 1,0 1-1,0-1 0,0 1 1,1-1-1,-1 1 0,1 0 1,-1-1-1,1 1 0,0 0 1,-1-1-1,1 1 0,0 0 1,0 0-1,0-1 0,0 1 1,0 0-1,0 0 0,2-1 1,1-2 15,1 2 0,-1-1 0,0 0 0,1 1 0,-1 0 0,1 0 0,-1 0 0,1 0 0,9-1 0,49-4-128,-36 4-125,1 1-679,-1 0 1,1 2-1,41 5 0,-42-1-3795,51 15-1,-24 0-2661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0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57 160 10673,'-27'-12'12797,"11"3"-11509,2 3 504,38-9-1240,23 0-368,-1 6-528,11-3-472,7-3-524,174-40-9541,-148 43-40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5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193 279 9293,'-45'7'1909,"45"-7"-1837,-1 1 1,1-1 0,-1 0-1,0 0 1,1 0 0,-1 1-1,1-1 1,-1 0 0,1 0-1,0 1 1,-1-1 0,1 0-1,-1 1 1,1-1 0,-1 1-1,1-1 1,0 1 0,0-1-1,-1 1 1,1-1 0,0 1-1,-1-1 1,1 1 0,0-1-1,0 1 1,0-1 0,0 1-1,0-1 1,0 1 0,-1-1-1,1 1 1,0 0 0,1-1-1,-1 1 1,0-1 0,0 1-1,0-1 1,0 1 0,0-1-1,0 1 1,1 0 0,-1 0 231,0 4 76,-1 0-1,0 0 1,-1 0 0,1 0 0,-1 0-1,0 0 1,0 0 0,0-1-1,-1 1 1,-5 7 0,-11 24 705,-12 70 214,11-35-716,6-12-208,-9 69 0,17-89-264,6-37-104,0 0 1,-1 0-1,1 0 1,0 0-1,0 0 0,0 0 1,0-1-1,0 1 1,1 0-1,-1 0 1,1 2-1,-1-3-4,1-1 0,-1 0 0,0 1 0,0-1 0,0 0 0,1 0 0,-1 0 1,0 1-1,0-1 0,1 0 0,-1 0 0,0 0 0,0 1 0,1-1 0,-1 0 0,0 0 0,1 0 0,-1 0 0,0 0 0,1 0 0,-1 0 0,0 1 0,1-1 0,-1 0 0,0 0 0,1 0 0,-1-1 0,0 1 0,1 0 1,-1 0-1,0 0 0,1 0 0,-1 0 0,0 0 0,0 0 0,1-1 0,2 0 7,0-1 0,-1 0 0,1 0 1,-1-1-1,1 1 0,-1-1 0,0 1 0,0-1 0,0 1 1,3-7-1,24-49 43,29-90 0,-35 87-41,16-41-8,62-173 32,-100 273-28,7-21 24,16-37 0,-21 54 36,1-1 1,-1 1 0,1 1 0,0-1 0,1 1 0,-1-1 0,1 1 0,0 0-1,0 1 1,11-8 0,-15 11-22,1 1 0,-1-1 0,1 0 0,-1 0 0,1 1-1,0-1 1,-1 1 0,1-1 0,0 1 0,0 0 0,-1-1 0,1 1 0,0 0-1,0 0 1,-1 0 0,1 1 0,0-1 0,0 0 0,-1 1 0,1-1 0,3 2-1,-2 0 19,0 0 0,0 0 0,-1 0-1,1 0 1,0 1 0,-1-1 0,0 1-1,1-1 1,-1 1 0,3 5 0,1 3 135,-1 1 1,0-1 0,0 1 0,-1 0 0,4 19-1,10 96 887,4 140-1,-5-33-659,-8-149-346,29 224-427,-36-298 140,1 1 0,0-1 0,1 0 0,0 0 0,1 0 0,0-1 0,1 0 1,8 13-1,-12-20-112,0 0 1,1-1 0,-1 1-1,1 0 1,0-1 0,0 0-1,0 1 1,0-1 0,0-1-1,0 1 1,1 0 0,5 2-1,-6-4-207,0 1-1,0-1 1,0 0-1,0 0 1,0 0-1,0 0 1,0 0-1,-1-1 1,1 1-1,0-1 0,0 0 1,0 0-1,-1 0 1,1 0-1,-1-1 1,1 1-1,-1 0 1,5-4-1,14-17-9673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8.7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1 164 10701,'23'0'2156,"-23"-21"-288,0 2-244,14 7-287,2 0-297,11 3-352,17-3-28,3 3-156,3 0-192,10-3-320,0 0-472,1 3-748,6-6-816,-4 6-3017,1 6-4024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 8657,'1'-2'262,"0"-1"0,0 1 0,0 0 1,0-1-1,1 1 0,-1 0 0,1 0 1,-1 0-1,1 0 0,0 0 0,0 0 0,8-5 8383,15 30-7946,30 74 57,43 24-402,-85-105-477,1-1 1,0-1-1,1 0 1,0-1-1,24 16 1,26 11-2954,-3-7-4746,-45-26 182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1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409 21 8185,'-30'-15'2596,"16"9"-488,-12 15-100,-5 0-327,8 1-281,0-4-320,2 6-236,-9 12-16,4-3-320,-5-3-100,11 9-100,-3 6-184,-4-3-452,7 7-780,-4-7-848,1 0-1105,10 6-1487,9 3-3545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7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40 269 9041,'0'60'4335,"1"-48"-3530,0 0 0,-1 0 1,-1-1-1,-2 17 0,-1-7-248,2 0 0,-1 40 1,1 5-93,-3 37-367,-3 14-737,-2-90 194,7-20 388,2-4-33,8-24-38,35-135 25,-18 61 37,11-53 161,11-42-140,-38 164 102,2 1 0,0 1 0,1 0-1,2 0 1,18-27 0,-28 48-38,-1 0 0,1-1 0,-1 1 1,1 0-1,0 0 0,0 0 0,0 1 0,0-1 1,1 1-1,-1-1 0,1 1 0,0 0 0,-1 1 1,1-1-1,0 1 0,0-1 0,0 1 1,0 0-1,7 0 0,-7 1-10,0 1 0,1-1 0,-1 1 0,0 0 0,0 0 0,-1 1 0,1-1 0,0 1 0,0 0 0,-1 0 0,1 0-1,-1 0 1,1 1 0,-1-1 0,0 1 0,0 0 0,0 0 0,-1 0 0,5 6 0,-2-2 4,0 1-1,0 0 1,0 0-1,-1 0 1,-1 1-1,1-1 1,-1 1-1,-1 0 0,0 0 1,0 0-1,0 0 1,-1 0-1,-1 1 1,0 11-1,0-2 15,-1 1-1,-1-1 0,-5 25 1,3-28 10,1 0 1,0 0-1,1 0 0,0 0 1,2 30-1,1-38 35,0 0 0,1-1 0,0 1 0,0 0-1,0 0 1,1-1 0,1 0 0,-1 1 0,1-1 0,0 0-1,1-1 1,0 1 0,9 9 0,9 5 105,0-1 0,1-2 0,1 0 0,42 22 1,-38-23-90,0 1 0,-1 1 0,30 27 1,-42-32-35,-1 2 0,-1-1 0,21 29 0,-34-42-49,0 1 0,0 0-1,0 0 1,0 0 0,0 0-1,0 0 1,-1 0 0,1 0-1,-1 0 1,0 0 0,0 0-1,0 0 1,0 0 0,-1 0-1,1 0 1,-1 0 0,0 0-1,0-1 1,0 1 0,0 0-1,0 0 1,-3 4 0,0 0 4,0-1 1,-1 0 0,1 0-1,-1-1 1,0 1-1,0-1 1,-1 0 0,-8 5-1,-19 9-139,-1-2-1,-1-1 0,-1-2 0,-64 17 0,-3 2-2149,54-16-522,19-7-2213,11-6-3485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0:59.9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81 13933,'-4'-15'4749,"-6"-3"-2857,0 0 2308,-7-12-25990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2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77 242 12141,'-31'2'3283,"28"-1"-1857,1 0-146,-2 2-736,1-1 1,-1 0-1,1 1 1,0 0-1,0 0 1,0 0-1,1 0 1,-1 0-1,1 1 1,0-1-1,0 1 1,0-1 0,-2 6-1,4-9-488,0 1 0,1 0 0,-1 0 0,0 0-1,1 0 1,-1-1 0,1 1 0,-1 0 0,1 0 0,-1-1 0,1 1 0,0 0 0,-1-1-1,1 1 1,0 0 0,-1-1 0,1 1 0,1 0 0,0 0 87,1 2-74,1-1 0,-1 1 0,1-1-1,0 0 1,0 0 0,0 0-1,0 0 1,0-1 0,0 0-1,1 0 1,-1 0 0,0 0-1,7 0 1,66-2 271,-60 0-257,98-8-1345,-1-5 0,206-53 0,212-111-11955,-373 116 4861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3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302 444 9309,'-44'2'2919,"0"2"0,-52 11 0,87-13-2557,-1 0 1,1 1-1,0 0 1,0 1-1,0 0 1,0 1-1,-12 8 1,19-12-291,-1 1 0,1 0 0,0 0 0,0 0 0,-1 0 0,1 0 0,1 1 1,-1-1-1,0 1 0,0-1 0,1 1 0,0 0 0,-1-1 0,1 1 0,0 0 0,0 0 0,1 0 1,-1 0-1,1 0 0,-1 0 0,1 0 0,0 0 0,0 0 0,0 0 0,0 0 0,1 0 1,0 0-1,0 3 0,0-3-31,1-1 0,-1 1 0,1-1 0,0 0 0,0 0 0,0 1-1,0-1 1,0 0 0,0 0 0,0-1 0,1 1 0,-1 0 0,0-1 0,1 1 0,0-1 0,-1 0 0,1 0 0,0 0 0,0 0 0,4 0 0,7 2 44,-1 0 0,1-2 0,17 1 0,60-3 54,0-3 1,116-22-1,180-53-149,-284 56-37,890-210-361,-964 226 375,-15 3 19,1 1 0,-1 0 1,25-1-1,-66 25-199,-24-7 133,-1-2 0,-1-3 0,-55 4 0,57-7 3,-718 126-275,684-112 363,-135 40 127,196-49-55,24-10-54,6-1-8,46-7-1,-51 6-21,335-63-224,497-163 0,-795 215 194,-1-3 0,67-35 0,-102 49 20,0 0 0,0 0 0,-1-1 0,1 1 0,-1 0 0,1-1 0,-1 1 0,0-1 0,0 1 0,1-1 0,-1 1 0,0-1 0,0 0 0,-1 0 0,1 0 0,1-2 0,-2 3 0,0 0-1,0 0 1,0 0 0,0 0-1,0 0 1,0 0 0,0 0 0,-1 0-1,1 0 1,0 0 0,0 0-1,-1 0 1,1 0 0,-1 0-1,1 0 1,-1 1 0,1-1 0,-1 0-1,0 0 1,1 0 0,-1 1-1,0-1 1,1 0 0,-1 1-1,0-1 1,0 1 0,0-1 0,0 1-1,0-1 1,0 1 0,0-1-1,-18-5-316,-1 1 0,1 0-1,-1 1 1,0 1-1,0 2 1,0-1-1,-38 4 1,-1-1-430,-59-2-710,-128 15 0,182-5 1368,-1 2 0,2 3 1,-100 35-1,119-35 943,40-12-411,9-1-95,14 1-189,1 0 0,-1-1-1,1-1 1,36-4 0,88-20 12,-85 13-135,358-65-417,-393 70-238,0-1 0,43-18 0,-65 25 361,0-1 0,-1 0 0,1 0 0,-1 0 0,1 0 0,-1 0 1,1 0-1,-1 0 0,0 0 0,1-1 0,-1 1 0,0-1 0,0 1 0,0-1 0,0 1 1,0-1-1,0 1 0,-1-1 0,1 0 0,0 0 0,-1 1 0,1-1 0,-1 0 0,0 0 1,0 0-1,1-1 0,-9-7-5390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9.9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19 10969,'13'7'-796,"-5"-2"4689,-13-8-585,-5-5-5144,-3-11-10718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31.57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79 6441,'6'-9'1332,"4"-4"1284,0-5-2064,1 6 340,9 3-548,-4 3-176,11 3-228,0 0-216,10 0-316,23 0-748,-6 3-1660,16 3-1093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4.16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39 7853,'-31'-7'1587,"30"7"-1514,1 0 1,-1 0-1,1 1 0,-1-1 0,1 0 0,-1 0 1,1 1-1,-1-1 0,1 0 0,0 1 0,-1-1 1,1 0-1,-1 1 0,1-1 0,0 1 0,-1-1 1,1 1-1,0-1 0,0 1 0,-1-1 0,1 1 1,0-1-1,0 1 0,0-1 0,0 1 0,0-1 1,-1 1-1,1-1 0,0 1 0,0 0 0,0-1 1,0 1-1,1-1 0,-1 1 0,0 0 131,-9 44 6173,5-30-6186,4-14-139,0 0-1,0 0 1,0 0-1,0 0 0,0 0 1,0 0-1,0 0 1,0 0-1,0 0 0,1 0 1,-1 0-1,0 0 1,1 0-1,-1 0 1,1 0-1,-1 0 0,1 0 1,-1 0-1,1-1 1,1 2-1,0 2 132,0-1-106,0 0 0,0 0 0,0 0 0,0 0 0,0-1 0,1 1 0,-1-1 1,1 1-1,0-1 0,0 0 0,0 0 0,0 0 0,0 0 0,0-1 1,0 1-1,0-1 0,1 0 0,5 2 0,4-1 30,1 1-1,-1-2 1,21 0-1,-25-1-74,44 0-81,0-2-1,0-3 1,83-19-1,147-54-4826,-143 35-886,-23 12-2378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4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64 184 8453,'0'0'41,"0"0"1,0 0 0,0-1-1,-1 1 1,1 0 0,0 0 0,0 0-1,0 0 1,0 0 0,0 0-1,-1 0 1,1-1 0,0 1-1,0 0 1,0 0 0,-1 0-1,1 0 1,0 0 0,0 0-1,0 0 1,0 0 0,-1 0-1,1 0 1,0 0 0,0 0-1,0 0 1,-1 0 0,1 0-1,0 0 1,0 0 0,0 0-1,-1 1 1,1-1 0,0 0 0,0 0-1,0 0 1,0 0 0,0 0-1,-1 0 1,1 0 0,0 1-1,0-1 1,0 0 0,0 0-1,0 0 1,0 0 0,-1 1-1,1-1 1,0 0 0,0 1-1,-6 4 1742,-1-3 3617,-36-2-340,44-1-5005,0-1 0,0 1-1,1-1 1,-1 1-1,0 0 1,0-1-1,1 1 1,-1 0-1,0 0 1,1 0-1,-1 0 1,4-1-1,-3 1 4,19-9-39,0 1 0,1 1 1,0 1-1,1 1 1,33-4-1,7-3-297,2-3-414,124-29-2694,-61 18-3213,-13 3-3166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26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24 11357,'-4'-8'-721,"-3"-8"11653,11 26-9345,-3-9-1585,-1 1 0,1-1-1,0 0 1,-1 0-1,1 1 1,0-1-1,0 0 1,0 0-1,0 0 1,0 0-1,0 0 1,0 0-1,0 0 1,1 0-1,-1 0 1,0-1-1,0 1 1,1 0-1,-1-1 1,1 1 0,2 0-1,33-3-2029,-5-1-7102,-6 3 83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3.5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140 271 17246,'-10'-1'1675,"-1"0"0,1 1 0,-1 0 0,-18 3 0,24-2-1228,1-1 0,0 1 0,0 1 0,0-1 0,0 1 0,0-1 0,0 1 0,0 0 1,0 0-1,1 1 0,-1-1 0,1 1 0,0 0 0,-5 5 0,7-7-434,0 0 0,0 0-1,1 0 1,-1 0 0,1 1 0,-1-1 0,1 0 0,0 0-1,-1 0 1,1 0 0,0 1 0,0-1 0,0 0 0,-1 0-1,1 1 1,1-1 0,-1 0 0,0 0 0,0 1-1,0-1 1,1 0 0,-1 0 0,1 0 0,-1 0 0,1 1-1,-1-1 1,1 0 0,-1 0 0,1 0 0,0 0 0,0 0-1,0 0 1,-1-1 0,1 1 0,0 0 0,2 1-1,2 2-16,0-1-1,0 1 0,0-1 0,1 0 0,0 0 0,10 3 0,4-1 5,1 0 0,-1-1 0,1-2 0,30 1 0,91-6 0,-124 2 0,705-75 0,-2-43 0,-615 101 0,548-106 0,-641 122 0,215-47 0,-281 79-3317,-12 16-9389,32-17-1054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3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32 7 15477,'-31'-6'11209,"49"45"-5898,-5 27-4629,-6-22-594,14 52-88,28 163 0,-39-176 0,-4 0 0,-4 1 0,-3-1 0,-22 147 0,15-169-75,-6 26 14,-2-33-3111,10-43 1470,-3 8-1879,9-2-4039,6 3-5952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4.1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44 237 14649,'-1'0'328,"0"1"0,0-1 0,0 1 0,0-1 0,0 1 0,-1-1-1,1 0 1,0 1 0,0-1 0,-1 0 0,1 0 0,0 0 0,0 0 0,-1 0-1,1 0 1,0 0 0,0-1 0,0 1 0,-1 0 0,1-1 0,0 1-1,0-1 1,0 1 0,0-1 0,-2 0 0,-8-4 6149,15 4-5207,215-35 661,-56 12-2016,34-9 85,176-36 0,-317 57-15,-78-18-5388,0 13 235,8 9-1423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4.4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2 106 16273,'-1'-5'712,"1"0"0,0 0 0,0 0 0,0 0 0,1 0 0,0 0 0,0 0 0,0 1 0,0-1 0,1 0 0,0 0 0,0 1 0,0-1 0,1 1 0,-1-1 0,1 1 0,0 0 0,0 0 0,5-4 0,-5 6-524,0 1-1,0 0 1,0 0 0,1 0 0,-1 0 0,0 0 0,0 1 0,1-1-1,-1 1 1,0 0 0,6 0 0,-3 2-188,0-1 0,-1 0 0,1 1 0,-1 0 0,1 1 0,-1-1 0,0 1 0,0 0 0,0 0 0,0 0 0,0 1 0,-1 0 0,0 0 0,0 0 0,0 0 0,0 1 0,0-1 0,-1 1 0,0 0 0,3 7 0,6 9 0,-2 1 0,0 1 0,10 36 0,-7-10 0,-3 0 0,-1 0 0,-3 0 0,-2 1 0,-3 79 0,-8-41 0,-3-1 0,-28 112 0,31-167-497,-1 5 887,-19 52 0,18-67-2694,-1-1-1,-13 23 0,2 0-6281,11-1-5980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21 141 6553,'-2'0'278,"1"-1"0,-1 0 0,0 0 0,1 0 0,-1-1 0,1 1 0,0 0 1,-1 0-1,1-1 0,0 1 0,0-1 0,0 1 0,-1-3 0,2 3-141,0 1-1,1-1 0,-1 0 1,0 0-1,1 0 0,-1 0 1,1 1-1,-1-1 0,1 0 1,-1 0-1,1 1 1,0-1-1,-1 1 0,1-1 1,0 0-1,-1 1 0,1-1 1,0 1-1,0-1 0,-1 1 1,1 0-1,7-3 6206,-7-24-49,0 2 142,-3 11-6843,2 12 661,1-6 182,15-9-464,-2 8 29,-14 9 0,1 0 0,-1-1 0,1 1 0,-1 0 0,1-1 0,-1 1 0,1 0 0,0 0 0,-1 0 0,1 0 0,0-1 0,-1 1 0,1 0 0,-1 0 0,1 0 0,0 0 0,-1 1 0,1-1 0,0 0 0,0 0 0,1 2 0,-1-1 0,0 1 0,0 0 0,0-1 0,0 1 0,0 0 0,-1-1 0,1 1 0,-1 0 0,1 0 0,-1 0 0,1 0 0,-1 0 0,0 2 0,2 35 0,-2-27 0,4 60 0,-1-7 0,-6 91 0,-3 43 0,5-106 0,11 256 0,11-220 0,-21-124-133,1 0-1,1-1 1,-1 1-1,1-1 1,-1 1-1,1-1 1,1 0-1,-1 0 1,0 0-1,1 0 1,0 0-1,0 0 1,6 5-1,13 3-4549,4-7-4150,-6-7-5565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7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30 451 15113,'-6'-15'1656,"0"0"-1,1 0 1,-5-22-1,9 28-1100,0 0 1,0 0-1,1 0 1,1 0-1,-1 1 1,1-1-1,1 0 0,3-10 1,1 0-356,0 0 1,2 1-1,0 0 1,2 0-1,0 1 1,0 0-1,2 1 1,0 0-1,1 1 1,0 1-1,1 0 1,28-22-1,-33 31-479,0-1-1,0 1 1,1 1-1,0-1 1,0 2 0,0-1-1,0 1 1,1 1 0,-1 0-1,1 1 1,0 0-1,-1 0 1,18 2 0,-17 0-351,-1 0 1,1 1 0,-1 0-1,0 1 1,0 0 0,10 5 0,-13-5-319,0 1 1,0-1-1,-1 2 1,1-1 0,-1 1-1,0 0 1,0 0 0,7 9-1,15 24-8565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5.8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44 172 12821,'-43'18'14014,"61"-20"-12801,-10 0-1030,275-63-2817,-1-20-9837,-177 50 2329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34 178 15037,'-33'0'9249,"49"-6"-7581,88-18 1305,-57 12-2425,10 3-312,3-3-332,17 0-744,0-3-384,4-1-621,2-2-887,-2 0-792,-4 0-2265,0 0-4888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5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364 31 16554,'-28'-5'3029,"15"-3"2039,3-8-2920,9 14-1336,-8 9 3159,-7 13-2967,1 6-965,1 1 1,1 1 0,2 0 0,-9 30 0,-26 124-72,38-147 46,-20 112-14,26-134 0,-7 40 0,-2 74 0,11-99 0,0 0 0,2 1 0,1-1 0,1-1 0,2 1 0,0 0 0,2-1 0,19 44 0,-21-59 0,0 0 0,1-1 0,0 0 0,1 0 0,0 0 0,0-1 0,1 0 0,1-1 0,0 0 0,0 0 0,0-1 0,1-1 0,1 0 0,-1 0 0,1-1 0,0 0 0,0-1 0,1-1 0,0 0 0,18 4 0,-12-5 0,-1-1 0,1-1 0,-1 0 0,1-2 0,0 0 0,-1-1 0,36-8 0,-41 7 0,0-2 0,0 1 0,-1-2 0,1 1 0,-1-2 0,0 0 0,-1 0 0,0-1 0,0 0 0,-1-1 0,15-15 0,-8 3 0,-1 0 0,-2-1 0,0 0 0,-1-2 0,-1 1 0,-1-1 0,-1-1 0,-2 0 0,0 0 0,-2-1 0,5-37 0,-6 22 0,-3-1 0,-1 0 0,-2 0 0,-2 0 0,-2 0 0,-14-60 0,12 73 0,-2 0 0,-1 1 0,-1 0 0,-2 1 0,0 0 0,-2 1 0,-1 1 0,-21-27 0,25 38 0,0 0 0,-1 0 0,0 1 0,-1 1 0,-1 1 0,0 0 0,0 0 0,-1 2 0,0 0 0,-1 1 0,0 0 0,0 1 0,-1 2 0,-22-6 0,17 7-121,0 1 0,0 1-1,1 1 1,-1 2 0,0 0 0,0 1-1,0 1 1,0 1 0,1 1 0,0 1 0,0 1-1,0 1 1,1 1 0,0 1 0,1 1-1,-20 13 1,32-18-712,1 0 1,0 0-1,0 0 0,0 1 1,-10 14-1,14-17 102,0 0-1,1 0 1,0 0 0,0 0 0,0 0-1,0 0 1,1 1 0,0-1-1,0 0 1,0 1 0,0-1 0,1 1-1,-1 7 1,2-5-1711,0-1 0,1 0 0,0 0 0,4 11 0,-5-16 2164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6.79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202 43 15809,'-61'6'5945,"55"-21"-3433,2 0 2485,-9 6-3977,-4 3 16,0 3-3752,-3 3 47,-3 3-1603,3 3-2133,0 6-5868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8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6449,'0'0'16565,"3"4"-15659,4 4-714,-1-1-1,1 0 1,0 0-1,1-1 0,0 0 1,0 0-1,0-1 1,0 0-1,1 0 1,0-1-1,16 5 1,16 4 204,59 12 0,-69-18-253,589 87 866,6-50-708,232-6-129,0-46-158,-791 3-43,99-19-1,-159 22-217,0 0 0,0 0-1,0-1 1,0 0 0,-1 0 0,1-1-1,10-8 1,-10 8-470,-5 2-710,-5-17-3937,1 0-797,7 3-3798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9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483 21 9517,'-60'-21'15600,"60"26"-14604,1 4-848,0-1 0,0 1 0,1 0-1,0 0 1,1-1 0,0 0 0,0 1 0,1-1-1,0 0 1,0-1 0,7 10 0,11 13 154,35 38 0,-36-45-140,130 142 418,25 28-203,-127-133-286,57 89-1,-91-125-68,-1 0 0,-1 0 0,-1 1 0,-2 1 0,12 41 0,-19-54-16,-1-1 1,0 0 0,-1 1-1,0-1 1,-1 1 0,-1-1-1,0 1 1,0-1 0,-1 1-1,-1-1 1,0 0 0,-1 0-1,0 0 1,-9 17 0,3-11-22,-1 0 1,-2-1 0,1 0-1,-2 0 1,-24 21 0,-85 66-607,108-92 480,-71 52-1361,-3-5 0,-98 50 0,-4-12-2654,-4-6-3687,190-89 7592,-112 52-9184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3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464 40 6833,'-1'-1'214,"1"0"0,-1-1 0,1 1 0,0 0 0,0 0 0,-1 0 0,1 0 0,0 0 0,0 0 0,0-1 0,0 1 0,0 0 0,0 0 0,1 0 0,-1 0 0,0 0 0,0 0 0,1 0 0,-1-1 0,1 1 0,-1 0 0,1 0 0,-1 0 0,1 1 0,0-1 0,9-11 9404,-6 33-8901,-2 5-372,-5-14-172,-1-1 0,0 1 0,-1-1 0,-11 19 0,8-14 25,-89 146 1752,-7 9-643,90-145-1150,-141 290 1141,141-278-1192,0 0 0,3 1 0,1 0-1,1 1 1,3 0 0,-3 66 0,10-87-83,-1-1 0,2 1 0,1-1 0,0 0 0,1 0 0,1 0-1,1-1 1,0 0 0,2 0 0,0 0 0,12 19 0,-7-17-59,1-1 0,1 0-1,1-1 1,0 0 0,1-1-1,1-1 1,1-1 0,29 18-1,-1-6-401,2-2 0,0-2 0,2-2 1,0-3-1,1-1 0,0-3 0,1-2 0,74 5 0,-42-10-1691,114-7 1,78-28-6499,-136 3-1105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40.0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229 1 11061,'-23'46'1815,"2"2"0,2 0 0,2 1 0,-17 87 1,-57 502 5267,68 27-7302,48 0-9304,-9-539 3892,14-12-3232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40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 1 10381,'-14'6'1118,"13"-6"-1049,0 0 1,0 0 0,1 0 0,-1 0 0,0 1-1,0-1 1,1 0 0,-1 0 0,0 1 0,0-1-1,1 1 1,-1-1 0,0 1 0,1-1-1,-1 1 1,0-1 0,1 1 0,-1-1 0,1 1-1,-1 0 1,1-1 0,-1 1 0,1 0 0,0 0-1,-1-1 1,1 1 0,0 0 0,0 0 0,-1-1-1,1 1 1,0 0 0,0 0 0,0 0 0,0 0-1,0-1 1,0 1 0,0 0 0,0 0 0,0 0-1,1-1 1,-1 1 0,0 0 0,0 0 0,1 0-1,2 20 738,-1-1 0,-1 0-1,-1 1 1,-1-1-1,-6 36 1,2-8-13,-37 479 3891,3-1-5607,13-303-2386,3-76-2138,17-109 3251,-15 97-7908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4.2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359 656 12609,'5'-6'11262,"-10"24"-11280,-3 18 1365,-3 54-1,-2 5-249,-125 471 1588,63-287-2122,26-103-276,-15 68 57,63-241-244,4-7-83,4-6-14,0 0 0,-1 0 0,0-1-1,-1 0 1,6-17 0,16-67-34,-18 62 12,140-547-73,20-74-172,-91 386 226,-52 194 49,52-109 1,-69 165-4,1 1 0,1 0 0,0 0 0,1 2 0,0-1 1,25-22-1,-32 33 25,1 0 0,0 1 0,1-1 0,-1 1 0,1 0 0,0 1 0,0 0 0,0 0 0,0 0 0,0 1 0,1 0 0,-1 0 0,1 1 0,0 0 0,-1 0 0,1 1 0,0 0 0,-1 1 0,15 1 0,-8 2 33,1 1-1,-1 0 1,0 1-1,0 1 1,-1 0 0,0 1-1,0 0 1,-1 1-1,0 0 1,0 1-1,13 15 1,4 6-57,-3 1 1,46 70-1,-30-32-9,-3 3 0,-3 1 0,51 152 0,-43-66 0,29 192 0,-68-322 0,60 414 0,2 58-1495,-60-457 108,-1-6-1248,15 50 0,-16-76 695,0 0 0,0 0 0,1 0 0,9 12 0,6 5-9991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4.4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0 438 15373,'24'-15'2413,"-18"-4"-521,15-2-204,22-12-324,7 9-280,14 0-352,23 0-480,30-6-504,14 0-260,10-4-576,3-8-688,13 0-576,-3-6-3257,4-3-4616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5.20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1053 10765,'-31'-13'8238,"19"5"-3894,10 8-4267,0 1 0,0 0 0,1 0 0,-1 0 0,0 0 0,1 0 0,-1 0 0,0 0 0,1 1 0,0-1 0,-1 1 0,1-1 0,0 1 0,0-1 0,0 1 0,-2 2 0,-4 7 117,-1 1 1,2-1-1,0 1 1,0 0-1,1 1 1,1-1-1,-4 18 1,-20 94 398,5 1 1,5 1-1,0 147 1,18-273-581,-1 1 0,1 0-1,0 0 1,0 0 0,0 0 0,0 0 0,1-1-1,-1 1 1,0 0 0,0 0 0,0 0-1,1 0 1,-1-1 0,0 1 0,1 0 0,-1 0-1,1-1 1,-1 1 0,1 0 0,-1-1 0,1 1-1,0 1 1,0-2-6,0 0 0,0 0 0,-1 0 0,1 0 0,0 0 0,0 0 0,0 0 0,-1 0 0,1 0 0,0 0 0,0 0 0,0 0 0,-1 0 0,1-1 0,0 1 0,-1 0 0,1-1-1,0 1 1,1-1 0,34-28 90,-33 25-76,47-48 85,61-83 0,31-34-48,-102 131-109,48-37 0,-67 59 65,1 2 1,0 0-1,0 1 0,37-15 1,-50 25 36,0 0 0,0 1 0,1 0 0,-1 0 0,1 1 0,-1 0 1,1 0-1,0 1 0,-1 1 0,1 0 0,17 3 0,-14 0 37,0 1-1,0-1 0,0 2 1,-1 0-1,1 0 0,-2 1 1,17 13-1,-1 3 64,-1 0 0,-2 2 0,0 1 0,-2 1 0,31 49 0,212 287-116,-256-351-180,1 0 0,1-1 0,0-1 1,0 0-1,1 0 0,0-1 0,1-1 0,0 0 1,0 0-1,1-2 0,0 1 0,0-2 1,1 0-1,-1-1 0,1 0 0,0-1 1,0-1-1,0 0 0,1-1 0,-1-1 0,0 0 1,0-1-1,24-4 0,-15-1-20,0-1 0,0-1 0,-1 0 0,0-2 0,-1-1 0,0-1 0,-1 0-1,0-2 1,-1 0 0,-1-2 0,0 0 0,31-35 0,-16 8 122,-1-1 0,-3-1-1,-2-1 1,-2-2 0,-2-1 0,-2-1 0,-2 0-1,-3-2 1,17-80 0,-29 110 210,-2 0-1,3-42 1,-6 53-85,0 1-1,-1 0 0,0 1 1,-1-1-1,0 0 1,0 0-1,-1 0 0,-7-15 1,9 23-55,-1 0 0,1 0 0,0 0 0,0 0 0,-1 1 0,1-1 1,-1 0-1,1 1 0,-1-1 0,0 1 0,1 0 0,-1-1 0,0 1 0,0 0 1,0 0-1,0 0 0,0 0 0,0 1 0,0-1 0,-1 1 0,1-1 0,0 1 1,0 0-1,0-1 0,-1 1 0,1 0 0,0 1 0,0-1 0,-3 1 0,-4 1 51,0 0-1,1 1 1,-1 0 0,1 0-1,-15 9 1,7-2 7,2 0 1,-1 1 0,1 0 0,1 1 0,0 0 0,-11 16 0,-63 88 262,80-107-326,-48 73 136,3 2 0,-74 167 0,107-207-170,-33 86 21,48-116-23,0 1 1,0 0 0,1 0 0,1 0-1,1 0 1,0 29 0,1-41-5,1-1 1,-1 1-1,0 0 1,1-1-1,-1 1 1,1 0-1,0-1 1,0 1-1,0-1 0,0 1 1,1-1-1,-1 1 1,1-1-1,-1 0 1,1 0-1,0 0 0,0 0 1,0 0-1,0 0 1,0 0-1,0-1 1,1 1-1,-1-1 1,0 0-1,1 1 0,-1-1 1,1 0-1,-1 0 1,1-1-1,0 1 1,-1 0-1,1-1 0,0 0 1,0 0-1,-1 0 1,1 0-1,0 0 1,0 0-1,-1-1 1,1 1-1,0-1 0,-1 0 1,1 1-1,-1-1 1,1-1-1,-1 1 1,1 0-1,-1 0 0,3-3 1,15-9-71,0-2 0,-2 0 0,1 0 0,-2-2 0,27-33 0,71-107-469,-109 148 518,67-103 2,-5-4 1,-6-3-1,-4-2 0,-6-3 0,-6-1 1,-4-3-1,38-208 0,3-108 3080,-74 381-2306,-8 61-657,-1 0 1,0-1 0,0 1 0,0 0 0,0-1 0,0 1 0,-1 0 0,1 0 0,-1-1 0,1 1 0,-1 0-1,0 0 1,0 0 0,-2-4 0,3 6-61,0 0 0,0-1-1,-1 1 1,1 0 0,0 0 0,-1-1-1,1 1 1,0 0 0,-1 0 0,1-1-1,-1 1 1,1 0 0,0 0 0,-1 0-1,1 0 1,-1 0 0,1-1 0,-1 1-1,1 0 1,0 0 0,-1 0 0,1 0-1,-1 0 1,1 0 0,-1 1 0,-13 11 82,8-1-100,1 0 1,1 1-1,0 0 1,0 0-1,-3 22 1,3-16-2,-15 87-1,-7 159 0,25-244 0,-12 336 0,13-349 0,1 69-244,2 0 1,18 101-1,26 22-4041,-36-162 1638,18 39 0,7-7-4023,16 11-6133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5.3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209 67 16566,'-67'-27'2788,"53"14"-580,1 1-436,-4 6-320,0-3 1016,1 21-2704,2-3-684,4 10-892,3-1-1156,-6 3-3341,-7 21-5716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9.8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358 606 9253,'-10'-82'5388,"10"77"-4834,-1 0 0,1 0 0,-1 0 0,-1 0 0,1 0 0,-1 0 1,1 0-1,-5-6 0,6 10-489,0 0 0,-1 0 0,1 0 0,-1 0 0,1 0-1,-1 0 1,1 0 0,-1 0 0,0 0 0,1 0 0,-1 1 0,0-1 0,0 0 0,0 0 0,0 1 0,0-1 0,0 1 0,1-1 0,-1 1 0,-1-1-1,1 1 1,0-1 0,0 1 0,0 0 0,0 0 0,0-1 0,0 1 0,0 0 0,0 0 0,0 0 0,0 0 0,-1 0 0,1 1 0,0-1-1,0 0 1,0 0 0,0 1 0,0-1 0,0 1 0,-1 0 0,-7 6 204,0 0 0,1 0 0,0 1 0,0 1 0,1-1 0,-10 15 0,-36 63 822,43-68-889,-14 24 36,1 2 0,3 1 0,1 0-1,3 2 1,1 0 0,3 0-1,2 1 1,-5 57 0,13-91-211,-5 48 141,2 0 0,6 108 0,3-136-135,0 0 0,2-1 0,2 0 0,1 0 1,1-1-1,2 0 0,1-1 0,2-1 1,0 0-1,2-1 0,30 39 0,-31-48-18,1-1 0,0-1 0,1-1 0,1 0 0,1-1 0,1-2 0,0 0 0,0-1 0,1-1 0,1 0 0,0-2 0,0-1 0,1-1 0,1-1 0,46 7 0,-48-11-3,0-2 0,0 0 0,-1-2 0,1 0 1,0-1-1,-1-2 0,1 0 0,-1-1 0,0-2 1,-1 0-1,1-1 0,-1-1 0,34-21 0,-33 16-5,0-2 0,0-1 0,-2-1 0,0-1 0,-1 0 0,-1-1 0,-1-1 0,-1-1 0,0-1 0,-2 0 0,14-30 0,-10 12-5,-1-1 0,-2-1-1,-2 0 1,-2-1 0,-2 0 0,-1-1 0,-3 0 0,-2 0 0,-1-1 0,-3 1 0,-10-74 0,-4 29-18,-4 1-1,-4 0 1,-3 2-1,-4 1 1,-4 1-1,-4 2 1,-91-146 0,110 200-83,-1 0 1,-2 2-1,-1 0 0,-1 1 1,-1 2-1,-31-24 1,45 40-30,-1 1 1,0 0-1,0 0 0,0 1 1,-1 1-1,0 0 0,0 1 1,-14-3-1,17 6-18,0-1-1,0 2 1,0 0-1,0 0 1,0 0 0,0 1-1,0 1 1,0 0-1,0 0 1,0 1-1,1 0 1,-11 5-1,7-1-207,1 0 0,0 1 0,1 0 0,0 0 0,0 1 0,1 1 0,0 0-1,0 0 1,1 1 0,-12 19 0,7-7-1359,1 0-1,1 1 1,0 0 0,-12 45-1,0 35-8018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0.1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44 456 11289,'17'-34'5066,"5"50"-3588,-6-3-1243,-1 2 0,0 0-1,-1 1 1,-1 0 0,18 31 0,49 98 192,-68-122-362,19 43-27,-2 0 0,-3 2 0,-3 1 1,-3 1-1,14 93 0,-27-111-46,-2 0 0,-2 0 0,-2 1 1,-3-1-1,-2 1 0,-2-1 1,-3-1-1,-15 55 0,15-79 81,0-1-1,-1 0 0,-2-1 1,-1 0-1,-31 46 0,36-62 52,0 1 0,0-1 0,-1-1 0,0 1 0,0-1 0,-20 12 0,22-16 13,0-1 0,0 0 0,0 0 0,0 0 0,-1-1 0,1 0 0,0 0 0,-1-1 0,0 0 0,1-1 0,-16 0 0,18 0-30,-1-1 0,1 0 0,0-1 0,-1 1 0,1-1 0,0 0 0,0 0 0,0-1 0,0 0 0,0 0 0,1 0-1,-1 0 1,1 0 0,0-1 0,0 0 0,0 0 0,0 0 0,1-1 0,0 1 0,0-1 0,0 0 0,0 1 0,1-1-1,-3-7 1,0-2 40,0 0-1,1-1 0,1 1 0,0-1 1,1 0-1,0 0 0,2-27 0,3 0 19,3-1-1,1 1 1,2 0-1,2 1 0,29-72 1,-6 35-110,87-143 1,-6 48-2074,8 4 0,279-291 0,-324 381-2501,158-121 0,-62 82-5185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6.5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71 254 13505,'-2'1'183,"-1"-1"0,1 1 0,-1-1 0,1 0 0,-1 0 0,1 0 0,-1 0 0,1-1 0,-1 1 0,-2-1 0,4 0-62,0 1-1,0-1 1,0 0-1,0 1 1,0-1-1,0 0 1,0 0 0,0 0-1,1 1 1,-1-1-1,0 0 1,1 0-1,-1 0 1,0 0-1,1 0 1,-1 0-1,1-1 1,-1-1-1,0 2 169,0 0 1,1 0-1,-1 0 0,0 0 0,0 0 0,0 0 1,0 0-1,0 1 0,-1-1 0,1 0 0,0 1 1,0-1-1,-12-8 7934,19 3-8101,1 1 0,-1 0-1,1 0 1,0 0 0,0 1 0,0 0 0,0 1 0,1-1 0,13-3 0,13-2-293,36-5 1,-46 10 44,526-85-8766,-398 66 2228,18-4-5339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1212 47 9245,'-21'-5'283,"-163"-29"3243,121 29-2429,-1 3 1,-89 8 0,-127 30-1020,-66 3-641,290-42 826,53 3-243,0-1 0,0 1 0,0-1 0,0 0-1,1 0 1,-1 0 0,0-1 0,0 1 0,0-1 0,1 1-1,-1-1 1,1 0 0,-4-3 0,6 4-14,0 1 1,-1 0-1,1-1 1,0 1 0,0 0-1,-1-1 1,1 1-1,0-1 1,0 1-1,0 0 1,-1-1-1,1 1 1,0-1-1,0 1 1,0 0 0,0-1-1,0 1 1,0-1-1,0 1 1,0-1-1,0 1 1,0-1-1,0 1 1,0 0 0,1-1-1,-1 1 1,0-1-1,0 1 1,0 0-1,1-1 1,-1 1-1,0 0 1,0-1-1,1 1 1,-1 0 0,0-1-1,0 1 1,1 0-1,-1-1 1,0 1-1,1 0 1,-1 0-1,1-1 1,-1 1-1,0 0 1,1 0 0,-1 0-1,1 0 1,0 0-1,6-6 96,1 1 1,0 1-1,0 0 0,1 0 0,-1 0 1,1 1-1,0 1 0,-1-1 0,1 1 1,0 1-1,15-1 0,41 2 98,0 3-1,0 2 1,0 4 0,82 22-1,-86-15-1283,0 4 0,73 35-1,-7 15-5321,-124-69 6174,57 36-5848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1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19 333 10301,'-2'-4'2360,"0"1"-2059,0-1-1,0 0 1,0 0 0,0 0-1,1 0 1,-1 0 0,1-1-1,0 1 1,1 0 0,-1-1-1,1 1 1,0 0-1,0-1 1,0 1 0,0-1-1,3-7 1,-1 3 78,1 1 1,1-1-1,-1 1 0,1-1 1,1 1-1,0 1 0,10-14 1,-2 5-185,1 2 0,0 0 1,1 0-1,0 1 0,1 1 0,0 1 1,1 0-1,1 1 0,0 1 1,0 0-1,0 2 0,1 0 1,0 1-1,1 1 0,-1 0 1,1 2-1,27-2 0,-40 5-181,0 1-1,0-1 0,0 1 0,0 0 1,0 0-1,0 1 0,-1 0 0,1 0 1,0 1-1,-1 0 0,0 0 1,1 1-1,-1-1 0,0 1 0,-1 1 1,1-1-1,-1 1 0,0 0 0,8 9 1,-9-7-19,1 0 0,-1 0 0,0 1 0,-1-1 0,0 1 0,0 0 0,-1 0 0,0 0 1,0 0-1,-1 0 0,0 0 0,0 1 0,-1-1 0,0 0 0,0 1 0,-3 11 0,-6 21-30,-13 41-1,14-59-16,1 1-1,1 0 1,1 0-1,1 0 1,1 1-1,0 40 1,5-56 45,-1-1 0,1 1 1,0-1-1,1 0 1,0 1-1,0-1 0,1-1 1,0 1-1,0 0 1,1-1-1,10 12 1,6 5-173,48 40 0,1 3-155,-64-61 299,0 1 0,-1 0 1,0 1-1,0-1 0,0 1 1,3 8-1,-7-11 21,1-1 0,-1 1 0,0 0 0,0 0 0,0-1 0,-1 1 0,0 0 0,0 0 0,0-1 0,0 1 0,-1 0 0,0 0 0,-1 6 0,-3 1 1,1 0 1,-1 0-1,-1-1 0,0 0 0,-1 0 1,0 0-1,-1-1 0,1 0 0,-2-1 1,0 0-1,0 0 0,-1-1 0,1 0 1,-17 10-1,-14 6-7,-2-2 0,-69 26 0,62-27 7,-217 80-2275,262-99 2213,2-1-425,-15-7-245,17 6 734,0-1 0,-1 1 1,1 0-1,-1 0 0,1 0 0,0-1 1,-1 1-1,1 0 0,0 0 1,-1-1-1,1 1 0,0 0 0,0-1 1,-1 1-1,1 0 0,0-1 0,0 1 1,-1-1-1,1 1 0,0 0 1,0-1-1,0 1 0,0-1 0,0 1 1,0-1-1,-1 1 0,1 0 1,0-1-1,0 1 0,0-1 0,1 1 1,-1-1-1,0 1 0,0-1 1,0 0-1,13-20-197,30-23-4,-35 37 144,132-141-273,-15 14 172,-97 107 104,162-148-157,-161 151 263,1 2-1,2 1 1,0 1-1,64-27 1,-80 41 89,0 1 0,0 0 0,0 2 0,1 0 0,0 0 0,0 2 0,0 0 0,-1 1 1,20 2-1,12 5 570,84 23 0,-66-14-441,-53-13-168,0-1 1,1-1-1,0 0 1,-1-1-1,1 0 1,-1-2-1,1 1 1,-1-1-1,1-1 1,-1-1-1,0 0 1,0 0-1,-1-1 1,1-1 0,-1 0-1,0-1 1,-1 0-1,1-1 1,-2 0-1,1-1 1,-1 0-1,0 0 1,13-19-1,51-81 2823,-55 88-2122,-18 19-466,-1 6-50,-1 41-613,-3-1 1,-1 0 0,-15 57 0,9-60-3291,-28 70 1,20-63-2298,4 3-3550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7.5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332 0 4492,'4'7'367,"0"0"0,-1 0-1,0 0 1,-1 1-1,1-1 1,-2 1-1,1-1 1,-1 1-1,0 0 1,0 0 0,-1 14-1,-2 10 1286,-11 49-1,10-62-1016,-7 33 1299,-2 0 1,-3-1 0,-2-1-1,-1 0 1,-27 47 0,35-76-1560,-94 190 2544,49-63-6094,36-94-1066,5-18-1618,-5 7-5613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633 0 8257,'-114'2'2638,"50"-3"-977,1 3-1,0 2 1,-88 19-1,92-9-1139,-57 16-56,113-29-312,26 6-67,198 60-574,-104-34-716,319 79-7451,-315-80 3224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3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 1 6353,'-1'9'617,"2"1"1,-1-1-1,1 1 1,0-1-1,5 16 1,-3-11 160,-1-6-387,-2-1 0,1 0 0,-1 0 0,0 1 0,0-1 0,-1 0 0,0 1 0,0-1 0,-4 9 0,-25 63 1216,14-40-1080,-4 10 59,8-22-232,1 0 0,-10 42 0,20-62-320,0 0 0,1-1 0,-1 1-1,1 0 1,0 0 0,1-1 0,0 1 0,0 0-1,0-1 1,1 1 0,0 0 0,0-1-1,4 7 1,-2-4-54,1-1 0,0 0-1,1 0 1,0-1 0,0 0 0,1 0-1,0 0 1,11 8 0,1-2-313,0-1-1,1-1 1,1-1 0,-1 0 0,1-2 0,1 0 0,25 4-1,-13-5-1185,0-3 0,1-1-1,55-2 1,-63-1-131,46 2-3792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8:58.6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1 231 12929,'0'0'2031,"1"-4"-212,2-2-1569,0-1-1,0 1 1,1 0 0,-1 0-1,1 1 1,1-1 0,-1 1 0,1 0-1,0 0 1,0 0 0,0 1 0,1-1-1,0 1 1,0 1 0,0-1-1,0 1 1,8-3 0,16-6 290,1 1-1,45-9 1,-74 19-517,115-24 866,204-15-1,127 20-668,-384 18-258,314-2-395,321 8-680,-301 5-19,-141 0-237,201 7-2216,-156 0-2726,-119 0-1637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0.4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63 600 11097,'-3'1'1826,"-5"4"-639,-10 6 145,7-7 3545,-11-18 0,25 11-4741,0 0 0,0 0 0,0 0 0,0 0 0,1 0 0,-1 1-1,1 0 1,0 0 0,0 0 0,0 0 0,0 1 0,4-2 0,-3 1-25,50-20 574,108-27-1,63 1-958,-129 30-122,691-167-5297,-561 129 3369,251-70-5942,-231 57-240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1.3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24 472 9441,'-4'-10'673,"0"0"1,0-1-1,1 1 0,0-1 1,1 1-1,1-1 1,-1 0-1,2 0 0,0 0 1,0 0-1,0 0 1,4-14-1,-1 10-459,0 1-1,1 0 1,0 0 0,1 1-1,1-1 1,0 1-1,1 0 1,0 1 0,1 0-1,1 0 1,0 0 0,0 1-1,1 1 1,0-1 0,1 2-1,0-1 1,1 2-1,15-10 1,-6 6-133,1 0 0,0 2 1,1 0-1,0 1 0,1 2 0,-1 0 0,1 2 0,1 0 0,-1 2 1,43-1-1,-55 5-65,0 0 0,0 0 0,0 1 0,0 1 1,0 0-1,0 0 0,-1 1 0,1 1 0,-1 0 0,13 8 0,-16-7-10,0-1 0,0 2-1,-1-1 1,0 1 0,0 1-1,-1-1 1,0 1 0,0 0-1,-1 0 1,0 1 0,0-1-1,-1 1 1,0 0 0,3 12-1,-3-8 2,-1 0 0,-1 0 0,0 1 0,-1-1 0,0 1 0,-1-1 0,-1 1-1,0 0 1,0-1 0,-2 0 0,-7 25 0,-5 6-6,-2-1-1,-27 47 1,8-15 12,23-47 8,-48 116-9,55-127-16,1 0 0,0 1 0,1 0 0,1 0 0,1 0 0,-1 23-1,4-34 8,0 0 0,1 1 0,-1-1 0,1 0 0,1 0 0,-1 0 0,1-1 0,0 1 0,1 0 0,0-1 0,0 0 0,0 0 0,1 0 0,-1-1 0,2 1 0,-1-1 0,0 0 0,10 6 0,10 6-48,0-1 0,1-1 0,32 13 0,-55-27 39,52 25-72,23 9-120,-2 4-1,75 51 0,-142-85 164,0 2 0,-1 0 0,0 0 0,0 0 0,-1 1 0,0 0 0,12 17 0,-17-20 27,0-1 0,0 1 0,0 0 0,0 0 0,-1 0 0,1 0 0,-1 0 0,-1 0 0,1 0 0,-1 0 0,0 0 0,0 0 0,0 0 1,-1 0-1,1 0 0,-1 0 0,-1 0 0,-2 7 0,-1 0 18,-1-1 1,0 1 0,-1-1-1,-1-1 1,0 0 0,0 0 0,-1 0-1,0-1 1,-1-1 0,1 1-1,-2-2 1,1 1 0,-14 6-1,-22 12 158,-85 34 0,47-24-118,-2-5 0,-168 39 0,236-67-264,9 0-109,1-1 0,-1-1 1,0 1-1,0-2 1,1 1-1,-1-1 0,0 0 1,0-1-1,0 0 1,-16-4-1,24 4 85,0 1 0,0-1 1,-1 0-1,1 0 0,0 0 0,1 0 0,-1 0 0,0 0 0,0 0 0,0 0 1,0 0-1,1 0 0,-1 0 0,1-1 0,-1 1 0,1 0 0,-1-1 1,1 1-1,0 0 0,-1-1 0,1 1 0,0 0 0,0-1 0,0 1 1,0 0-1,0-1 0,0 1 0,1 0 0,-1-1 0,0 1 0,1 0 1,0-3-1,21-26-8078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1.6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1356 11081,'0'0'92,"1"-1"0,0 1-1,0 0 1,-1-1 0,1 1 0,0-1 0,-1 1-1,1-1 1,-1 1 0,1-1 0,0 0 0,-1 1 0,1-1-1,-1 1 1,0-1 0,1 0 0,-1 0 0,1 1-1,-1-1 1,0 0 0,0 0 0,1-1 0,-1 1-16,0 0 1,1 0 0,-1 0-1,0 0 1,1 0 0,-1 0 0,1 0-1,0 0 1,-1 0 0,1 0-1,0 0 1,-1 1 0,1-1-1,0 0 1,0 0 0,0 1 0,0-1-1,-1 0 1,1 1 0,0-1-1,0 1 1,2-1 0,242-103 2972,-12 6-3158,-205 83 94,0-1 0,-1-2 0,0 0 0,-2-2 0,45-44 1,-46 36 55,-1-1 0,-1-1 1,-1-2-1,-2 0 0,-1 0 1,21-57-1,-14 17 479,-2 0 1,15-93-1,-6-61 1732,-11 64 1106,-34 185-1364,7-2-1676,0 0 1,2 1 0,1-1-1,0 1 1,1 27 0,0 0 78,-19 508 1434,32-186-5440,-9-215-718,1 10-5366,8-71-1096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3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610 770 11829,'0'0'1362,"-3"1"8,-3 3-935,0-1 1,0 0 0,0 1-1,1 0 1,0 1 0,-1-1-1,2 1 1,-9 9-1,-29 50 1433,24-35-1586,9-16-171,-1-1 1,-1-1-1,0 1 0,0-2 0,-1 1 0,0-2 1,-1 1-1,0-2 0,0 0 0,-1 0 0,0-1 1,-22 7-1,25-12-59,1 1 0,0-2 0,-1 1 0,0-1 0,1-1 0,-1 0 0,1-1 0,-1 0 0,0 0 1,1-1-1,0 0 0,-1-1 0,1 0 0,0-1 0,1 0 0,-1-1 0,1 0 0,-1 0 0,1-1 0,1 0 1,-1 0-1,1-1 0,0-1 0,1 1 0,0-1 0,0 0 0,1-1 0,0 1 0,0-1 0,1-1 0,0 1 0,0-1 1,1 0-1,1 0 0,0 0 0,0 0 0,1 0 0,0-1 0,1 1 0,-1-21 0,9-140 155,-5 148-180,1 0 1,2 0-1,0 0 0,2 1 1,16-40-1,-13 37-28,12-30-8,2 2 0,42-69 1,-55 104 7,2 0-1,0 0 1,1 1 0,0 1 0,2 0 0,0 1 0,0 0 0,2 2-1,30-19 1,-42 28-3,1 1-1,0 0 0,0 0 0,0 1 1,0 0-1,0 0 0,1 1 1,-1 0-1,0 0 0,1 0 0,-1 1 1,1 0-1,-1 1 0,1 0 1,-1 0-1,0 0 0,1 1 0,-1 0 1,0 1-1,0-1 0,8 5 0,-4 0 3,-1 0 0,1 0 0,-1 1 0,0 0 0,-1 1 0,0 0 0,0 1 0,-1-1 0,-1 2 0,1-1 0,9 20 0,-2 2-11,-2 0 1,0 1-1,-3 1 1,-1 0-1,-1 0 1,-2 1-1,-1-1 1,0 42-1,-4-15-71,-3 0 0,-3 0 0,-23 112 0,10-59-136,5-29-61,13-81 266,-1 0 0,1 0-1,0 0 1,0 0 0,0 0-1,0 0 1,1 0 0,-1-1 0,1 1-1,0 0 1,0 0 0,1 0-1,-1-1 1,1 1 0,-1-1 0,5 6-1,-5-7 4,1-1-1,-1 1 1,1 0-1,-1-1 0,1 1 1,0-1-1,0 0 1,0 1-1,0-1 0,0 0 1,0 0-1,0-1 1,0 1-1,0 0 1,0-1-1,0 1 0,0-1 1,1 1-1,-1-1 1,0 0-1,0 0 0,1 0 1,-1 0-1,0-1 1,0 1-1,1 0 1,-1-1-1,4-1 0,10-6-74,-1 1 0,0-2-1,0 0 1,-1-1 0,0 0-1,-1-1 1,0-1-1,-1 0 1,0-1 0,-1 0-1,17-25 1,9-21-108,47-95 0,-82 148 191,55-114-142,68-122 661,-94 200-79,-29 40-187,1 11 44,-1-2-230,0 0 1,0 0-1,0 0 0,-1 0 1,0 0-1,-1 0 0,0 0 0,0 0 1,0 0-1,-1 1 0,-1 6 0,-28 223 786,23-159-703,4-34-290,1 0 1,3 0-1,6 49 0,-3-64-738,2 0-1,1 0 1,10 28 0,-14-50-52,0 0-1,0 0 1,0 0 0,1-1-1,0 0 1,0 1 0,1-2-1,7 10 1,17 7-8069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7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797 350 8817,'44'-83'4078,"-42"77"-3504,1-1 0,-1 0 0,0 0 0,-1 0 0,0-1 0,0 1 0,0 0 0,-1-14 0,-8-49 1388,7 64-1831,0 0 1,0 1-1,-1-1 0,1 1 1,-1-1-1,0 1 0,-1 0 1,0 0-1,1 0 0,-1 0 1,-1 0-1,1 1 0,-1-1 1,0 1-1,0 0 0,0 0 1,0 0-1,-1 1 0,0-1 1,1 1-1,-11-4 0,7 4-24,-1 0-1,1 1 0,-1 0 0,0 1 0,1 0 0,-1 0 0,0 1 0,0 0 1,0 1-1,1 0 0,-1 0 0,0 0 0,-13 6 0,-3 1 30,1 2-1,0 1 1,1 1-1,0 0 1,1 2-1,-33 27 1,-117 114 179,144-128-291,-1 2-141,1 2 0,2 0 0,0 2 0,-36 64-1,51-79-55,2 1 0,0 0-1,2 0 1,0 1-1,1 0 1,0 0-1,2 1 1,1-1-1,0 1 1,2 0-1,1 26 1,0-42 105,0 0 0,1-1 0,0 1 0,0 0 0,0 0 0,0-1 0,1 1-1,0-1 1,0 1 0,0-1 0,0 0 0,1 0 0,0 0 0,0 0 0,0 0 0,0 0 0,0-1 0,1 0 0,0 1 0,0-1 0,0-1 0,0 1 0,0-1 0,5 3 0,0-2-1,0 0 0,0-1 0,0 1 0,1-2 1,-1 0-1,1 0 0,-1 0 0,1-1 0,-1-1 1,0 0-1,12-2 0,18-5 315,0-2 0,-1-1 0,-1-2 0,0-2 0,-1-1-1,38-23 1,-64 34-53,1 0 0,0 0 0,11-2-1,-15 4-103,-6 3-68,0 0-1,0 0 0,0 1 0,0-1 0,0 0 1,0 0-1,0 1 0,-1-1 0,1 0 0,0 1 0,0-1 1,0 1-1,0-1 0,-1 1 0,1-1 0,0 1 1,0 0-1,-1-1 0,1 1 0,0 0 0,-1-1 1,1 1-1,0 1 0,0 0 42,1 0-47,0 1 0,0-1 0,0 1-1,0 0 1,-1 0 0,1-1 0,-1 1-1,0 0 1,0 0 0,0 0 0,0 0 0,-1 1-1,1-1 1,-1 0 0,0 0 0,0 6-1,-7 60-175,2-39-68,4-17 67,-2 26-1658,-2 0 0,-2 0-1,-13 42 1,4-25-3294,8-1-2826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2.9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138 10 14705,'15'-6'1261,"-5"3"2010,-21 5-672,9-1-2482,1-1 0,0 0 0,0 1 0,0 0 0,0-1 0,0 1 0,0-1 1,0 1-1,0 0 0,0 0 0,0 0 0,1 0 0,-1 0 0,0-1 0,0 1 0,1 0 0,-1 1 0,1-1 0,-1 0 0,1 0 0,-1 0 0,1 0 1,0 0-1,-1 0 0,1 2 0,-1 36 1186,2-26-957,6 174 1697,5 368 308,-16-377-4532,-30 197 0,-31-92-6066,44-204 3437,-5 34-5710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3.22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394 974 13033,'-216'-23'2077,"39"-8"5932,178 29-7761,0 0-1,1 0 1,-1 0-1,1 0 1,0 0-1,-1 1 0,1-1 1,0 1-1,0-1 1,3-1-1,15-8 28,0 2 1,1 0-1,0 1 0,0 1 0,43-7 1,798-112 1356,-756 114-1539,2138-244-1926,-2-26-5241,-1715 208 3216,-182 19-2314,-149 19-1125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3.7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1622 79 6953,'-1'-1'146,"0"0"1,0 0-1,1 0 1,-1 0-1,0 0 1,1 0 0,-1 0-1,1 0 1,-1 0-1,1-1 1,0 1-1,0 0 1,-1 0-1,1-1 1,0 1 0,0 0-1,0 0 1,0-1-1,1 1 1,-1 0-1,0 0 1,0 0 0,1-3-1,17-26 2962,-7 12 2268,-6 20-4573,6 4-565,0 0 1,0 1-1,0 0 0,-1 0 0,0 1 0,-1 1 1,0 0-1,0 0 0,-1 1 0,14 21 0,5 11 594,32 67 1,33 87 392,-9 5 0,58 210 0,-96-242-899,-6 3-1,30 341 0,-60-347-322,-8 0 0,-6 1-1,-8-1 1,-8-1 0,-82 321-1,61-349-525,-6-2 0,-7-2 0,-4-3 0,-7-2 0,-5-4 1,-5-2-1,-173 207 0,119-183-1134,-174 152 1,191-202-69,-5-4 0,-149 88-1,-25-18-3383,-12-10-2835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4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449 1 10889,'0'0'81,"-1"0"0,0 0 0,0 0 1,0 0-1,0 0 0,1 0 0,-1 1 0,0-1 0,0 0 1,0 0-1,1 1 0,-1-1 0,0 1 0,0-1 0,1 0 1,-1 1-1,0 0 0,0 0 0,3 11 1465,5 16-347,-7-9-563,-1 0 0,-4 19 1,-2 11 269,-60 481 4293,-26-5-2541,34-207-1691,27-140-589,-117 779 1079,131-773-1404,8-1 1,9 1-1,26 227 1,-12-312-494,4-1 0,5-1 0,4-1 0,4-2 0,67 146 1,-68-183-413,2-1 1,2-2-1,3-2 1,1-1-1,4-2 1,1-1 0,2-3-1,2-1 1,96 69-1,-75-69-2033,77 36 0,93 29-6071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4.9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683 40 9477,'-13'-8'461,"-31"-16"838,41 23-1130,1 0 1,-1 0 0,1 0-1,-1 0 1,0 0-1,0 1 1,1-1 0,-1 1-1,0 0 1,0 0-1,0 0 1,0 0 0,-5 1-1,3 2 57,-1 0 0,1 1-1,0 0 1,0 0 0,0 0 0,1 0-1,-1 1 1,1 0 0,-4 5 0,-7 7 276,-20 24 240,1 2 1,2 1 0,2 2-1,2 1 1,-34 80 0,-77 263 1376,97-246-1605,7 2-1,7 2 1,6 0-1,-6 285 1,30-332-441,4-1 1,5 1 0,5-1-1,3-1 1,5-1 0,4-1-1,4-1 1,56 112-1,-41-116-352,4-2 0,4-3 0,4-3 0,3-2 0,4-2 0,150 138 0,-142-156-558,2-3 1,3-3 0,2-4-1,121 58 1,-95-62-1971,1-6 0,157 41 0,-6-23-5829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5.1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523 3 10925,'1'-1'196,"1"1"0,-1-1-1,1 1 1,0 0 0,-1-1 0,1 1-1,-1 0 1,1 0 0,0 0 0,-1 0-1,1 1 1,0-1 0,-1 0 0,1 1-1,0-1 1,-1 1 0,1-1 0,-1 1-1,1 0 1,-1-1 0,1 1 0,1 2-1,37 29 1091,-20-14-339,29 23-100,-3 2-1,-2 1 0,73 96 0,-47-43-249,62 118-1,-82-120-248,-3 1 0,-5 2 1,33 115-1,-53-135-178,-3 1 0,-5 1-1,-2 1 1,1 143 0,-17-136-178,-3 0 0,-4-1 0,-4 0 0,-4-1 0,-3-1 0,-4-1 0,-4-1 0,-3-1 0,-4-2 0,-88 141 0,63-130-850,-4-1 0,-3-4 1,-92 88-1,72-90-2053,-3-5 0,-172 115 0,23-47-6333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6.0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14 670 11401,'-13'18'5785,"20"-33"-4233,16-15-228,7 6-168,17-6-128,20-10-220,27 1-236,26-3-116,28 3-356,13-6-300,23-4-328,20-5-692,10-12-988,21-7 280,23 7-3465,6-9-4328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6.8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37 112 10917,'-37'-9'5485,"41"-3"-4665,26-6-124,23 9-412,41 3-312,30-3-652,34 0-645,29-3-523,41-4-2272,33 4-3097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1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1 348 11869,'-1'-6'579,"1"-1"0,0 0 0,1 0 0,0 0 0,0 0 0,0 0 1,1 0-1,0 0 0,0 1 0,5-11 0,7-21 1840,-13 35-2261,0-1-1,1 0 1,-1 0 0,1 1 0,0-1-1,0 1 1,0-1 0,1 1 0,-1 0-1,1 0 1,0 0 0,0 0 0,0 1-1,0-1 1,0 1 0,0-1 0,1 1-1,-1 0 1,1 1 0,0-1 0,-1 0-1,1 1 1,0 0 0,0 0 0,0 0-1,0 1 1,0-1 0,0 1 0,0 0-1,0 0 1,0 0 0,4 1 0,6 1-34,-1 0-1,0 1 1,1 1 0,-1 0 0,-1 1 0,1 0 0,-1 1 0,17 10-1,-3 1-41,-2 2 0,0 1-1,-2 1 1,0 1-1,-1 0 1,-1 2-1,-2 0 1,0 2-1,-1 0 1,-2 0-1,-1 2 1,-1 0-1,-1 0 1,-2 1-1,0 0 1,-2 1-1,-2 0 1,0 1-1,0 30 1,-6-23-38,-1 0 0,-3 0 0,-1 0 0,-17 62 0,-56 141 60,1-56 120,113-233-121,174-311-64,-28-11-119,-99 197 108,118-202 375,-195 365-382,1-2 21,0 1 1,1 0 0,1 1 0,10-11-1,-17 18-11,1 1 0,-1 0-1,1 0 1,0 0 0,-1 0-1,1 1 1,0-1 0,0 1-1,0 0 1,0 0-1,0 0 1,1 0 0,-1 0-1,0 0 1,0 1 0,1 0-1,-1 0 1,0 0 0,0 0-1,1 0 1,-1 0 0,6 2-1,-2 1 41,1 0-1,0 1 0,-1 0 1,0 0-1,0 0 0,0 1 1,-1 0-1,0 0 0,1 1 0,-2 0 1,1 0-1,-1 0 0,0 1 1,0-1-1,-1 1 0,0 0 1,5 11-1,87 233 775,-16-36-778,-39-119-838,97 161-1,-112-217-66,1-1 0,2-2 1,2-1-1,2-1 0,0-2 0,52 39 0,-42-42-1857,3-2 0,0-2-1,60 25 1,29 7-8899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1095 164 12349,'-7'-6'574,"1"-1"-1,0 0 0,1 0 1,0-1-1,0 1 0,-7-16 1,8 16-196,-1 0-1,1 0 1,-1 1 0,-1-1 0,1 1-1,-1 1 1,0-1 0,0 1 0,0 0-1,-1 0 1,0 1 0,0 0-1,0 0 1,-1 1 0,1 0 0,-1 0-1,1 0 1,-1 1 0,0 1 0,0-1-1,-15 0 1,4 1-88,1 0 0,-1 2 1,0 0-1,1 1 0,-1 1 0,1 1 0,-1 0 0,-24 11 1,9 0-94,2 1 0,0 2 1,1 1-1,0 1 1,2 2-1,-51 48 1,-135 173 350,175-194-593,-59 100 0,87-129-15,1 1-1,1 1 1,1 0-1,2 0 1,0 1-1,1 0 1,1 0-1,-3 27 1,8-43 24,0-1 0,0 0 1,0 0-1,0 1 0,1-1 0,0 0 1,0 0-1,1 0 0,0 0 1,0 0-1,0 0 0,1-1 1,0 1-1,0-1 0,0 1 0,1-1 1,0 0-1,4 4 0,-3-4 4,0-1 0,1 0 0,0 0-1,0 0 1,0-1 0,0 0 0,1 0 0,-1 0-1,1-1 1,0 0 0,-1-1 0,1 1-1,0-1 1,0 0 0,0-1 0,8 0 0,2-1 21,1-1 1,0 0-1,0-1 1,-1-1 0,0-1-1,0-1 1,32-15-1,111-70 677,-109 59-278,108-61 663,-155 91-1081,0 0 0,0 0 0,1 1 0,-1-1 0,1 1 0,-1 0 0,1 0-1,-1 0 1,1 1 0,-1 0 0,1 0 0,0 0 0,-1 0 0,1 1 0,-1-1 0,1 1 0,-1 0 0,1 1 0,-1-1 0,0 1 0,0 0-1,1 0 1,-1 0 0,0 0 0,5 5 0,-2-1-516,1 0-1,-1 0 0,0 1 0,11 14 1,-11-12-1019,-1 0 1,0 1 0,7 16-1,4 12-4793,8 18-3903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09.9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336 37 11341,'1'4'20,"1"11"2025,-21-1 104,-4 1-1542,2 2-1,0 0 0,1 1 0,1 1 0,0 1 1,-25 35-1,-20 22-61,46-56-144,-20 30-1,37-49-313,-1 0 0,1 0-1,-1 0 1,0-1 0,0 1 0,0-1-1,0 1 1,0-1 0,0 0 0,-3 2-1,-2 1 138,5-2 106,6-23 433,-4 18-734,1 0 1,0 0-1,-1 1 0,1-1 1,0 0-1,0 1 0,1-1 1,-1 1-1,1-1 0,-1 1 1,1-1-1,0 1 0,0 0 1,0 0-1,0 0 0,0 0 0,0 0 1,0 0-1,1 1 0,-1-1 1,1 1-1,-1 0 0,1-1 1,0 1-1,-1 0 0,1 1 1,0-1-1,0 0 0,0 1 0,-1 0 1,1-1-1,0 1 0,0 0 1,0 1-1,0-1 0,0 0 1,0 1-1,-1 0 0,1-1 1,0 1-1,0 0 0,-1 1 1,1-1-1,-1 0 0,1 1 0,-1-1 1,0 1-1,1 0 0,-1 0 1,0 0-1,0 0 0,2 3 1,14 14-60,-1 1 0,-2 0 0,0 1 0,-1 1 0,-1 1 0,0 0 0,12 35 0,-7 2-499,16 97 1,-33-154 647,-1-9-33,1 0-1,0-1 1,1 1-1,-1 1 1,1-1 0,4-8-1,1-5 94,37-101 939,-8 27-534,2-4-162,43-78 179,-65 141-431,30-47 0,-36 68-109,0 0 0,2 0 0,21-19 0,-29 28-47,0 0 1,1 1-1,0-1 0,-1 1 0,1 0 0,0 1 1,1-1-1,-1 1 0,0 0 0,1 0 0,-1 0 1,1 1-1,0 0 0,-1 0 0,1 0 0,0 1 1,6 0-1,-5 1-14,-1 0 0,0 1 0,1-1 0,-1 2 0,0-1-1,0 0 1,0 1 0,0 0 0,-1 1 0,1-1 0,-1 1 0,0 0 0,0 1 0,0-1 0,5 8 0,11 13-383,-1 0 0,-2 2 0,-1 0 1,-1 1-1,23 57 0,42 159-4383,-60-172 2612,14 62-5824,-16-71 23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0.3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794 764 10185,'-5'-8'452,"1"0"1,-1 1 0,0 0-1,-1 0 1,0 0-1,0 1 1,-10-9-1,12 12-136,-1-1 1,0 1-1,0 1 0,0-1 1,-1 1-1,1 0 0,0 0 1,-1 1-1,0-1 0,1 1 1,-1 0-1,0 1 0,-7 0 1,1 0-4,0 2 0,0 0 0,0 0 0,0 1 0,1 1 0,0 0 0,-1 0 0,2 1 0,-1 0 0,0 1 0,1 1 0,0-1 0,-12 12 0,-13 12 264,1 3 0,-30 37 0,48-52-368,-30 35-1,2 2 0,3 2 0,2 2 1,2 2-1,-53 125 0,80-162-358,2 0 0,1 1 0,1 0-1,1 0 1,1 0 0,2 0 0,0 1 0,2 25 0,0-45 69,1-1 1,0 1-1,0 0 1,1-1-1,-1 1 1,1-1 0,0 0-1,5 9 1,-6-12 15,0 0 0,1 0 1,-1 0-1,1 0 0,0 0 0,0 0 1,0-1-1,0 1 0,0 0 1,0-1-1,0 0 0,0 1 0,0-1 1,1 0-1,-1 0 0,1 0 1,-1-1-1,1 1 0,-1 0 1,1-1-1,-1 0 0,5 0 0,5 0-68,-1-2 0,0 0 0,1 0 0,-1-1 0,0 0 0,0-1 0,-1 0 0,1-1 0,-1 0 0,0-1 0,0 0 0,-1 0 0,1-1 0,-1 0 0,-1-1 0,0 0 0,8-10 0,5-6-37,-2-1 1,-1 0 0,-1-2-1,-1 0 1,15-35-1,83-245-189,-23-8 564,-57 192 152,12-50 2135,25-202 1,-66 313-1630,-5 57-668,0-1 1,0 1 0,-1 0 0,1-1 0,-1 1 0,-1 0 0,1 0-1,-1 0 1,-3-7 0,0 13 656,-2 3-741,1 0 0,1 1 1,-1-1-1,0 1 0,1 0 0,0 1 0,1 0 0,-1-1 0,1 1 0,0 1 0,0-1 0,1 1 1,-3 7-1,-5 14 85,2 0 0,-5 31 1,8-35-80,-9 49-474,4 0 0,-4 149 0,28 152-7986,2-244 1599,18 2-4067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0.8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 1 13877,'-1'0'202,"0"1"0,-1 0-1,1-1 1,0 1 0,0 0-1,-1 0 1,1 0 0,0 0 0,0 0-1,0 0 1,0 0 0,0 0-1,0 0 1,0 0 0,1 0-1,-1 1 1,0-1 0,0 0 0,1 1-1,-1-1 1,1 0 0,0 1-1,-1-1 1,1 1 0,0-1-1,0 1 1,0-1 0,0 1 0,0-1-1,0 1 1,0-1 0,0 0-1,1 1 1,-1-1 0,1 3-1,0 0-253,5 40 858,2-1 0,2 1-1,2-2 1,2 1 0,1-2 0,28 52-1,-16-39-518,-2-1-193,3-2 0,54 78 0,-47-85-606,3-1 0,45 41 0,-67-70 347,1 0 0,1-1 0,0 0 0,0-2 0,2 0 0,-1-1 0,1-1 0,26 8 0,-38-15 137,0-1 0,1 0 0,-1 0-1,1-1 1,-1 0 0,0 0 0,1-1 0,-1 0 0,0 0-1,1-1 1,-1-1 0,0 1 0,0-1 0,-1 0-1,1-1 1,-1 0 0,1 0 0,-1-1 0,0 1-1,9-10 1,-1-1 27,0 0-1,-1-2 1,0 0-1,-1 0 1,-2-1-1,1-1 0,14-35 1,47-150 882,-66 185-710,33-141 1449,-1 3 429,-38 157-2031,-1 0 1,0 0-1,0 0 0,0-1 0,0 1 1,1 0-1,-1 0 0,0 0 0,0 0 1,1 0-1,-1-1 0,0 1 0,0 0 0,1 0 1,-1 0-1,0 0 0,0 0 0,1 0 1,-1 0-1,0 0 0,0 0 0,1 0 1,-1 0-1,0 0 0,0 0 0,1 0 0,-1 0 1,0 0-1,0 0 0,1 0 0,-1 1 1,0-1-1,0 0 0,1 0 0,-1 0 0,0 0 1,0 0-1,1 1 0,-1-1 0,9 6 183,-6-3-142,0 0 1,0 1 0,0-1-1,-1 0 1,1 1 0,-1-1-1,0 1 1,0 0 0,-1 0-1,1 0 1,1 6 0,9 54 435,-5-20-182,81 477 1480,-78-415-1750,-5 1 0,-18 211 0,-1-216-38,-4 0-1,-5-2 1,-4-1-1,-51 121 1,28-106-77,-5-1 1,-5-4-1,-84 117 1,12-48-368,105-146 352,-1-2-1,-1 0 0,-42 31 1,69-59 76,0-1 0,0 1 0,0-1 0,0 0 0,0 0 0,-1 0 0,1 0 0,0 0 0,-1 0 1,1-1-1,-1 1 0,1-1 0,-6 0 0,7 0 7,0 0 1,0 0-1,0 0 1,0-1-1,0 1 1,0 0 0,0-1-1,0 1 1,1-1-1,-1 1 1,0-1-1,0 0 1,0 1-1,0-1 1,1 0-1,-1 0 1,0 1 0,1-1-1,-1 0 1,1 0-1,-1 0 1,1 0-1,-1 0 1,1 0-1,-1 0 1,1 0-1,0 0 1,0 0 0,-1 0-1,1 0 1,0 0-1,0 0 1,0 0-1,0-1 1,2-10-6,0 0-1,0 0 1,1 0-1,1 0 1,0 1 0,1 0-1,8-16 1,-9 19 6,41-83-213,5 2-1,72-99 1,141-154-2484,-83 112-629,-148 188 2530,231-286-9200,-89 146-904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1.0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466 350 15377,'-127'-84'3293,"100"48"-425,-3-6-180,0 9-384,-4-1-467,14 4-349,-3 6-244,3-3-336,13 12-556,-10 3-608,4 0-372,-10 30-3216,2 0 431,-5 6-3707,-21 21-6994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4.0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205 634 7873,'1'-2'3811,"8"-5"-3453,-9 6 2,1 1 0,-1 0 0,1 0-1,-1-1 1,1 1 0,-1 0 0,2-2 719,-2 2-719,0-1 0,1 1-1,-1 0 1,0-1 0,1 1 0,-1-1-1,0 0 1,0 1 0,0-1 0,1 1 0,-1-1-1,0 1 1,0-1 0,0 1 0,0-2-1,-5-5 708,4 5-932,0 1 0,0 0 0,0-1 0,0 1 0,0 0 0,-1 0 0,1 0 0,0 0 0,-1 0 0,1 0 0,-1 0 0,1 1 0,-1-1 0,1 0 0,-1 1 0,0-1 0,1 1 0,-1 0 0,1-1 0,-1 1-1,0 0 1,1 0 0,-1 0 0,0 0 0,1 1 0,-1-1 0,0 0 0,1 1 0,-1-1 0,0 1 0,1-1 0,-1 1 0,1 0 0,-1 0 0,1-1 0,0 1 0,-1 0 0,1 0 0,0 1 0,0-1 0,-1 0 0,1 0 0,0 0-1,-1 3 1,-5 7 24,0 0-1,0 0 0,1 0 0,-7 21 0,8-19 282,-15 41 164,4 0 0,-17 93 0,25-109-418,-3 20-10,2 1 0,2-1 1,4 1-1,6 104 0,0-132-151,2 0 0,1-1 0,2 0 0,15 43-1,-14-54-24,0 1 0,1-1-1,0-1 1,2 0-1,0 0 1,2-1-1,18 19 1,-18-23 0,0-1 0,2-1 0,-1 0 0,1-1 0,1-1 0,0 0 0,0-2 0,1 1 0,0-2 0,0-1 0,0 0 0,1-1 0,0-1 0,-1-1 0,33 0 0,-18-2 0,0-2 0,-1-1 0,1-2 0,-1-1 0,0-1 0,-1-2 0,0-1 0,40-19 0,-52 19 0,1-1 0,-2 0 0,1-2 0,-2 0 0,0-1 0,0-1 0,-2 0 0,28-34 0,-25 24 0,-1-1 0,-2 0 0,0-2 0,-2 1 0,18-54 0,-16 25 0,-2 1 0,-3-1 0,-2-1 0,-3 0 0,-2 0 0,-7-84 0,-2 63 1,-3 1-1,-3 1 1,-4 0-1,-27-78 1,30 118-4,-1 0-1,-1 1 1,-2 1 0,-2 0-1,-1 2 1,-1 0-1,-2 1 1,-1 1 0,-2 1-1,-32-28 1,44 45-97,0 1 0,0 1 0,-1 0 0,0 2 0,-1-1 0,0 2 0,0 0 0,0 1 0,-1 0 0,-33-5 0,38 9-169,0 1 1,0 1-1,0 0 1,0 0-1,0 1 1,-1 1-1,1 0 1,1 1-1,-1 0 1,0 1-1,1 0 1,-1 1-1,1 0 1,1 0-1,-1 1 1,-15 12-1,5 0-875,0 0 0,1 1 0,1 1-1,-17 23 1,19-20-1280,1 1 0,-13 25 0,-20 59-8667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5.0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275 91 10257,'-3'-4'763,"-1"1"0,1-1 0,0 1 1,0-1-1,0 0 0,0-1 0,0 1 0,1 0 1,0-1-1,0 1 0,0-1 0,-1-9 0,-4-14 8401,17 92-7923,-3 0 0,-3 105 0,-27 133-1539,-45 150-877,-1-153-5617,21-120-1347,4 5-5538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7.8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266 191 7225,'-22'-13'1984,"21"12"-1888,1 1 0,-1-1 0,1 1 0,0-1 0,-1 1 0,1-1 0,0 1 0,0-1 0,-1 0 0,1 1 0,0-1 0,0 1 0,0-1 0,0 0-1,0 1 1,0-1 0,0 0 0,0 1 0,0-1 0,0 0 0,0 1 0,0-1 0,0 1 0,0-1 0,1 0 0,-1 1 0,0-1 0,0 1 0,1-1 0,-1 0 0,0 1 0,1-1 0,-1 1 0,1-1 0,0 0 56,-1 1 1,1-1 0,-1 1-1,0-1 1,1 0-1,-1 1 1,0-1-1,0 1 1,1-1-1,-1 0 1,0 1-1,0-1 1,0 0-1,0 1 1,0-1-1,0 1 1,0-1-1,0 0 1,0 1-1,0-1 1,0 0-1,0 1 1,0-1-1,-1-1 1,-8-6 835,4 3-278,-1 0 0,0 0 0,0 0 0,-11-6 0,15 10-326,-1 0-50,-1 0-266,2 0-5,0 0 0,0 0 0,0 0 0,-1 0 0,1 1 0,0-1 0,0 1 0,-1-1 0,1 1 0,0 0 0,-1 0 0,1 0 0,0 0 0,-1 1 0,1-1 0,0 0 0,0 1 0,-1 0 0,1-1 0,0 1 0,0 0 0,0 0 0,0 0 0,0 1 0,0-1 0,-2 2 0,-21 13 599,-55 40 1489,78-55-2077,0 1 0,0 0 0,0-1 0,1 1 0,-1 0 1,1 0-1,-1 0 0,1 0 0,0 0 0,0 0 0,0 0 0,0 1 0,0-1 0,1 0 0,-1 0 0,0 5 0,1-6-35,0 1 1,0-1-1,0 1 0,1 0 0,-1-1 0,1 1 0,-1-1 0,1 1 0,-1-1 1,1 1-1,0-1 0,0 0 0,0 1 0,0-1 0,0 0 0,0 1 1,0-1-1,0 0 0,0 0 0,1 0 0,-1 0 0,0 0 0,1 0 0,-1-1 1,0 1-1,1 0 0,1 0 0,9 4 60,1-1-1,-1 0 1,1-1 0,0-1-1,-1 0 1,17 1 0,86-4 229,-97 0-287,487-41-930,-483 39 759,226-30-1786,139-33-3960,489-59-11963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8.5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201 206 10289,'-19'-7'712,"16"5"-512,0 1 1,0 0-1,-1 0 1,1 0 0,-1 0-1,1 0 1,-1 1-1,1-1 1,-1 1-1,1 0 1,-1 0 0,1 0-1,-1 1 1,0-1-1,-5 3 1,5-3 196,0 1 0,0-1 0,0 0 0,0 0 0,0 0 0,0-1 0,0 1 0,0-1 0,0 0 0,0 0 0,0-1 0,0 1 0,-5-4 0,5 3 247,0 1 0,0-1 1,0 1-1,0-1 0,0 1 0,0 0 0,0 1 0,-1-1 0,1 1 0,0 0 0,0 0 0,-7 1 0,24-21 1368,-7 15-1882,0-1 0,0 1 0,1-1 0,0 2-1,0-1 1,0 1 0,1 0 0,-1 1 0,1-1-1,14-3 1,12-1 104,46-6 0,-65 12-183,429-37-1711,-261 27-372,250-10-4436,-143 19-981,-14 4-4058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9.4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39 521 12733,'-6'-60'5098,"5"56"-4499,0 0 0,0 0 0,0 0 0,-1 0 0,1 1 0,-1-1 0,-4-5 0,4 5-250,-1 0-1,1 0 0,0 1 0,1-1 0,-1 0 0,1-1 1,-1 1-1,0-8 0,1 2-21,1 0-1,0 0 0,1-1 1,0 1-1,1 0 1,0 0-1,1 0 1,0 0-1,0 1 1,1-1-1,9-17 1,-5 15-156,0 1-1,0 0 1,1 1 0,0 0 0,1 1-1,0 0 1,1 0 0,12-8 0,7-1-327,1 2 1,0 1 0,1 2 0,0 0-1,1 3 1,43-9 0,4 3-1422,0 4 0,82-1 0,166 14-9664,-173 5 72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19.5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182 296 14737,'-164'-9'3117,"147"15"6948,30-18-8393,24-15-404,13 5-376,24 1-596,23 0-664,20 3-856,21-3-476,9-9-813,4-9-979,10-7-3221,3 10-6340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1.3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432 177 10177,'0'0'8351,"-2"-2"-7182,-13-26 5160,14 26-5583,-16-18 344,15 18-685,-1 5-10,-12 12-40,1 0-1,0 1 1,1 1 0,1 0 0,-18 34-1,-41 103 1051,62-132-1233,-36 96-92,5 2 0,5 1 0,6 2 0,-22 201 0,43-248-80,4 0 0,3 1 0,3-1 0,23 144 0,-18-184 0,2 0 0,1 0 0,2-1 0,2-1 0,1 0 0,1-1 0,2-1 0,1 0 0,2-1 0,1-1 0,1-2 0,33 32 0,-33-38 0,2-1 0,0-2 0,1 0 0,1-2 0,1-1 0,0-1 0,1-1 0,1-2 0,0-1 0,0-1 0,1-2 0,0-1 0,1-1 0,0-2 0,46 1 0,-36-5 0,0-1 0,-1-2 0,1-3 0,-1 0 0,0-3 0,0-2 0,-1-1 0,0-2 0,-2-2 0,46-25 0,-52 23 0,0-2 0,-2-2 0,0 0 0,-2-2 0,-1-1 0,0-2 0,-2 0 0,-1-2 0,-2 0 0,0-2 0,30-59 0,-29 38 0,-2 0 0,-2-2 0,-3 0 0,-2-1 0,-3 0 0,-2-1 0,-2 0 0,-3-1 0,-4-63 0,-5 29 0,-4 1 0,-4 0 0,-4 0 0,-54-166 0,50 195 0,-3 2 0,-2 0 0,-3 2 0,-2 1 0,-2 1 0,-59-70 0,71 100 0,-2 1 0,-1 1 0,0 1 0,-2 2 0,0 0 0,-31-16 0,36 24 0,-1 2 0,-1 0 0,0 1 0,0 1 0,0 2 0,-1 0 0,0 1 0,-48-2 0,54 7 0,0 0 0,0 1 0,1 2 0,-1-1 0,-23 8 0,14-4-91,-1 2 0,1 1 1,0 0-1,1 3 0,0 0 0,1 1 0,0 1 1,1 2-1,-36 30 0,18-5-989,3 1 1,1 3-1,-34 51 1,-81 154-5653,82-101-106,19 6-4149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1.5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70 17030,'-7'-15'2468,"-3"6"-588,0-3-76,20 2-3616,-13-5-1244,-11 6-2409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6.80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560 988 6277,'-9'-67'2758,"8"64"-1622,0 1-895,0-1 1,0 0-1,0 1 0,-1-1 1,1 1-1,-1-1 0,0 1 0,0 0 1,-4-4-1,-7-11 624,10 12-712,0-1 1,-1 1 0,1 0 0,-1 0-1,0 0 1,0 0 0,0 1 0,-1-1-1,1 1 1,-1 0 0,0 1-1,-1-1 1,1 1 0,0 0 0,-1 1-1,0-1 1,0 1 0,1 0 0,-1 0-1,-1 1 1,1 0 0,0 0 0,0 0-1,0 1 1,0 0 0,-12 1 0,1 1-36,1 1 1,0 0 0,0 1-1,1 1 1,-1 1 0,1 0-1,0 1 1,1 0-1,-1 1 1,2 1 0,-1 0-1,1 1 1,0 1 0,1 0-1,-13 15 1,12-11-65,0 1-1,0 0 1,2 0 0,0 1-1,1 1 1,1 0-1,0 0 1,2 1 0,0 0-1,1 1 1,1-1 0,-3 24-1,7-35-52,0 0 0,0 0-1,1 0 1,0 0 0,1 0 0,0 0-1,0 0 1,1 0 0,-1 0-1,2 0 1,-1-1 0,1 1 0,1-1-1,-1 0 1,1 0 0,0 0-1,1 0 1,-1-1 0,1 0 0,1 1-1,-1-2 1,1 1 0,0-1 0,1 0-1,-1 0 1,1-1 0,0 0-1,0 0 1,0 0 0,0-1 0,1 0-1,-1 0 1,1-1 0,10 2 0,-3-2-77,0-1 1,0-1 0,0 0 0,0 0 0,0-2 0,-1 0 0,1 0 0,0-2 0,-1 0 0,0 0 0,21-10 0,-17 5-42,0-1 0,-1-1 0,0-1-1,-1 0 1,0-1 0,-1 0 0,26-31-1,-22 22-48,36-34 1,-48 51 136,0-1 0,0 1 0,0 0 0,0 1 0,1-1 1,0 1-1,0 1 0,0 0 0,0 0 0,12-2 1,95-14 48,155-29-26,-174 25-24,88-18 7,-154 36 27,1 2-1,0 1 1,-1 1 0,36 5 0,135 27 57,36 3-765,-201-31 524,1-2 1,0-1-1,0-2 1,53-10-1,-39 1-12,77-28 0,-101 29 155,-1-1 0,-1-1 0,0-2 0,35-24 0,-45 24 153,0 0-1,-1-1 1,-1 0-1,16-25 0,-15 12 264,-12 25 137,4 1-538,1 0 23,-1 0 0,1-1 0,-1 0 0,0 0 0,0 0 0,0-1 0,10-8 0,-15 11-2,9-6-1,-1-1 1,1-1-1,-2 0 1,1 0-1,-1-1 1,0 0-1,-1 0 0,0-1 1,-1 0-1,0 0 1,-1 0-1,0-1 1,-1 0-1,0 0 0,-1 0 1,0 0-1,-1-1 1,0 1-1,-1-1 1,0 1-1,-1-1 0,-2-16 1,-3-16 261,-1 1 1,-2 0 0,-2 0-1,-2 0 1,-1 1-1,-39-80 1,51 122-249,-3-8 180,-1 0 0,0 1 0,0 0 0,-10-13 0,14 20-152,0 0 0,0-1 0,0 1 0,-1 0 0,1 0 0,0 0 0,-1 0 0,1 0 0,0 0 0,-1 0 0,1 1 1,-1-1-1,1 0 0,-1 1 0,0-1 0,1 1 0,-1 0 0,1-1 0,-1 1 0,0 0 0,1 0 0,-1 0 0,0 0 0,1 0 0,-1 1 0,0-1 0,1 0 0,-1 1 0,0-1 0,1 1 0,-1 0 0,1-1 0,-1 1 1,1 0-1,-2 2 0,0-1-4,0 1 0,0 0 0,0 1 0,1-1 0,-1 0 0,1 1 0,0-1 1,0 1-1,0 0 0,1 0 0,-1 0 0,1 0 0,0 0 0,0 0 0,0 0 0,1 0 1,-1 7-1,0 3 29,2 0 0,-1 0 0,2 0 0,2 15 1,4 3-131,1 0 1,2-1-1,1 0 1,17 33-1,73 112-3304,-80-142-439,51 61 1,-11-34-4141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29:26.9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64 12049,'-34'-15'1644,"28"-6"1053,-1 9-3174,0-3-787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4.5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32 9193,'-11'-4'2345,"10"3"-1387,-1 1 0,1-1 1,0 0-1,-1 0 0,1 0 0,0 0 1,0 0-1,-1 0 0,1 0 0,0-1 1,-1-1-1,-4-10-321,-9 39 2605,17 39-1836,1-15-835,-23 290 286,16-268-2377,7 102-1,1-65-785,-1-16-933,0 1-3595,-2-1-4512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0.6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71 387 10689,'-59'2'1848,"47"-1"3328,12-6-5013,1 1 1,-1 0-1,1 0 1,-1 0-1,1 0 1,0 0-1,1 0 0,-1 0 1,1 1-1,0-1 1,0 0-1,0 1 1,0-1-1,0 1 1,1 0-1,0 0 0,-1 0 1,1 0-1,0 0 1,1 0-1,-1 1 1,0-1-1,1 1 0,-1 0 1,8-3-1,8-2-68,0 1 0,1 0 0,0 1-1,24-3 1,-10 3 200,541-68 740,10 46-761,-295 15-286,606-13-242,339-19-813,-1026 23 50,-75 0-3340,-155 6-49,-6 1 414,-3 4-1959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0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201 61 7465,'-44'-18'800,"16"6"740,-34-18 2955,61 33-3203,-1 2-1121,1-1 0,-1 1 0,1 0 1,1 0-1,-1 0 0,1 0 0,-1-1 0,1 1 0,1 0 0,-1 0 0,1 0 1,0 0-1,0 0 0,0-1 0,1 1 0,-1 0 0,4 6 0,6 11 222,1 0 0,19 26 0,-28-44-327,44 61 744,89 96 1,70 44 33,44 48-286,-190-185-448,-3 3 0,-4 2 0,-2 2 0,-4 2 1,-4 3-1,37 92 0,-61-121-73,-2 1 0,-2 1 0,-3 1 1,9 88-1,-19-99-42,-1 1 1,-2-1-1,-2 1 1,-2-1-1,-1 0 0,-19 61 1,8-52-52,-2 0-1,-2-2 1,-2 0 0,-54 81 0,36-71-172,-3-2 1,-3-2-1,-59 55 1,16-31-1416,-3-4 0,-3-4 0,-3-5 0,-129 67 0,116-72-2866,20-2-2457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2.9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284 0 4080,'0'0'4659,"-3"2"-3620,-24 11 4021,23-13-4303,-26-8 556,27 7 542,-8 10-1358,9-7-414,1 0 0,-1 0 0,1 0 0,-1 0 0,1 0 0,0 0 0,0 0-1,0 1 1,0-1 0,0 0 0,0 1 0,1-1 0,-1 1 0,1-1 0,-1 1 0,1-1-1,0 1 1,0-1 0,1 3 0,4 58 912,-3-53-858,1 25 250,-1 1 1,-2-1-1,-9 68 1,-29 105 291,16-104-458,-16 68-33,-8 42-42,0 188-700,43-316-669,4 1-1,18 142 0,-10-181-631,25 82 0,-22-95-1495,21 41 1,-1-23-3867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3.3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140 597 8253,'-62'-5'2028,"56"4"-1119,-1 1-1,1-1 1,0-1-1,-1 1 1,1-1 0,0 0-1,0-1 1,-7-3 0,0 0 60,12 5-902,1 0-1,0 0 1,0 1 0,0-1 0,-1 0-1,1 0 1,0 0 0,0 0 0,0 0-1,0 1 1,0-1 0,1 0 0,-1 0-1,0 0 1,0 0 0,0 1 0,1-1 0,-1 0-1,1 0 1,-1 0 0,0 1 0,1-1-1,0 0 1,-1 0-10,3-3 26,0-1-1,1 1 1,-1 0 0,1 0 0,0 0 0,0 1 0,0-1 0,1 1 0,-1 0 0,1 0 0,0 1 0,9-5 0,12-3 127,35-9 1,-38 12-129,350-81 600,8 24-560,-142 25-33,356-72 56,21-5-547,-528 94-306,-64 15-1697,37-6 0,-85 14-4813,-8 6-366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3.6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0 7245,'0'0'13276,"0"5"-12353,19 121 1422,8 70-1174,-7 215-2996,-20-395 1629,-1 81-3441,-25 182 0,1-142-1382,4 4-2643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4.2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110 73 6397,'14'-28'2368,"-11"23"-105,-4 2-100,-1-21 644,1 11 2649,-19 20-2596,18-7-2735,-1 1 0,1 0 0,0 1-1,0-1 1,0 0 0,0 1 0,0-1 0,0 1 0,0 0-1,0-1 1,0 1 0,1 0 0,-1 0 0,1 0-1,-1 1 1,1-1 0,0 0 0,0 0 0,-1 4-1,-2 5 227,1 1-1,-4 24 0,2-10 186,-15 96 95,4 2-1,6-1 0,8 190 1,43 44-4309,-3-31-5125,-31-222 2766,10-1-3380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8.0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191 46 13137,'-7'-9'2068,"0"2"1,-1-1-1,-17-14 5524,-1 47-5768,21-9-1674,0 0 0,0 1-1,2 0 1,0 0 0,0 25 0,-3 11-90,-5 78-1365,0 3-1483,-15 13-2573,6-51-1398,0-5-3761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7.7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1 8105,'0'0'2100,"-2"2"-264,-5 6-837,1 1 0,1-1 0,0 1 0,0 0 0,1 0 0,0 0 0,-3 12 0,-18 76 2159,17-61-2261,-10 51 577,-8 87-1,20-93-1736,4 104 0,3 78-4611,-3-118-3868,2-61-1167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8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791 163 4652,'-1'-2'86,"-1"0"47,0 0 0,0 0 0,0-1 0,1 1 0,-1-1 0,1 1 0,0-1 0,0 1 0,0-1 0,0 1 0,0-1 0,1 0 0,-1 0 0,1 1 0,0-1 0,-1-3 0,1 2 106,0 1 1,-1-1-1,1 1 1,-1 0-1,0-1 1,0 1-1,-1-1 1,1 1-1,0 0 1,-1 0-1,0 0 1,0 0-1,0 0 1,0 0-1,0 1 1,-1-1-1,1 0 1,-1 1-1,0 0 1,0 0-1,-4-3 1,-3-2 379,-1 0 0,0 1 0,-1 1 0,-19-8 0,22 11-401,-1-1-1,1 2 0,0-1 0,0 2 1,-1-1-1,1 1 0,-1 0 0,-9 2 0,-6 2 323,-42 12 0,39-8-383,-1 2 0,1 1-1,1 1 1,0 1 0,1 1 0,0 2 0,1 1 0,1 0 0,0 2 0,2 1 0,0 0 0,1 2 0,2 0 0,0 2-1,1 0 1,-15 28 0,32-50-153,-8 12 57,2 0 1,-1 1-1,2 0 1,0 0-1,-7 28 1,13-42-58,0-1 1,1 1-1,-1 0 0,0 0 1,1 0-1,-1-1 1,1 1-1,-1 0 0,1-1 1,-1 1-1,1 0 0,0-1 1,-1 1-1,1 0 0,-1-1 1,1 1-1,0-1 1,0 1-1,-1-1 0,1 0 1,0 1-1,1-1 0,15 7 24,-8-7-17,1 0-1,-1-1 1,0-1 0,0 0-1,0 0 1,0 0-1,-1-1 1,1 0 0,-1-1-1,1 0 1,12-9 0,-9 6 11,1 1 1,0 0-1,0 1 1,24-7-1,-32 11-84,1 1 1,0-1-1,-1 1 1,1 0-1,0 0 1,-1 0-1,1 1 1,-1 0-1,1 0 1,-1 0-1,1 1 1,-1 0-1,0 0 1,1 0-1,-1 1 1,0 0-1,-1 0 1,1 0-1,0 0 1,-1 1-1,0-1 1,0 1-1,0 1 1,0-1-1,-1 0 1,1 1-1,2 5 1,18 26-1530,-9-12-2778,22 26 1,-3-13-2404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9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117 567 7045,'-36'3'7020,"18"29"-5454,14-26-1365,-1 1-1,0-1 0,0 0 1,-7 7-1,7-9-111,1 0-1,0 1 1,0 0 0,0 0-1,1 0 1,-4 6 0,6-9 1055,29 8-1052,-6-2-70,-9-4-14,0 1 1,0 0 0,-1 0 0,0 1-1,0 1 1,0 0 0,12 11-1,4 0 14,-25-16-41,17 10-24,0 0 1,36 15-1,-49-24 18,0-1-1,0 0 0,0-1 1,0 1-1,0-1 1,0-1-1,0 0 1,0 0-1,0 0 1,1 0-1,-1-1 1,12-4-1,2-1 2,0-2 1,0-1-1,-1 0 0,0-1 0,-1-2 0,0 0 0,18-14 1,24-16-155,-59 40 154,26 11-72,-28-9 95,1 1-1,-1 0 1,1-1-1,-1 1 1,1 0-1,-1 0 1,1-1-1,-1 1 1,0 0-1,1 0 1,-1 0-1,0-1 1,0 1-1,0 0 1,0 0-1,1 0 1,-1 0-1,0 0 1,0-1-1,-1 3 1,1-2-4,13 40-243,-10-31 189,-1-9 32,0 1-1,1-1 1,-1 0 0,0 0-1,0 1 1,1-1 0,-1-1-1,1 1 1,-1 0 0,0-1-1,5 1 1,-2-1 9,0 0 0,-1-1 1,1 0-1,0 0 0,-1 0 1,1 0-1,-1-1 0,1 0 0,-1 0 1,0 0-1,0 0 0,0-1 1,0 1-1,0-1 0,6-6 0,6-6 11,-1-1 0,13-17-1,-26 31 11,10-15 86,0 0 0,-2 0 0,0-1 0,-1-1 1,0 0-1,-2 0 0,8-30 0,-5 9 74,-2-1 0,4-73 0,-8 45 967,-3 0 1,-12-112 0,39 586 692,-20-189-2781,5-53-1396,0 5-5006,-9-59-2063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7.0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646 102 7737,'-18'-27'4883,"15"22"-4385,0 0 0,0 0 0,0 0 0,-1 0 0,0 1 1,0 0-1,-1-1 0,1 1 0,-1 1 0,1-1 0,-11-5 0,9 6-322,0 0-1,0 1 1,-1 0 0,0 0-1,1 1 1,-1-1-1,0 1 1,0 1 0,0-1-1,-8 2 1,-1 0 70,0 2-1,0 0 1,-21 8-1,14-2-107,0 1 0,0 1-1,1 1 1,0 0 0,1 2-1,1 1 1,0 0 0,1 1-1,1 2 1,-25 28-1,25-25-75,1 2 0,0 0 0,2 0-1,1 2 1,1 0 0,1 1 0,1 0-1,1 0 1,-7 33 0,14-48-41,2-1 0,-1 0-1,2 1 1,-1-1 0,1 0 0,1 1 0,0-1 0,0 1 0,1-1-1,3 10 1,-3-15-20,-1-1 0,1 1 0,1-1 1,-1 0-1,0 1 0,1-1 0,0 0 0,0-1 0,0 1 0,0 0 0,1-1 0,-1 0 0,1 0 0,0 0 0,0 0 1,0 0-1,1-1 0,-1 0 0,0 0 0,1 0 0,-1 0 0,1-1 0,8 2 0,-3-2-3,0 0 1,-1-1-1,1 0 0,0 0 0,-1-1 0,1 0 1,-1-1-1,1 0 0,-1 0 0,16-7 0,4-4 16,52-32 0,-51 27 11,48-36 1784,-76 53-1469,2 1 37,-2-1-334,0 1-1,0 0 1,0 1 0,1-1-1,-1 0 1,0 0 0,0 1 0,0 0-1,0-1 1,0 1 0,0 0-1,0 0 1,0 0 0,0 0-1,-1 0 1,1 0 0,0 1-1,2 2 1,0 1 30,-1 0-1,0 0 1,0 0 0,-1 1-1,4 10 1,0 0-32,4 9-798,2 0 1,0 0 0,24 35 0,-4-21-3467,7-3-3873,-23-24-1321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2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91 651 9153,'0'0'8019,"0"5"-7023,-8 32-88,-2 0 0,-20 52 1,27-81-845,1 0 1,0 0 0,0 1 0,0-1-1,1 12 1,-6 23 133,-15 56 402,21-96-400,3-6-125,7-18-39,0 0 0,-1 0 0,-1-1 1,4-25-1,-7 28-30,0 1 0,1 0 0,1 0 0,1 0 0,1 1 0,0 0 0,12-18 0,-19 34-5,0 1 0,0-1 0,0 1 1,0-1-1,0 1 0,0 0 0,1 0 1,-1 0-1,0-1 0,0 1 1,0 0-1,0 0 0,0 1 0,0-1 1,0 0-1,0 0 0,0 0 0,1 1 1,-1-1-1,1 1 0,0 0 4,3 0 5,0 0 1,0 1-1,-1 0 0,1 0 1,0 0-1,-1 0 0,1 1 0,-1 0 1,0 0-1,0 0 0,0 0 1,-1 1-1,6 5 0,1 3 15,1 1 0,-2 0 0,8 15-1,31 64 131,18 29-230,-57-107-143,0 0 1,1-1-1,1-1 0,0 0 1,20 18-1,-25-26-112,1 1-1,-1-1 0,1 0 0,0-1 1,0 0-1,1 0 0,-1 0 0,1-1 1,-1 0-1,1 0 0,0-1 0,-1 0 1,1-1-1,12 0 0,-5 0-83,0-1 0,0-1-1,0 0 1,0-1 0,-1-1-1,1 0 1,-1-1 0,0 0 0,0-1-1,-1-1 1,1 0 0,-1-1-1,-1-1 1,0 0 0,12-10 0,4-10 50,0-2 0,-2-1 1,29-45-1,-41 53 903,0 0 1,-2 0-1,-1-1 0,-1-1 0,13-52 0,-15 46 137,-1 4 692,4-33-1,-11 54-1089,1 1 1,-1 0-1,0 0 0,0 0 1,0 0-1,-1 0 1,0 0-1,0 0 0,-1 0 1,1 0-1,-5-8 1,5 12-215,0 0 0,-1 0 1,1 1-1,0-1 1,0 1-1,-1-1 0,1 1 1,-1-1-1,0 1 1,1 0-1,-1 0 0,0 0 1,0 0-1,1 0 0,-1 0 1,0 0-1,0 1 1,0-1-1,0 0 0,0 1 1,0 0-1,0 0 1,0-1-1,0 1 0,-1 1 1,1-1-1,0 0 0,0 0 1,0 1-1,0-1 1,0 1-1,0-1 0,0 1 1,1 0-1,-1 0 0,-2 1 1,-4 2 41,1 1 1,0-1-1,0 1 1,0 0-1,0 1 1,1-1-1,-8 11 1,-8 13 163,3 2 0,0 0 0,-25 61 0,33-68-188,-4 13-22,2 0-1,1 1 1,2 1-1,-7 60 0,16-95-56,0 1-1,1-1 0,0 1 1,0 0-1,0-1 0,0 1 0,1-1 1,0 1-1,0-1 0,0 0 0,0 1 1,1-1-1,0 0 0,0 0 1,0 0-1,0 0 0,5 6 0,-3-7-14,-1 0-1,0 0 0,1 0 1,-1-1-1,1 0 0,0 0 1,0 0-1,0 0 0,0 0 1,0-1-1,0 0 0,0 0 1,1 0-1,-1 0 0,6-1 0,1 1-41,1-2-1,0 1 1,-1-1-1,1-1 1,-1 0-1,1-1 1,-1 0-1,0-1 1,0 0-1,-1-1 1,19-10-1,-7-3-149,-1 0 0,0-1 0,-2-2 0,0 0-1,-1 0 1,-1-2 0,26-47 0,-21 27-121,-1-2 0,27-93 0,10-98-103,-45 162 1247,-2-1-1,1-129 1,-11 202-744,-1-1 0,0 1 1,0 0-1,0-1 0,0 1 1,0 0-1,-1-1 0,1 1 0,-1 0 1,1-1-1,-1 1 0,0 0 1,0 0-1,0 0 0,0 0 1,0 0-1,-1 0 0,1 0 1,-1 0-1,1 0 0,-1 1 1,0-1-1,-2-2 0,2 4-7,0-1-1,0 1 0,0 0 1,0 0-1,0 0 1,0-1-1,0 2 0,0-1 1,1 0-1,-1 0 1,0 1-1,0-1 0,0 1 1,0-1-1,0 1 0,1 0 1,-1 0-1,0 0 1,0 0-1,1 0 0,-1 0 1,1 0-1,-1 1 1,-1 2-1,-4 2 74,1 1-1,1 1 1,-1-1-1,1 1 1,0 0-1,1 0 1,0 1 0,-5 12-1,-18 75 404,12-22-1297,-7 123-1,13-90-1003,3 36-2347,11-50-2890,1-25-2832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0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 3636,'0'0'12851,"0"-4"-12630,0-29 300,0 30 1294,3 5-1641,2 0-97,-3-1-54,0-1 1,0 1-1,-1 0 0,1-1 1,0 1-1,-1 0 0,1 0 1,0 0-1,-1 0 0,0 1 1,1-1-1,-1 0 0,0 0 1,1 1-1,-1-1 0,0 1 1,0-1-1,0 1 0,0 0 1,-1-1-1,1 1 0,0 0 1,-1 0-1,1 0 0,-1-1 1,1 4-1,8 36 503,2 0-1,1 0 0,2-1 1,34 66-1,-5-9 169,-24-52-390,172 471 2092,-27 36-1465,-87-296-701,78 208 30,12 47-68,-139-421-183,34 143 188,-56-203-144,1 0 0,15 37 0,-22-67-454,7 15 1119,-4-12-1847,-3-9-3163,-12-58-4952,-4 19-1348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5.4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148 338 5360,'-1'1'67,"0"-1"0,0 0-1,0 1 1,0-1 0,1 0-1,-1 0 1,0 0-1,0 0 1,0 1 0,0-1-1,0-1 1,1 1-1,-1 0 1,0 0 0,0 0-1,0 0 1,0 0-1,0-1 1,1 1 0,-1 0-1,0-1 1,0 1-1,1-1 1,-1 1 0,0-1-1,0 1 1,1-1-1,-1 0 1,1 1 0,-1-1-1,0 0 1,1 1 0,0-1-1,-1 0 1,1 1-1,-1-2 1,0 0 180,0 1 0,0-1 1,-1 1-1,1-1 0,0 1 0,-1-1 0,1 1 1,0 0-1,-1 0 0,0 0 0,1 0 0,-1 0 1,-3-1-1,1 0 162,-1 0 0,1 0 0,0 0 0,-1-1-1,1 1 1,0-1 0,-4-4 0,6 5 620,-1 1-44,-25-14 644,26 13-911,-1 3-81,-10 4-590,6 0 2809,30 3-904,-3-4-1676,0 0 0,0-1 0,1-1 1,-1 0-1,23-3 0,109-13 230,-87 6-302,885-140 290,-553 78-1957,-278 43 550,-75 16-935,61-8 0,-85 18-347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35.7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54 1 12093,'0'0'3838,"-1"3"-1951,-2 2-1270,0 1 0,1-1 0,-1 1 0,2 0 0,-1 0-1,0 0 1,1 0 0,-1 11 0,6 50 1657,-1-48-1780,7 91 566,-4-1 0,-9 115 0,-4-26-2696,-7 79-3330,3-192 2788,-8 101-5592,17-50-2014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3.4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29 531 8233,'0'0'7365,"-2"-1"-6309,-3 0-1248,-11-4 2816,16 5-2589,0 0 0,0 0 0,-1 0 1,1 0-1,0 0 0,0 0 0,-1 0 0,1 0 0,0 0 0,0 0 0,0 0 1,-1 0-1,1 1 0,0-1 0,0 0 0,-1 0 0,1 0 0,0 0 0,0 1 1,0-1-1,0 0 0,-1 0 0,1 0 0,0 1 0,0-1 0,0 0 0,0 0 1,0 1-1,0-1 0,0 0 0,0 0 0,0 1 0,0-1 0,-1 0 0,1 0 1,0 1-1,1-1 0,-1 0 0,0 0 0,0 1 0,0-1 0,0 0 0,0 0 1,0 1-1,0-1 0,0 0 0,0 0 0,0 0 0,0 1 0,1-1 0,-1 0 1,0 0-1,0 0 0,0 1 0,0-1 0,1 0 0,-1 0 0,1 2-4,0 0 0,1-1-1,-1 1 1,1-1 0,-1 1-1,1-1 1,-1 0 0,1 1-1,-1-1 1,1 0 0,0 0-1,0 0 1,0 0 0,0-1-1,0 1 1,0-1 0,0 1-1,0-1 1,3 1 0,46 3 145,-41-4-115,56 1 76,-1-3 0,0-3 0,70-15 0,190-54 102,-282 63-193,1167-328-1714,-880 243-2539,-320 93 3386,23-5 478,-9 6-7628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3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27 456 6645,'-22'0'1211,"17"0"1827,10 0-2029,43-4-262,-1-2-1,1-2 1,86-27-1,-71 17-402,1543-336 630,-1450 324-3399,-153 29 1522,-7 3-213,-43 17-3602,18-9 657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0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18 402 5008,'-17'0'5321,"24"-5"-2361,7 0-3855,266-80 3017,-181 59-1726,774-153 716,-473 109-2657,-352 61 438,1 1-1,71 0 0,-69 3-3187,-46 4 418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72 528 5080,'-7'-1'188,"4"0"-54,0 1 1,0-1-1,0 1 0,-1-1 0,1 1 0,0 0 0,0 0 1,-1 1-1,1-1 0,0 0 0,0 1 0,0 0 0,0 0 0,0 0 1,0 0-1,0 1 0,0-1 0,0 1 0,-3 2 0,42 2 2781,14-8-2193,1-2 0,53-11 0,104-31 4,-104 22-451,491-124 702,-202 48-929,238-60-3658,-525 128-910,-68 19 576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5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343 407 5188,'-49'8'361,"-99"12"1339,102-13 307,-49 15-1,91-21-521,27-2-1237,0-1-1,-1-1 1,28-8 0,-6 2-114,864-226-42,-634 155-1551,-94 21-288,-64 13-2476,-71 28 672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4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0 500 8413,'0'0'1349,"5"0"-179,49-10 284,0-2-1,66-24 0,-15 4-736,160-45 227,277-71-277,-487 136-947,271-68-1345,-115 12-4990,-146 43 499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5.1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90 329 5100,'-24'3'483,"18"-3"-309,0 1 0,1 0-1,-1 0 1,0 0-1,1 1 1,-1 0 0,1 0-1,0 0 1,-8 5-1,10-5 2680,7-4-2349,216-60 845,-174 50-1213,883-246 638,-869 239-2045,-65 27 574,-4 7 82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5.9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88 6213,'0'0'2320,"7"-21"-1544,-4 0 400,8 8-824,-1 4-132,13 0-188,-3 0-372,10 6 76,0 3-260,4-3-364,3 3-1772,-10 0-769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7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24 485 5380,'1'-1'28,"2"1"116,-1-1 1,0 0-1,0 0 1,0 0-1,0-1 1,0 1-1,0 0 1,0-1-1,0 1 1,2-3 0,-4 3-29,0 0 0,0 0 1,-1 0-1,1 0 0,0 0 0,0 0 1,-1 0-1,1 0 0,0 0 1,-1 0-1,1 0 0,-1 0 1,1 0-1,-1 1 0,0-1 0,1 0 1,-1 0-1,0 1 0,0-1 1,1 0-1,-1 1 0,0-1 1,-1 0-1,-1-1 1244,3-34 5361,8 8-4565,-12 31-2078,0 1 0,1 0 1,-1 0-1,1 0 0,0 0 0,0 1 0,0 0 1,1-1-1,0 1 0,0 0 0,0 0 1,0 0-1,1 0 0,0 0 0,0 1 1,0-1-1,0 0 0,1 1 0,0-1 0,1 6 1,1 7 32,1 12 115,15 57-1,7 37 258,-6-23-311,14 63-21,24 88 9,-47-215-130,-9-28-14,2 0 0,-1-1 1,1 1-1,7 13 0,3-34 14,-4-1-23,-1-1-1,-1-1 1,0 1-1,-1-1 1,0 0-1,-1 0 1,-1-1-1,3-24 1,2 2-19,46-237 52,-13 53-121,-17 99 37,21-90 0,-37 179 25,2 0 0,1 1 1,34-63-1,-41 86 17,1 1 0,1-1 0,0 1 1,0 0-1,1 1 0,0 0 0,0 0 0,0 0 0,1 1 1,13-7-1,-16 10 24,0 2 0,0-1 0,1 1 0,-1 0 0,1 0 0,0 0 0,-1 1 0,1 0 0,0 1 1,-1 0-1,1 0 0,0 0 0,0 1 0,0-1 0,-1 2 0,1-1 0,-1 1 0,9 3 0,3 3 106,0 1-1,0 0 0,0 2 1,-1 0-1,-1 1 1,0 0-1,-1 1 1,20 23-1,4 7 310,55 84 1,142 276 659,-37 20-4141,-152-324-320,-9-35-4214,-12-27-2151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7.3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0 413 13025,'4'-24'2008,"9"21"-383,4-18-197,13-9-436,7 6-208,13 3-152,34-4-132,20-5-160,20 0-336,13-3-568,10 0-788,14-12-888,7-4-2841,2 4-4036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8.1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181 378 9205,'0'2'50,"-1"29"1571,4 59 1,-2-71-900,-1 1 1,0 0 0,-2-1-1,0 1 1,-2-1 0,-6 25-1,-7 41 327,-11 412 1145,31-456-2097,-3-38-54,0-6-9,-12-259 14,3 143-20,8-135 1,37-78-86,-32 303 53,0 6-17,0 0-1,2 1 1,0-1 0,19-41-1,-19 51 19,1 0-1,0 1 1,0 0 0,1 1-1,1-1 1,0 2 0,1-1-1,0 1 1,13-11 0,-21 20 5,1 0 1,-1 0 0,0 0 0,1 0-1,-1 0 1,0 0 0,1 1 0,-1-1 0,1 1-1,-1 0 1,1-1 0,-1 1 0,1 0-1,-1 0 1,1 1 0,-1-1 0,1 1 0,-1-1-1,1 1 1,-1 0 0,0 0 0,1 0-1,-1 0 1,0 0 0,0 0 0,0 0 0,0 1-1,0 0 1,0-1 0,0 1 0,0 0-1,0 0 1,-1 0 0,1 0 0,1 4 0,3 5 40,-1 0 0,-1 1 0,0 0 0,-1 0 0,0 0 0,-1 0 1,0 0-1,0 17 0,-2 11 99,-7 51 0,4-65-99,0 1 1,2 0-1,1 0 0,1 0 0,5 31 1,-1-39-34,1-1 1,0 0 0,1 0 0,1-1-1,1 0 1,1 0 0,0-1 0,0-1-1,2 1 1,0-2 0,26 25 0,10 3 16,3-2 0,64 39 1,9 7-85,-120-84 55,12 10-10,0 1-1,0 0 1,-1 1 0,25 31-1,-37-41 8,0 0 0,0 1 0,0-1 1,-1 1-1,0 0 0,0-1 0,0 1 0,0 0 0,-1 0 0,0 0 0,0 1 0,0-1 0,-1 0 0,0 0 0,0 0 0,0 1 0,-1-1 0,1 0 0,-1 0 0,0 0 0,-1 0 0,1 0 1,-1 0-1,0 0 0,-4 6 0,-1 1 7,-1-1-1,-1 0 1,0 0 0,-1-1 0,1 0 0,-2 0 0,0-1 0,0-1-1,-19 12 1,-18 7 6,-54 22-1,90-43-8,-194 89-433,21-9-1357,-1-2-3560,117-53 835,15 2-2311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48.3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30 12789,'3'-15'1584,"4"0"1253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8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 78 8121,'-20'-3'11021,"21"12"-4656,4 1-8897,-4-8 3413,2 32-93,-3-31-464,6-3-279,-1 1 1,0 0 0,1 0 0,-1 0 0,10 4-1,19 5 31,3-8-226,1-1 0,-1-1-1,65-11 1,112-30-2888,-197 37 2664,4-1-41,201-49-8028,-95 14-1020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9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175 429 6533,'-67'-15'6494,"63"15"-5080,2-2-67,-15-8 249,0 1 0,-1 0 0,-31-10 3038,62 5-3760,-10 11-833,-1 1-1,1 0 0,0 0 0,0 0 0,0 0 0,0 0 0,0 1 0,0 0 1,1-1-1,-1 1 0,0 0 0,7-1 0,4-1 30,521-95-920,-328 68 2,43-10-765,172-27-2400,-140 18-3042,-75 9-2258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1.4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2872 798 4588,'-4'-1'207,"1"0"-1,0-1 0,0 1 1,0-1-1,0 0 0,0 0 1,0 0-1,0 0 0,0 0 1,1 0-1,-1-1 0,1 1 1,0-1-1,-1 0 0,1 0 1,1 0-1,-1 0 0,0 0 1,1 0-1,-1 0 0,1-1 1,0 1-1,0-1 0,0 1 1,0-5-1,-35-83 3156,23 44-2422,5 16-257,-2 0 0,-24-55 0,29 77-651,0-1-1,-1 1 0,0 1 1,-1-1-1,0 1 1,0 0-1,0 1 0,-1-1 1,0 1-1,-1 1 0,0 0 1,-17-10-1,-1 5-3,0 0 1,-1 2-1,0 1 0,0 2 0,0 0 1,-31-1-1,-173-2 65,117 12 21,2 4 0,-1 5 0,-112 28 1,176-30-82,-26 6 138,1 2 0,1 4 0,-102 45-1,-15 22 296,135-60-278,1 1 1,2 4 0,1 1 0,1 3 0,3 2-1,-48 50 1,53-46-51,2 2 0,2 3 0,2 0 0,3 3 0,1 0 0,-49 112 0,38-52 99,4 1 0,-39 191 0,58-175-30,-9 259 1,29-345-142,1 0 0,2 1 1,2-1-1,2-1 0,20 77 1,-19-98-46,1 0 1,1 0-1,1 0 1,0-1-1,2 0 1,0-1-1,1-1 1,1 0-1,1-1 1,0 0-1,1-1 1,32 24-1,-7-12-3,1-3 0,1-1 0,1-2 0,1-2 1,1-2-1,1-2 0,91 18 0,-34-17-2,1-4 0,172-1 0,-133-16-10,0-6 0,182-38 0,271-103 75,-499 119-100,-2-4-1,-2-4 0,169-100 1,-196 97-11,-2-2 0,-3-4 0,-1-2 0,-3-3-1,83-99 1,-90 88 4,-3-2 0,-3-2 0,-4-2 0,-2-2 0,-4-2 0,-3-1 0,-3-1 0,20-89 0,-24 67 3,-4-2 0,9-127 0,-27 189 14,-3-1 0,-1 1-1,-2-1 1,-1 1-1,-2 0 1,-2 0 0,-2 1-1,-27-71 1,24 82 8,-1 0 0,-1 1 1,-2 1-1,0 1 0,-2 0 0,-32-32 0,39 43 1,-16-16-2,-1 1 0,-1 2 0,-2 1-1,-36-22 1,-130-59-13,102 63 15,-2 4 0,-2 4 0,-198-40 1,157 51-33,-1 7 0,-196 0 0,235 18-84,1 5-1,0 5 0,0 3 1,-114 33-1,180-36-381,0 1 0,1 2 0,1 2 0,-60 36 0,68-35-1522,1 1 0,1 2-1,-32 32 1,11 0-6093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4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79 6845,'0'-2'201,"0"0"4,1 0 1,-1 0-1,0 1 1,0-1 0,-1 0-1,1 0 1,0 0-1,0 1 1,-1-1 0,1 0-1,-1 1 1,0-1-1,1 0 1,-1 1 0,0-1-1,0 1 1,-3-4 1637,7-37 7843,1 43-9376,3 3-192,0 1 0,0-1 1,0 1-1,-1 1 0,1-1 0,-1 1 0,-1 0 0,10 13 0,41 66 675,-28-41-519,57 77 318,30 46-100,-90-127-403,-1 2 0,21 53 0,-37-76-70,-1 1-1,0 0 0,-2 0 0,0 1 1,-1 0-1,-1 0 0,-1 0 0,-1 0 1,-1 0-1,0 0 0,-2 0 0,-1 0 1,0 0-1,-2 0 0,0-1 0,-13 33 1,9-34-25,-1 0 1,0-1 0,-2 0-1,0-1 1,0-1-1,-2 0 1,-28 27 0,19-23 10,0-2 0,-1 0 1,-1-2-1,-41 20 1,62-34-13,0 0 0,0 0 1,-1 0-1,1-1 0,0 1 1,-1-1-1,0 0 0,1-1 1,-1 1-1,1-1 0,-1 0 1,-7 0-1,10-1-4,-1 1 1,1-1-1,0 0 0,0 0 0,0 1 0,0-1 1,1-1-1,-1 1 0,0 0 0,0 0 0,1-1 1,-1 1-1,0-1 0,1 1 0,-1-1 0,1 0 1,0 1-1,0-1 0,-2-3 0,1-1-26,0-1-1,0 1 0,0-1 1,1 0-1,0 0 1,1 0-1,-1 0 1,1 0-1,0 1 0,1-1 1,0 0-1,0 0 1,3-11-1,14-32-232,1 0 0,3 2 0,36-61 0,-20 38 129,186-348-658,-129 237 607,-29 61 102,-65 119 99,-1 1 0,1-1 1,0 0-1,1 1 0,-1-1 1,0 1-1,0 0 0,1-1 0,-1 1 1,1 0-1,-1 0 0,1 0 1,-1 0-1,1 0 0,0 0 0,-1 0 1,1 0-1,2 0 0,-3 1-1,0 0 0,0 0 0,0 0 0,0 1 0,-1-1 0,1 0 0,0 0 0,0 1 0,0-1 0,0 0 0,-1 1 0,1-1 0,0 1 0,0-1 0,-1 1 0,1-1 0,0 1 0,-1-1 0,1 1 0,-1 0 0,1 0 0,0-1 0,-1 1 0,0 0 0,1 0 0,-1-1 0,1 1 0,-1 0 0,0 0 0,0 0 0,1 0 0,-1-1 0,0 3 0,2 14 134,0 0 0,0 1 0,-2-1 0,-2 20-1,2 42 477,6 38 117,-4-59-454,2 1 1,13 59 0,-8-82-288,1-1 1,2 0-1,1-1 1,2 0 0,1-1-1,2-1 1,1 0-1,1-2 1,2 0-1,1-2 1,1 0-1,1-1 1,2-2 0,0-1-1,2-1 1,0-1-1,54 29 1,-28-22-543,2-2 1,1-3 0,1-3-1,65 15 1,-85-27-422,1-2 1,0-2 0,1-1-1,-1-2 1,1-2-1,-1-2 1,54-8-1,14-11-4070,2-3-2735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4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27 142 9945,'-27'-18'3856,"27"0"-2284,4 0-251,6 6-249,0-3-304,16 3-168,31-9-84,-6 6-292,12 6-364,11 6-580,3 3-748,3 0-481,1 3-2591,6 3-3533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1 245 11865,'0'0'2252,"13"-10"-384,0 1 841,-3-12-1805,21-6-184,5 15-160,11 0-192,7-3-324,6-3-504,11 0-692,6-3-596,0-6-1021,10 2-1623,3-5-3393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4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208 556 9885,'-33'67'2574,"2"1"1,-27 89-1,34-87-1586,13-33-626,2 1 0,2 0 0,-5 61 0,-3 23 82,11-93-387,2 1 1,1-1-1,1 1 0,6 44 1,-6-71-63,0-1 1,0 1 0,0 0 0,0 0 0,0 0 0,-1-1-1,1 1 1,-1 0 0,-1 3 0,0-1 18,11-78-94,116-789-294,-101 744 335,53-152 0,-69 245 67,17-31 0,-21 48 12,0 1 0,1-1-1,0 1 1,0 1 0,1-1-1,-1 1 1,13-10 0,-16 14-16,0 1 1,0 0-1,1 0 0,-1 0 1,0 0-1,1 0 1,-1 0-1,1 1 1,-1 0-1,1-1 1,-1 1-1,1 0 1,-1 0-1,1 0 1,0 0-1,-1 1 1,1-1-1,-1 1 1,1-1-1,-1 1 1,0 0-1,1 0 1,3 2-1,2 1 36,0 1 0,-1 0 0,1 0 0,11 11 0,-10-6-2,0-1 0,-1 1 0,-1 1 0,1-1 0,-2 1 0,1 0 0,5 16 1,28 88 238,-37-103-271,24 98 315,24 206-1,-48-293-316,24 367 287,-7-50-596,-17-312-211,15 110-603,1-71-1773,-15-54 575,2 0 1,12 21-1,2-2-6357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65 70 12249,'-34'-22'2104,"21"10"-332,-4 0 861,30 0-1725,1 0-224,19 12-140,34 3-192,-3 6-468,20 6-668,9 6-836,5-9-829,12 4-2323,7 5-3749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5.7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105 106 12617,'-57'-33'2068,"40"8"-307,4 1 759,6 12-1688,-3 0 572,13 30-2828,1 0-536,6 7-3337,3-4-4240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2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115 694 12289,'-52'62'1986,"49"-58"-1700,1-1-1,-1 0 1,1 1-1,0-1 0,0 1 1,0 0-1,0 0 1,1-1-1,-1 1 1,1 0-1,0 1 0,1-1 1,-2 6-1,-5 20 1070,2-15-1013,0 0-1,2 1 1,-1 0 0,2-1 0,-1 25 0,-2 5 104,3-26-472,1 0 1,0 0-1,2 0 0,4 31 0,-5-48 8,0 0 0,0 0 0,1 0 0,-1 0 0,1 0 0,-1 0 0,1 0 0,0 0 0,0-1 0,2 4 0,-3-5 10,1 1 0,-1-1 0,0 0 0,0 0 0,1 0 0,-1 0 0,0 0 0,0 0 0,1 0 0,-1 1 0,0-1 0,1 0-1,-1 0 1,0 0 0,0 0 0,1 0 0,-1 0 0,0 0 0,1 0 0,-1-1 0,0 1 0,0 0 0,1 0 0,-1 0 0,0 0 0,0 0 0,1 0 0,-1 0 0,0-1 0,0 1 0,1 0 0,-1 0-1,0 0 1,0-1 0,0 1 0,1 0 0,-1 0 0,0-1 0,0 1 0,0 0 0,3-5-33,0 0-1,0-1 0,-1 1 1,0 0-1,0-1 1,1-7-1,34-133-234,6 2 0,7 2 1,5 3-1,77-138 0,-111 242 210,2 1 0,1 2-1,1 0 1,33-30 0,-47 51 41,0 1-1,1 0 1,25-15 0,-35 24 26,-1 0 1,1 0-1,-1 0 1,1 0-1,0 0 1,-1 0-1,1 0 1,0 1-1,0-1 1,0 1 0,0 0-1,0-1 1,-1 1-1,1 0 1,0 0-1,0 0 1,0 0-1,0 0 1,0 1-1,0-1 1,-1 1-1,1-1 1,0 1-1,0-1 1,0 1-1,-1 0 1,1 0-1,0 0 1,-1 0-1,1 0 1,-1 1 0,0-1-1,1 0 1,-1 0-1,0 1 1,1-1-1,-1 1 1,0 0-1,0-1 1,0 1-1,-1 0 1,1-1-1,1 4 1,1 2 26,0 1 1,-1 0 0,0 0-1,0 0 1,0 1 0,-1-1-1,-1 0 1,0 14-1,-13 123 369,-5 105-32,18-214-324,2 0 0,1 1-1,2-1 1,18 68-1,-13-74-64,2 6 50,-2 1 0,-1 1-1,5 48 1,-13-75-25,-1 0-1,0-1 0,0 1 0,-1 0 1,0-1-1,-1 1 0,0-1 1,-1 1-1,0-1 0,-1 0 0,0 0 1,0 0-1,-1-1 0,-1 0 1,1 0-1,-12 13 0,-4-1-484,0-2 0,-2 0 0,0-1 0,-1-2 0,-51 27 0,-7 5-6642,50-26-597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3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 1 13365,'0'0'7873,"-4"21"-12257,4 0-585,0-3-3932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6.8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480 1434 14293,'-151'-14'1814,"119"9"-540,0-1-1,1-1 0,0-1 0,1-2 0,-39-18 0,-34-11 2488,120 31-2934,7 2-702,1 1 0,0 1 0,-1 2 0,43 0 0,-20 0-50,2406-233 226,-823-58-788,-10-42 236,-1577 326 240,498-110-88,-9-25 69,-511 138-6,9-2-167,-1-2 0,0 0 0,0-2 0,-1-2 0,42-26 0,-70 40 166,1 0-1,-1 0 1,1 0 0,-1 0-1,1-1 1,-1 1 0,1 0-1,-1 0 1,0-1 0,1 1-1,-1 0 1,1-1 0,-1 1-1,0 0 1,1-1 0,-1 1-1,0-1 1,1 1-1,-1 0 1,0-1 0,0 1-1,0-1 1,1 1 0,-1-1-1,0 1 1,0-1 0,0 1-1,0-1 1,0 1 0,0-1-1,0 1 1,0-1 0,0 1-1,0-1 1,0 1-1,0-1 1,0 1 0,0-1-1,-1 1 1,1-1 0,0 1-1,0-1 1,0 1 0,-1 0-1,0-2 1,-24-10-1143,18 10 839,-9-3-896,-1 1 0,0 0 0,0 2 0,0 0 0,0 0 0,0 2 0,-28 2 0,-56 9-9847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09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30 477 10801,'-26'-33'2074,"26"32"-2005,-1 1 1,1-1 0,0 0 0,-1 0 0,1 0 0,0 1 0,-1-1 0,1 0 0,0 0 0,0 0 0,0 0 0,0 1 0,0-1 0,0 0 0,0 0 0,0 0 0,0 0 0,0 0 0,0 1 0,0-1 0,1 0 0,-1 0 0,0 0 0,1 1 0,-1-1 0,0 0 0,1 0 0,-1 1 0,1-1 0,-1 0 0,1 1 0,0-1 0,-1 0 0,1 1 0,0-1 0,-1 1 0,1-1 0,1 0 0,36-14 1034,-27 11-727,46-15 648,0 2 1,74-12-1,123-6-144,-191 27-664,925-76 903,-103 12-1287,-531 28-501,-11-26-3003,-315 61 1926,-24 8-716,-9 0-1760,-20-4-2241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0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536 0 12941,'-1'6'1680,"-56"233"3961,28-123-4774,-79 289-1263,45-171-1921,47-173 1752,-123 494-2719,101-369 2809,-13 196 0,26 16 31,17 2 0,64 591 0,-56-987 426,1-1 1,0 1-1,-1 0 0,1-1 1,1 1-1,-1 0 0,1-1 0,-1 1 1,1-1-1,4 6 0,-6-9 15,0 0 0,1 1 0,-1-1 0,0 0 0,1 1 0,-1-1 0,0 0-1,1 1 1,-1-1 0,1 0 0,-1 0 0,1 1 0,-1-1 0,1 0 0,-1 0 0,1 0-1,-1 0 1,1 1 0,-1-1 0,1 0 0,-1 0 0,1 0 0,-1 0 0,1 0 0,-1 0-1,1-1 1,0 1 1,0-1 0,0 0 0,0 1 0,0-1 0,-1 0 0,1 0 0,0 1 0,0-1 0,-1 0 0,1 0 0,-1 0 0,1 0 0,-1 0 0,1 0 0,-1 0 0,1-2 0,11-37-46,10-54-1,-2 4-50,142-428-1714,-127 410 411,8-17-1085,1 6-603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2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 6193,'10'-9'2394,"-9"9"-2222,-1 0-1,1-1 1,0 1 0,-1 0 0,1-1-1,0 1 1,0 0 0,-1 0 0,1 0-1,0-1 1,-1 1 0,1 0 0,0 0-1,0 0 1,-1 0 0,1 0 0,0 1-1,0-1 1,-1 0 0,1 0 0,0 0 0,0 1-1,-1-1 1,1 0 0,0 1 0,-1-1-1,1 0 1,0 1 0,21 19 369,-2-2 47,43 22-204,-1 3 1,-2 3-1,-3 2 1,87 93 0,-65-59-2822,-2-4-3498,-33-31 671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5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466 1 4872,'-33'36'1413,"23"-15"-237,-10 12-104,6-21-60,1 9-132,-10 15-176,6-5-160,-7 2-144,-6 3-68,0 3-44,-3 3-116,2 1-96,-5-4-304,5 0-244,1 3-200,-3-3-412,-1-3-2040,11-5-1253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6.8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0 409 6245,'16'-15'463,"1"-1"1,0 2-1,0 0 1,2 1-1,-1 1 1,2 1 0,0 0-1,0 2 1,25-9-1,124-47 1372,184-45-1,-212 76-2076,259-28 0,-381 59-344,0 2 1,0 0-1,1 2 0,-1 0 0,0 1 0,0 1 1,34 9-1,-37-1-2203,0 1-817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0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249 0 5156,'-40'100'1701,"40"-55"-321,-7 0-156,0-6-244,0 6-248,-3 4-136,-3 11-76,-7 12-192,3 13-412,-3 8-516,-10-2-824,-4 14-1708,-9 4-1261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6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285 0 14589,'-4'4'683,"0"0"0,1 1 0,-1-1 0,1 0 0,0 1 0,0 0 0,1 0 0,-3 6 0,-4 7 80,-8 14 248,1 0 0,2 2-1,1-1 1,2 1-1,-12 63 1,9-8-437,-2 99 0,16-89-1199,22 184 0,-8-153-570,8 71-1468,16 293-3229,-42-262 4212,-10 1 0,-82 426-1,48-470-2114,-7-15-2096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7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101 757 7901,'-8'-5'198,"1"0"0,0 0 1,0 0-1,1-1 0,0 0 0,0 0 1,0-1-1,1 1 0,-1-1 0,-5-13 1,7 13-81,1 3 68,0 0 0,1 0 0,0-1 0,0 1 1,0-1-1,0 0 0,1 0 0,0 1 0,0-1 0,0 0 1,0-8-1,3-14 572,-2 2-363,2 1 1,1 0-1,0-1 0,2 1 0,14-41 0,-4 31-489,1 0 0,2 1 0,1 1 0,2 1-1,25-30 1,-13 22-3035,56-49-1,-39 45-2625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24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0 6357,'13'13'893,"-2"1"1,0 1 0,0-1-1,11 23 1,1-1 147,1-5-516,1 0-1,2-1 1,2-2-1,0-1 1,1-1-1,67 42 0,-61-47-1681,74 31-1,-27-15-4474,-41-17 1026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41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520 1 8193,'-111'60'1980,"71"-45"-580,3-3-128,4 6-180,-1-3-136,1 0-236,-1 6-352,-3 1-104,4-1-588,-1-6-612,1 0-504,-1 0-2480,8 6-2721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8.6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731 0 10733,'-12'5'379,"1"-1"0,0 2 0,0-1 1,1 1-1,0 1 0,0 0 0,0 0 0,1 1 0,0 0 0,1 1 0,0 0 1,0 0-1,-9 16 0,-128 160 3885,-129 250-2088,178-245-4475,42-59-6230,37-74-140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0 154 13025,'7'-33'1768,"0"15"-360,6 3-171,4 0-173,-4 0-260,7 2-152,-3 4-144,3 0-108,10 0-176,17-6-316,-3 12-408,-1 3-552,7 6-664,1 3-397,6 9-2435,0 7-3537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7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1 326 10953,'0'-24'1724,"3"2"-336,7 1-232,0 3-212,13-9-471,4 6 171,13 3-212,14 3-388,6 0-584,11-6-553,6-6-499,3 2-768,4-8-1204,16-6-2061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19.8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280 0 12705,'-134'68'5763,"127"-63"-5325,0 1 0,0-1 0,0 2 0,0-1 0,1 1 0,0 0 0,1 0 1,0 0-1,-7 12 0,3-2 95,0 1 0,1 1 0,-7 23 0,5-2-244,1 0-1,2 0 1,2 1-1,0 48 1,14 166-1784,-2-140 169,9 90-2561,-1-39-3127,-10-34-2704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0.8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87 9549,'-24'-42'9834,"48"20"-7885,-13 17-1808,-1 2 0,0-1 0,1 1 0,0 1 0,-1 0 0,1 0 0,17 0 1,70 6-439,-87-3 250,44 5-1922,76 17-1,-13 7-5731,-117-30 7667,56 17-7425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0.9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1 124 9357,'33'-27'1732,"-19"17"-380,-1-2-248,4 0-176,3 3-288,0 0-516,13-3-676,21-3-620,-11 3-2740,4 6-2705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1.6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0 235 9637,'4'-5'249,"1"0"0,-1 0-1,1 0 1,0 1 0,0-1 0,0 1 0,1 0-1,-1 1 1,1-1 0,0 1 0,10-4 0,-1 3 598,1 0 0,-1 1 0,1 1 1,22-1-1,298-33 2970,192-21-2139,42-3-1170,-418 48-4786,-148 12 2214,-7 2-758,-13 9-1462,-2 3-2146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1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299 0 11805,'-11'19'6511,"-10"2"-3506,-10 12-1244,8 1-1329,2 1 0,1 0-1,2 2 1,1 0 0,-19 65-1,-29 115-7213,49-163 731,-3-3-3804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2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 16 11637,'-9'-9'1829,"9"9"-1761,0-1 0,0 1-1,0 0 1,0 0 0,0-1 0,0 1-1,0 0 1,0 0 0,1-1 0,-1 1-1,0 0 1,0 0 0,0-1 0,0 1-1,0 0 1,0 0 0,0-1 0,1 1-1,-1 0 1,0 0 0,0 0 0,0 0-1,1-1 1,-1 1 0,0 0 0,0 0-1,0 0 1,1 0 0,-1 0 0,0-1-1,0 1 1,1 0 0,-1 0 0,4 1 3163,0 1-2422,9 5-569,1 2 0,-1 0 0,0 0 0,-1 1 0,0 1 0,0 0-1,-1 0 1,12 18 0,1 3-375,-2 1 0,-1 0-1,-2 2 1,-1 0-1,-2 1 1,-1 1-1,-2 0 1,13 63 0,-25-92 44,0 0 0,0 0 1,0 0-1,-1 0 0,-1 0 1,1 1-1,-1-1 0,0 0 0,-1 0 1,0 0-1,0-1 0,-4 9 1,5-15 83,1 1 1,0-1-1,-1 0 1,0 0-1,1 1 0,-1-1 1,0 0-1,0 0 1,0 0-1,1 0 1,-1 0-1,0 0 1,0 0-1,0 0 0,-1 0 1,1-1-1,0 1 1,0 0-1,0-1 1,-1 1-1,1-1 1,0 1-1,-1-1 0,1 0 1,0 1-1,-1-1 1,1 0-1,0 0 1,-1 0-1,1 0 0,0 0 1,-1 0-1,1 0 1,-1-1-1,-1 0 1,2 1 22,-1-1 1,1 0 0,-1 0 0,1 0-1,-1 0 1,1 0 0,0 0 0,-1 0 0,1 0-1,0-1 1,0 1 0,0 0 0,0-1-1,0 1 1,0-1 0,0 1 0,1-1-1,-1 1 1,0-1 0,1 0 0,-1 1-1,1-1 1,0 0 0,-1 1 0,1-1 0,0 0-1,0 0 1,1-2 0,1-9 59,1 0-1,0 0 1,1 0 0,0 0 0,1 1 0,1-1 0,0 1 0,1 1-1,11-16 1,6-7 55,52-52 1,76-54-1691,-45 54-3954,-69 60 1202,2 9-2165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6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 11221,'-1'-1'97,"-11"-7"1084,14 12 478,-3-2-1488,1-1 0,-1 0 0,1 0 0,-1 0 0,1 0 0,-1 1 1,1-1-1,-1 0 0,0 0 0,0 0 0,0 0 0,0-1 0,1 1 0,-3 1 0,-2 5 163,1 0-1,0 0 1,0 1-1,0-1 1,1 1-1,0 0 1,0 0-1,1 0 1,-2 9 0,1-1-128,1 0 1,0 0 0,2 30 0,0-37-286,1-1 1,1 1 0,0 0 0,0-1 0,0 1 0,1-1 0,0 0 0,1 0 0,0 0 0,0 0-1,0-1 1,8 9 0,-9-12 41,0-1-1,1 1 0,0-1 1,0 1-1,0-1 0,0 0 0,0-1 1,0 1-1,1-1 0,0 0 1,-1 0-1,1 0 0,0-1 1,0 1-1,0-1 0,0 0 1,0-1-1,0 1 0,0-1 0,0 0 1,0 0-1,7-2 0,0-1 142,0-1 0,0 0 0,-1-1 0,0 0 0,0-1 0,0 0 0,-1 0 0,0-1 0,0-1 0,10-10 1,-11 11 149,-2 0 113,0 1 1,-1-1 0,0-1 0,0 1 0,-1-1 0,0 0 0,0 0 0,0 0 0,5-18 2849,-16 30-3048,0 0 0,-1 1 1,2-1-1,-1 1 0,0 0 0,1 1 0,0-1 0,0 1 1,-6 11-1,-4 7-182,-14 33 0,23-41-665,1 1 0,0-1 0,2 1 1,-3 20-1,1-4-1206,-12 30-5783,13-51 4220,-3 9-5779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2.9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250 271 10409,'-6'-12'3197,"6"0"3725,16 12-6736,0-1 0,0-1 0,0 0 0,0 0 0,17-7 0,-27 7-180,1 0-1,-1-1 0,1 0 1,-1 0-1,0 0 0,0-1 1,0 0-1,-1 0 0,0-1 1,1 1-1,-1-1 1,-1 0-1,1-1 0,6-9 1,-5 4 18,0 0 1,-1 0 0,-1 0 0,0-1-1,0 1 1,-1-1 0,0 0 0,-1 0-1,-1 0 1,1-13 0,-3 24 3,0-1-1,0 1 1,0 0 0,0-1 0,0 1 0,0 0 0,0-1 0,-1 1 0,1 0 0,0 0-1,-1 0 1,1 0 0,-1 0 0,1 0 0,-1 1 0,1-1 0,-1 0 0,0 1-1,1-1 1,-1 1 0,-3-1 0,-3 1 124,0 0 0,-1 0 0,1 1 0,0 0 0,-1 1 0,1-1 0,0 2 0,0-1 1,-10 5-1,-69 37 1473,75-37-1453,-17 9 330,1 2-1,1 1 1,-44 39-1,57-45-435,1 0 0,1 1-1,0 1 1,1 0-1,1 1 1,0 0 0,-14 33-1,23-46-152,0-1 0,1 1-1,0 0 1,0-1-1,0 1 1,0 0 0,0-1-1,0 1 1,1 0-1,-1-1 1,1 1 0,0-1-1,0 1 1,0-1-1,0 1 1,0-1 0,0 1-1,1-1 1,-1 0 0,3 3-1,3 4-393,-1-2 0,1 1 0,1-1 0,9 8 1,-9-9-299,1 0 1,0-1 0,1 0 0,-1-1 0,1 0 0,0 0 0,11 2 0,44 9-6424,-14-6-607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23.14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49 9433,'0'0'3532,"-3"-18"-2076,3 0 2625,-27 6-11530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3.3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515 544 3172,'18'-5'645,"-8"1"2030,-20-1-1452,-22-14 3001,25 15-4742,5 2 983,-14-7-291,15 8-153,0 0-1,0 1 1,0-1-1,0 0 1,1 0-1,-1 0 0,0 0 1,0 1-1,1-1 1,-1 0-1,1 0 1,-1 0-1,1 0 1,-1 0-1,1-1 0,0 1 1,0 0-1,-1 0 1,1 0-1,0 0 1,0 0-1,0 0 0,0-2 1,1 0-1,-1 0 0,1-1-1,0 1 1,0 0 0,0 0 0,1 0 0,-1 1 0,3-5 0,5-6 22,0 1 1,20-19-1,-24 26 19,48-56 43,-42 46-49,1 1 0,0 0 0,1 0 0,0 2 0,1-1 0,1 2 0,0 0 0,32-17 0,166-54 1217,-202 77-1247,0 0 0,0 1 1,0 0-1,13-1 0,51-14 161,198-29 1121,-229 42-1297,-1 1 1,1 3-1,0 1 1,70 8 0,-62-3 28,19-1 99,-67-3-118,17 0 51,0 0 54,-16 0-111,15 2 33,-15-2-53,0 0-1,0 1 1,0-1-1,0 1 1,0 0 0,-1 1-1,1-1 1,0 1 0,-1-1-1,1 2 1,-1-1-1,1 0 1,-1 1 0,0 0-1,5 4 1,-8-6 19,1 1 0,0-1 0,0 0 0,-1 0 0,1 0 0,0 0 0,0 0 0,0-1 0,0 1 0,0 0 0,0-1 0,3 1 0,5 1 79,89 42 616,-96-43-698,0 1 4,52 31 59,-53-32-70,19 25 65,10 21-160,-23-38 109,-2 1 0,1 0 0,-1 0 1,8 20-1,19 64 453,-32-92-437,3 19 154,1 10-101,0 1-1,-2-1 0,-2 58 1,-2-85-19,1 27 66,1-11-87,-1 0-1,-1 0 1,-1 0-1,-1 0 1,-5 19-1,-15 42 145,22-78-170,0 0 11,-2 2-35,0 1 0,0-1 0,1 1 0,0 0 0,1 0 0,-1 0 0,1 0 0,-1 8 0,2-11 25,0 1 5,-2 6-14,0 1 0,1 0 1,1 0-1,1 17 0,0-25 20,-2 1 3,-1 17-27,-2-1 0,0 1 1,-2-1-1,-10 27 0,13-38-12,0 0 0,0 0 0,1 1 0,1-1 0,-1 14 1,-1 1 56,2-14-64,0-1-1,1 1 0,0 0 0,2 9 0,-1-10 119,-1 0 1,0 0-1,-1 18 0,-3-11 64,0 0-1,-9 24 1,-3 7 74,16-45-230,-15 28 6,13-27-3,2 5 18,-7 17 30,-3 39 274,9-60-303,0 0 0,-1 0 0,1 0 0,-1 0-1,0 0 1,0-1 0,0 1 0,-1 0 0,-4 5 0,3-5-4,-3 5 9,-1-1 0,-1 1 1,-10 7-1,12-10-36,-1 1 0,1-1 1,0 1-1,-6 9 0,12-14-2,0-1-1,0 0 0,0 0 0,0 0 0,0 0 1,0 0-1,-1 0 0,1 0 0,0 0 0,0 0 1,-4 1-1,-12 10 12,15-8-8,-21 17 5,4-7-10,0-1 0,0-1 0,-1-1 0,-1-1 0,1 0 0,-2-2 0,-26 7 0,-17 1 2,-80 8-1,35-10 51,-114-1 1,179-19-81,42 6 36,-20-1 5,-37-7-43,56 8 26,0-1-9,1 0-1,-1 0 0,0 1 1,0-1-1,1 1 0,-9 1 1,12-1 13,-3 0 23,-20-6 7,6 3-25,13 3-1,2-2-19,-38-16 26,-62-20 0,52 21-13,3 2 12,44 14-25,-17-4-32,-31-10 85,48 14-31,-27-10-8,27 10 3,-19-28-42,20 26 39,-14-29-78,13 19 44,0 0-1,-1-24 1,4 11-12,0 15 38,0 0 1,0 1-1,-1-1 1,-5-19-1,2 15 11,0 0 0,-1 1 0,-8-18 0,12 30-8,-1-1-6,0 1 6,0-1-1,0 1 1,-1 0 0,1 0 0,-1 0 0,1 0 0,-1 1 0,-3-2 0,-9-2 12,0 0 0,1 0 0,0-2 1,-16-8-1,28 13-36,-14-13 48,-13-24-165,27 36 184,0 1-17,-35-39 24,36 39-54,-21-17-2,21 18 7,0 0 0,0 1 0,0-1 0,0 0 0,0 1 0,-1-1 0,1 1-1,0-1 1,0 1 0,-1 0 0,1-1 0,0 1 0,0 0 0,-1 0 0,1 0 0,0 0-1,-2 0 1,-15-2 27,-100-30 1,61 24-12,54 7-1,-17-6 6,16 5-21,0-1 0,-1 1 0,1-1 0,1 0 0,-1 0 0,0-1 0,1 1 1,0-1-1,0 1 0,0-1 0,0 0 0,0 0 0,1-1 0,0 1 0,0 0 0,0-1 1,0 0-1,1 1 0,-1-1 0,0-8 0,0-2-7,0 1 0,1 0 0,1-1 0,0 1-1,3-21 1,1 16 16,1 0 0,1 1 0,1 0-1,1 0 1,0 0 0,1 1-1,1 1 1,20-28 0,26-47 13,44-120-48,-88 186 35,2 0-1,26-36 1,-37 57-2,0-1-1,-1 0 1,0 0-1,0 0 1,3-10-1,2-5-9,-6 17-12,-1-3 27,9-20-8,-1 7-296,0 1-1,1 0 0,0 0 0,13-16 1,-20 32-750,2-2-2076,-1 3 2261,-1-1-1,1 1 0,0-1 0,-1 1 0,1 0 0,0 0 1,4 0-1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3.99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117 492 4844,'0'-1'121,"-1"0"-1,1 0 0,-1 0 1,1 0-1,0 0 0,-1 0 1,1 0-1,0 0 0,0-1 0,0 1 1,0 0-1,0 0 0,0 0 1,0 0-1,0 0 0,0 0 1,1 0-1,-1 0 0,0 0 1,1-1-1,-1 1 0,1 0 0,-1 0 1,2-1-1,-17-9 2390,0 1-1002,0-1 1,-14-12-1,28 21-1158,-2 6-300,1 0-1,-1 1 0,1-1 1,0 0-1,-2 9 0,2-6-28,0 0 0,1 0 0,-1 1 0,2-1-1,-1 14 1,-3 22 79,-3 12 88,-1 73 0,8-115 13,10-75-271,-5 42 66,-1-1 0,0-22 0,-2-33 43,3 0-1,4 0 1,26-108-1,-31 170 54,0 1 0,1 0 0,1 0 0,0 1 0,1-1 0,0 1 0,1 1 0,0-1 0,13-13 0,-17 21-26,0 0 0,0 1 1,0-1-1,1 1 1,-1 0-1,1 0 1,0 1-1,0-1 0,0 1 1,0 0-1,0 0 1,0 1-1,1 0 0,-1-1 1,0 2-1,1-1 1,-1 1-1,1 0 0,-1 0 1,1 0-1,-1 1 1,0 0-1,1 0 0,-1 0 1,0 0-1,9 5 1,-5-2 21,0 1 0,-1 1 1,1-1-1,-1 1 0,0 1 0,-1 0 1,0 0-1,0 0 0,0 1 0,-1 0 1,0 0-1,7 13 0,5 12 186,26 68 0,-21-32-411,-3 1 0,-3 1-1,8 77 1,-19-85-946,-4-40-559,1 0-1,10 44 1,-10-60 1048,-3-5 317,1 0 0,0-1-1,-1 1 1,1-1 0,-1 1 0,0 0-1,0-1 1,1 1 0,-1 0-1,0 0 1,0-1 0,-1 1-1,1 0 1,0-1 0,0 1-1,-1 0 1,1-1 0,-2 4-1,-5 10-5131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4.2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34 220 5829,'-24'3'2092,"18"-21"-80,2 0 1324,11 0-2060,3 3-244,7-3-211,13-3-141,3 6-48,4 3-220,10 2-56,7 1-112,60-9-844,-44 9-708,4-6-645,6 0-2335,14 3-3301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6.2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999 160 4252,'-2'1'117,"0"-1"0,0 0 0,-1 1-1,1-1 1,0 0 0,0 0 0,-1 0-1,1-1 1,0 1 0,0 0 0,0-1-1,-5-1 1,-17-2 1284,-47 16 547,57-11-1592,1 1 0,-1 0 0,0 1 0,-19 7 0,-15 2 263,11-6-39,-139 29 907,148-27-1284,1 0 0,0 2 0,0 1 0,-30 17-1,36-13 4,0 1 1,1 0-1,0 2 0,-16 20 0,7-9 77,21-21-98,0 1 0,1 1 0,0-1 1,1 1-1,-5 11 0,-9 12 195,5-5-80,2 0 0,0 1 0,2 0 0,2 1 0,-9 42 0,10-41-149,-28 171 355,22-112-207,12-70-219,0 0-1,2-1 1,0 1 0,1 0 0,1-1 0,1 1-1,1-1 1,1 0 0,10 28 0,-9-30-8,1-1 1,15 27-1,3 8 38,18 29-31,-6-13-2,2 25-93,-30-74 54,1 1 0,0-1 0,1-1 0,2 0 0,-1-1 0,2 0 0,0-1 0,1-1 0,0 0 0,20 14 0,56 45 36,-50-40 103,-33-26-130,0 0 1,1 0-1,14 8 1,65 41 102,-15-15-106,-36-18 98,2-2 0,1-2 1,57 19-1,-20-17 88,2-3 0,103 9 0,164-11 278,88-21-197,-321 2-209,274-19 155,-338 16-147,-19 3-106,0-1 1,58-17-1,-50 6-1,-1-1 1,0-2-1,-2-1 1,0-2-1,-1-1 1,-1-2-1,-1-1 0,35-37 1,-43 34-5,-1-1 0,-2-1-1,35-62 1,-51 80-1,0 1-1,0-1 1,-1 0-1,-1-1 1,0 1-1,2-19 1,2-11 83,-3 10-101,-1 0 0,-1 0 0,-2-1 1,-6-54-1,0 1 67,-7-17-152,8 73 178,-2-55 1,9-178-243,-3 253 161,0 0 0,0 0 0,-1 0 0,-1 0 0,1 0 0,-2 1 0,1-1 0,-1 1 0,-1 0 0,0 0-1,0 0 1,-9-11 0,0 2-4,-1 1 0,0 1-1,-1 0 1,-28-20-1,-176-148 31,145 111-37,-16-16 23,78 78-11,-1 0-1,-1 1 1,0 0 0,0 1-1,-17-7 1,-30-14-50,50 23 52,-1 1-1,1 0 1,-1 1 0,0 1 0,-16-4 0,-123-35-19,-111-25-28,112 44 65,-1 7-1,-234 4 1,372 13-45,-153 9 44,146-7-44,0 2 1,0 0-1,0 1 0,0 1 0,-29 13 0,40-14-253,0 0 1,0 1-1,1 0 0,0 0 0,0 1 0,1 0 0,0 1 0,0 0 1,1 0-1,-1 1 0,2-1 0,-11 19 0,5 10-3099,9-11-2861,3-8-1843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6.5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 16 6317,'-7'-15'8274,"7"20"-7433,24 125 1925,-2-18-1922,50 303-990,-66-382-250,39 131-4108,-28-110 22,-5-12-2048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4:57.0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84 5424,'0'0'4009,"1"-3"-2980,0 1-903,0 0 1,0-1 0,0 1-1,0 0 1,1 0 0,-1-1 0,0 1-1,1 0 1,0 0 0,-1 1-1,1-1 1,0 0 0,0 1-1,0-1 1,2-1 0,4 0 124,-1 0-1,0 0 1,1 1 0,10-2 0,39-8 331,1 3 1,0 2-1,0 3 1,65 4 0,-113 0-558,0 0 0,0 2 0,1-1 0,-1 1 0,-1 0 0,14 6 0,-21-8-25,0 1 0,0 0 1,0 0-1,-1 0 0,1 1 0,0-1 1,0 0-1,-1 1 0,1-1 0,-1 1 0,1-1 1,-1 1-1,1 0 0,-1 0 0,0-1 1,0 1-1,0 0 0,0 0 0,0 0 0,-1 0 1,1 0-1,-1 0 0,1 1 0,-1-1 0,0 0 1,1 0-1,-1 0 0,0 0 0,-1 1 1,1-1-1,0 0 0,-1 0 0,1 0 0,-1 0 1,0 3-1,-41 91 142,41-91-155,-11 30 9,-14 66 1,24-88 25,1 0-1,0 1 1,1-1 0,1 1-1,0-1 1,1 1 0,0-1 0,6 19-1,1-9 3,1 0-1,2-1 0,0 0 0,1-1 1,23 28-1,-10-14-7,11 20 52,-6-13-48,-2 2-1,-2 0 1,38 90 0,-59-121-23,-2 1 1,0 0 0,-1 0-1,0 0 1,-1 0 0,0 0-1,-2 0 1,1 1 0,-2-1-1,0 0 1,-1 0 0,0 1-1,-1-1 1,0-1 0,-1 1-1,-1 0 1,0-1 0,-12 20-1,8-18-8,-1 0-1,-1-1 0,0 0 1,-1-1-1,-1 0 0,0-1 1,0-1-1,-1 0 0,-1 0 0,-16 8 1,-22 9-357,-89 35 0,135-60 315,-305 102-6676,280-95 5063,-35 14-3452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38.5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1071 1047 2284,'0'0'2012,"11"6"-1926,-3 0-49,0 1 1,-1-1 0,10 11-1,19 16 60,-28-27-62,-1 1 1,1-1-1,8 12 0,9 9 7,-17-20-32,-2-2 10,-1 0 0,1 0 0,0 0 0,0-1-1,13 7 1,-8-7-3,-1 0 1,0-1-1,1 0 0,-1-1 1,1 0-1,21 1 0,-28-3-11,1 1-1,-1-1 1,0 1-1,1 0 1,-1 0-1,5 2 1,-5-1-5,0-1 0,-1 0 0,1 0 0,0 0 0,0 0 0,0-1 0,0 1 0,0-1 0,7-1 0,20-2-4,-8 1 6,0-1 1,0-1 0,28-9 0,93-30 9,-95 30-23,-7 0 21,-1-2 0,0-2 0,62-34 0,-89 41-12,0-1 0,-1 0 0,0 0-1,-1-1 1,15-19 0,19-19-16,-34 39 16,-1-1 0,-1-1 0,14-22-1,-5 7 1,1 1 1,-2 0-1,18-37 0,-27 45-5,-1 0 0,-1-1 0,-1 0-1,7-38 1,-5-11 31,-6 41-53,-2 24 28,0-1 0,0 1 0,-1 0-1,1 0 1,-1-1 0,0 1-1,0 0 1,-1 0 0,-3-7-1,0-2-2,-1-3 3,-1 0 1,-1 1 0,-1 0-1,0 0 1,-1 1 0,-1 0-1,0 1 1,-14-13 0,14 15-9,-1 0 1,-1 1-1,-18-11 0,16 11 9,1 0-1,-21-20 0,16 14-1,0 0 0,-1 2 0,-1 0-1,0 2 1,-1 0 0,-38-15 0,39 18-5,-15-9-39,26 12 39,0 1-1,0 0 1,0 0-1,-1 1 0,0 0 1,-20-4-1,-37 2 8,-63-3 5,33 12-11,-1 5 1,-149 30-1,-189 75 15,387-98-25,-4 0-9,1 2 1,-96 46-1,107-40 46,-38 19-33,-90 65 0,158-99 20,0 1-1,1 0 0,0 1 1,0 0-1,1 1 0,1 0 1,0 1-1,-8 14 0,15-22 2,0 1 1,0 0-1,1 0 0,0 0 1,0 0-1,0 0 0,1 0 0,-1 0 1,1 0-1,0 0 0,2 7 1,-1 0-5,1 0 1,1-1 0,6 20 0,-4-19 11,1 1 1,1-1 0,0 0-1,0-1 1,1 0 0,1 0-1,0 0 1,0-1 0,1-1-1,1 0 1,-1 0 0,1-1-1,15 9 1,186 126 63,-146-95-10,-37-25-69,39 22 0,-18-16 43,-23-12-15,1-1 0,1-1-1,0-1 1,0-2 0,54 15 0,-28-16 99,0-2 1,84 2-1,-49-11-85,-1-3-1,0-5 1,97-20-1,-132 15-34,71-25 0,-104 30-4,-1-1 0,0-1 0,0-1 0,-1 0 0,-1-1 0,25-22 0,-7-2-12,-3-1 0,0-2 1,-3-1-1,-1-1 0,38-75 1,-28 47 55,66-125-32,-57 106-40,-47 86 18,-1 0 0,1 0 0,-1 0 0,0 0 0,0-1 0,0 1-1,-1 0 1,1 0 0,0 0 0,-1 0 0,1 0 0,-1 0 0,-1-3 0,0-1-9,1 0-4,-2 1 1,1-1-1,-1 1 0,0 0 0,0 0 1,0 0-1,-1 0 0,0 0 0,1 0 1,-2 1-1,-6-6 0,-55-41-46,-35-10-17,38 24 74,42 26-1,0 0-1,-33-12 1,24 12-16,14 5-10,-1 0 0,0 2 1,0 0-1,0 1 0,0 0 0,0 1 0,-35 2 1,25 2-43,1 1 1,0 1-1,-1 2 1,-36 12-1,-100 34-362,-12 1 171,157-48 275,1-2 1,-25 3-1,25-4-60,-4 2-183,0 1 0,1 0 1,0 2-1,0 0 0,0 1 0,1 1 0,1 1 0,-1 1 1,2 0-1,-25 21 0,25-17-443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1.0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940 263 8665,'-27'-53'4242,"22"40"-3012,0 1 1,-1 0 0,-1 0-1,-9-12 1,4 8-289,-1 1 0,0 1 0,-30-25 0,34 32-690,0 2 1,0-1-1,0 1 1,-1 0-1,1 1 1,-1 0-1,0 1 0,0 0 1,-18-3-1,4 3-50,-1 2 0,1 0-1,-1 2 1,1 1-1,0 1 1,-1 1 0,1 0-1,1 2 1,-1 1-1,1 1 1,0 1 0,1 1-1,-31 20 1,23-12-119,2 1 1,0 2-1,1 0 1,2 2-1,0 1 1,1 1-1,2 1 1,0 1-1,-18 32 1,34-49-88,0 1 0,0 0 1,1 0-1,0 0 0,1 0 0,1 1 1,-1 0-1,-1 21 0,4-27-53,1-1 0,0 1 0,0-1 1,1 1-1,0 0 0,0-1 0,0 1 0,1-1 1,-1 0-1,1 1 0,0-1 0,1 0 0,0 0 0,-1 0 1,2-1-1,-1 1 0,0-1 0,1 1 0,0-1 0,7 6 1,-2-3-83,1 0 0,-1-1 0,2 0 0,-1-1 0,0 0 0,1 0 0,0-1 0,0-1 0,0 0 0,0 0 0,1-1 0,-1-1 0,1 0 0,16 0 0,-4-3-6,0 0-1,0-1 1,0-1 0,0-2 0,44-15-1,-50 13 86,-1 0 0,1-2-1,-1 0 1,26-20-1,-33 23 39,19-15 327,-1-2 0,46-49-1,29-55 5250,-101 126-4352,14 15-607,-13-11-595,-1 1 1,1 0-1,-1 0 0,0 0 1,0 1-1,0-1 0,-1 1 1,1-1-1,-1 1 0,1-1 1,-1 1-1,-1 0 0,1-1 1,0 1-1,-1 0 0,0 0 1,0 5-1,-1 14-13,-6 40 0,2-20-226,5-19-1638,2 0 1,7 41 0,-2-23-2263,-2-5-3240,7-1-4998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1.6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395 374 11433,'1'0'165,"0"-1"0,0 1-1,0-1 1,0 0 0,0 1-1,0-1 1,0 0 0,0 0 0,-1 0-1,1 1 1,0-1 0,0 0 0,-1 0-1,1 0 1,-1 0 0,1 0-1,-1 0 1,1 0 0,-1 0 0,0-1-1,1 1 1,-1 0 0,0 0 0,0 0-1,0 0 1,0 0 0,0-1 0,0 1-1,0 0 1,0 0 0,-1 0-1,1-2 1,-14-37 5580,13 38-3694,-1 0-1279,-2-1-611,0 0 0,0 1-1,0 0 1,-1 0 0,1 0 0,-1 0-1,1 1 1,-1 0 0,1 0 0,-1 0-1,0 0 1,1 1 0,-11 0 0,-10 0-74,-37 7-1,32-3 115,8-2-142,1-1 0,0 0 0,-25-3 0,40 1-26,1 1 1,-1-1 0,0-1 0,1 1 0,-1-1-1,1 1 1,0-2 0,-1 1 0,1 0-1,0-1 1,0 0 0,1 0 0,-1-1 0,1 1-1,-1-1 1,-5-7 0,10 8-16,0 1 1,0-1-1,0 1 0,0-1 1,0 0-1,1 1 1,-1-1-1,1 1 0,0-1 1,0 1-1,-1-1 0,3-2 1,-1 3-9,0 0 1,0 0-1,0 0 1,0 0-1,0 0 1,1 1 0,-1-1-1,0 1 1,1 0-1,-1-1 1,1 1-1,0 0 1,-1 0-1,1 1 1,0-1 0,-1 1-1,1-1 1,5 1-1,53 2 74,-45 0-81,1 2 1,-1 0 0,-1 1-1,1 1 1,0 0 0,-1 1-1,-1 0 1,1 1-1,-1 1 1,0 1 0,-1 0-1,0 0 1,-1 1 0,0 1-1,-1 0 1,0 1 0,-1 0-1,0 0 1,-1 1-1,-1 1 1,0-1 0,-1 1-1,9 27 1,-14-33-19,1 1 0,-2-1 0,0 0 0,0 1 0,0 0 0,-2 13 0,0-6 17,0-8-18,0 0-1,-1 1 1,0-1-1,-1 0 1,0-1-1,0 1 1,-1 0-1,0-1 1,0 0-1,-1 0 0,0 0 1,-1-1-1,-7 9 1,5-4-50,0-4 42,1 0 1,-1 0-1,-1-1 1,1 0-1,-1 0 1,0-1-1,-12 6 1,17-9 20,1-1-17,-21-10-66,22 8 85,0-1 0,1 1-1,-1-1 1,0 1-1,1-1 1,-1 0-1,1 1 1,-1-1 0,1 0-1,-1 0 1,1 0-1,0 0 1,-1 0 0,1-1-1,0 1 1,0 0-1,0 0 1,0-1 0,0 1-1,-1-4 1,1 3-7,0-1 0,0 0 0,1 0-1,0 0 1,-1 0 0,1 0 0,0 0 0,1 0 0,-1 0 0,0 0 0,2-5 0,7-19-234,1 1 1,1 0-1,0 1 1,24-36 0,-23 40 77,15-28-87,2 2-1,2 1 1,2 1 0,2 2 0,2 1 0,51-45 0,-59 63 132,59-37 0,-75 53 172,0 1 1,1 0 0,0 1 0,0 1-1,0 1 1,0-1 0,18-1 0,-26 5-1,0 1 1,-1-1 0,1 1 0,0 1 0,-1-1-1,1 1 1,0 0 0,-1 0 0,1 0 0,-1 1-1,0 0 1,1 0 0,-1 1 0,0-1-1,0 1 1,0 0 0,-1 0 0,1 1 0,-1-1-1,0 1 1,0 0 0,0 0 0,0 1-1,-1-1 1,1 1 0,-1 0 0,0 0 0,-1 0-1,3 6 1,2 7 31,0 1-1,-1-1 0,-2 1 1,0 0-1,-1 0 1,0 1-1,-1 21 1,-9 279-1012,-8-193-1248,0 2-2625,14-106 752,4 40-1,6-20-4979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2.1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577 1005 9897,'0'0'109,"1"-1"0,-1 1 0,0-1 1,0 1-1,0-1 0,0 1 0,0-1 0,0 1 0,0 0 0,0-1 1,0 1-1,0-1 0,-1 1 0,1-1 0,0 1 0,0-1 0,0 1 1,-1-1-1,1 1 0,0 0 0,0-1 0,-1 1 0,1-1 1,0 1-1,-1 0 0,1-1 0,0 1 0,-1 0 0,1-1 0,-1 1 1,1 0-1,0 0 0,-1-1 0,1 1 0,-1 0 0,1 0 1,-1 0-1,-33-14 2913,21 11-2057,-2-1 1,1 2-1,-20-2 0,24 4-715,-1 1 1,0 0-1,0 1 1,1 0-1,-1 0 1,1 1-1,0 1 0,0 0 1,-14 7-1,9-2 5,1 0 0,0 1-1,1 0 1,0 1 0,-17 19-1,2 1-80,2 2 0,1 2 1,2 0-1,1 1 0,1 1 0,3 1 0,1 1 0,-19 64 0,29-79-274,1 1 0,1 0-1,-2 40 1,7-55 17,0-1-1,0 1 1,1-1 0,0 0-1,0 1 1,1-1 0,1 0-1,-1 0 1,1 0-1,1 0 1,0-1 0,9 16-1,-10-21 59,0 1 0,0-1 0,0 0-1,0 0 1,1 0 0,-1-1 0,1 1-1,0-1 1,0 0 0,-1 0 0,1 0 0,1 0-1,-1-1 1,0 1 0,0-1 0,1 0-1,-1-1 1,0 1 0,1-1 0,-1 0-1,1 0 1,-1 0 0,0 0 0,6-2 0,2 0-16,-1-1 0,1 0 0,0-1 0,-1 0 0,0-1 0,0 0 0,18-12 0,-6 0-7,-1-1-1,0-1 0,-1-1 1,-1-1-1,-1-1 0,-1 0 1,-1-1-1,-1-1 1,15-32-1,10-26-42,46-137-1,-15 8 147,-9-3-1,39-250 0,-65 253 1067,-36 205-990,-1 0-1,0 0 1,0 0-1,0 0 1,-1 0 0,0-1-1,0 1 1,-4-11-1,5 16-98,0 0 0,0 0 0,0 0-1,0 1 1,-1-1 0,1 0 0,0 0-1,-1 0 1,1 1 0,0-1 0,-1 0-1,1 1 1,-1-1 0,1 0 0,-1 1-1,1-1 1,-1 0 0,0 1 0,1-1-1,-1 1 1,0-1 0,1 1 0,-1 0-1,0-1 1,0 1 0,1 0-1,-1-1 1,0 1 0,0 0 0,0 0-1,1 0 1,-1 0 0,0 0 0,0-1-1,0 2 1,0-1 0,1 0 0,-1 0-1,0 0 1,0 0 0,0 0 0,0 1-1,1-1 1,-1 0 0,0 1 0,0-1-1,1 1 1,-1-1 0,0 0 0,1 1-1,-1 0 1,1-1 0,-1 1 0,0-1-1,1 1 1,-1 0 0,1-1 0,-1 1-1,1 0 1,0 0 0,-1 1 0,-7 9 171,1 0 0,1 1 1,0 0-1,0 0 1,1 0-1,-5 19 0,-16 88 620,18-80-612,-53 253 879,-28 142-838,74-349-1185,-5 150 1,20-178-1190,12 98 0,6-70-2133,1-30-2136,12 3-5512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9.8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1093 146 7573,'-28'-21'1925,"28"21"-1840,-1 0 1,1-1 0,-1 1 0,1-1 0,0 0 0,-1 1 0,1-1 0,0 1 0,-1-1 0,1 0 0,0 1 0,-1-1 0,1 0-1,0 1 1,0-1 0,0 0 0,0 1 0,0-1 0,0 0 0,0 1 0,0-1 0,0 0 0,0 1 0,0-1 0,0 0 0,0 1-1,1-1 1,-1 0 0,0 1 0,0-1 0,1 0 0,-1 1 0,0-1 0,1 1 0,-1-1 0,1 1 0,0-2 0,-1 2 66,1 0 0,-1-1 0,1 1 1,-1-1-1,0 1 0,1-1 1,-1 1-1,0-1 0,0 0 1,1 1-1,-1-1 0,0 1 0,0-1 1,0 0-1,0 1 0,0-1 1,0 1-1,0-1 0,0 0 0,0 1 1,0-1-1,0 1 0,0-1 1,0 1-1,-1-2 0,-17-23 3087,13 18-2725,0 0-1,0 1 1,0-1-1,-1 1 0,-7-6 1,10 10-387,0 0 0,0 0 0,1 1 0,-1-1 0,0 1 0,-1 0 0,1 0 0,0 0 0,0 0 0,0 0 0,-1 1 0,1 0 0,0-1 0,0 1 0,-1 0 0,1 1 0,-6 0 0,-9 3 209,1 1 1,-1 1 0,1 0 0,0 1 0,0 1-1,1 1 1,0 0 0,-19 15 0,-116 104 1779,70-48-1657,2 3-1,5 4 0,4 3 1,-116 195-1,165-247-458,1 1 0,2 1 0,1 1 0,3 0 0,1 2 0,2-1 0,-10 86 0,20-103 0,0 0 0,2-1 0,0 1 0,2 0 0,1-1 0,11 39 0,-9-44 0,1-1 0,1 1 0,1-2 0,0 1 0,2-1 0,0 0 0,0-1 0,2-1 0,14 15 0,2-3-121,1-1 0,2-2 0,0-1 0,1-2 0,2-1 0,0-1 0,0-2 0,63 20 0,-4-9-1258,1-4-1,130 15 1,152-10-4674,-125-35-2739,-104-10-919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2.13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1214 143 4388,'6'8'1045,"-3"-8"1387,0-16 1517,-1 6 72,-1 8-3753,8-12 88,0 2 0,1-1 0,0 1 0,1 1 0,13-11-1,-21 20-202,-2 0-10,31-30 835,-25 30-236,-22 24-349,-8 8-49,-2-1-1,-2-2 0,-39 34 0,-99 64 314,83-66-381,65-46-231,-550 441 855,489-377-753,-122 153-1,190-218-121,1 1-1,0 1 1,0 0 0,2 0-1,-1 0 1,2 1 0,0 0 0,-6 27-1,10-36-11,2 0-1,-1 1 0,1-1 0,0 0 1,0 0-1,0 1 0,1-1 0,0 0 1,1 0-1,-1 0 0,1 0 1,0 0-1,0 0 0,1-1 0,0 1 1,0-1-1,0 1 0,1-1 0,0 0 1,0-1-1,0 1 0,0-1 0,1 1 1,0-1-1,6 4 0,8 5-3,1-1 0,0-1-1,0-1 1,1-1-1,39 12 1,116 19-9,-164-38-2,209 35-200,249 8 0,227-30-217,-354-27 980,-287 6-361,-38 3-164,-14 3 18,-5-3 15,1 1-133,-1 0 0,0 0 1,1 1-1,-1-1 0,0 0 0,0 1 0,0-1 1,0 1-1,0-1 0,-1 1 0,1 0 0,0-1 1,-1 1-1,1 0 0,-1 0 0,1 0 1,-1 0-1,1 0 0,-1 0 0,0 0 0,0 1 1,1-1-1,-1 1 0,0-1 0,0 1 0,0 0 1,0-1-1,1 1 0,-1 0 0,0 0 0,0 0 1,0 1-1,0-1 0,0 0 0,1 1 1,-1-1-1,0 1 0,0 0 0,-2 1 0,-21 4-2105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3.3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248 1 8037,'-14'52'5331,"-13"17"-2258,19-51-2082,-8 26 1230,-11 49 0,6-19-566,-4 9-457,4 1 0,-16 131 1,27-62-2351,7-78-2665,-16 89 0,9-109-2071,0-1-3578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3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216 27 7437,'1'0'70,"-1"-1"0,1 1 1,-1-1-1,1 1 1,-1-1-1,0 1 0,1-1 1,-1 0-1,0 1 1,1-1-1,-1 1 0,0-1 1,0 0-1,0 1 1,1-1-1,-1 0 0,0 1 1,0-1-1,0 0 1,0 1-1,0-1 0,0 0 1,0 1-1,-1-1 1,1 0-1,0 1 0,0-1 1,0 1-1,-1-1 0,0-1 1,-11-4 2521,-2 5 1941,10 1-4384,1 1 1,-1-1-1,1 1 0,0 0 1,-1 0-1,1 1 0,-1-1 0,1 1 1,0-1-1,0 1 0,0 0 0,0 0 1,0 0-1,1 0 0,-6 6 1,-32 43 675,36-45-662,-9 13 40,2 1 1,0 0-1,1 1 0,1 0 0,1 1 0,0 0 1,2 0-1,1 0 0,1 1 0,-3 39 0,6-30-127,2-1 0,1 0 0,2 0 0,1 0 0,1 0 0,2 0 0,19 51-1,-22-72-64,15 42 45,28 49 1,-12-35-24,10 18-14,49 120 0,-93-199-17,0-1 0,-1 1-1,1 0 1,-1 0 0,0 0-1,0 0 1,-1 0 0,1 0 0,-1 0-1,0 0 1,-1 0 0,1 0-1,-1 0 1,0 0 0,0 0-1,-3 7 1,1-8-16,1 0 0,-1 0 0,0 0 0,0 0 0,0-1 0,-1 1 0,1-1 0,-1 0 0,0 0 0,0 0-1,0-1 1,0 1 0,-1-1 0,1 0 0,0 0 0,-8 1 0,6-1-147,0-1 1,0 0-1,0 0 0,1-1 1,-1 0-1,0 0 0,0 0 1,0 0-1,0-1 0,0 0 0,1-1 1,-1 1-1,0-1 0,1 0 1,-1 0-1,-6-5 0,7 5-705,0-2 0,0 1 0,0 0-1,0-1 1,0 0 0,1 0 0,0-1-1,0 1 1,-5-8 0,0-2-7704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4.1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8913,'5'-7'464,"0"1"0,1-1 0,0 1 1,0 0-1,1 0 0,-1 1 0,1 0 0,0 0 0,1 0 1,-1 1-1,1 0 0,0 1 0,0-1 0,12-2 0,14-3 682,-1 2 0,67-6 0,75 5-7,-140 7-948,28 1-705,103 11 0,-124-5-4087,67 20 1,-69-12-2830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5.8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1035 1 6305,'-22'66'2570,"3"2"1,-13 86-1,-7 30 684,-122 326 358,8-131-2635,-73 177-96,-18 157-472,201-549-1342,8 3-1,-21 239 1,51-333-667,6 90 1,3-119-1433,13 65 0,11-7-5070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0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1 536 7333,'19'-30'1002,"-18"28"-941,0 1-1,0 0 1,0 0 0,0 0 0,0 0 0,0 0-1,0 0 1,0 0 0,0 0 0,0 0 0,0 0-1,1 1 1,-1-1 0,0 1 0,0-1 0,1 0-1,-1 1 1,1 0 0,-1-1 0,2 1 0,5-2 148,32-10 254,0 2 0,1 2 0,0 1 0,55-1 0,-38 3-248,737-38 1118,-527 34-1144,2081-75 308,-261 14-406,-2085 70-91,1281-48 31,-293-33-16,-168 13-101,-697 60 46,-58 5 63,166-17-83,-204 17 62,54 4 0,-33 0 16,12 2-56,-59-3 24,-4 1 11,0-1 0,0 1 0,1-1 0,-1 1 0,0-1 0,1 1 0,-1-1 0,1 1-1,-1-1 1,1 1 0,-1-1 0,1 0 0,-1 1 0,1-1 0,-1 0 0,1 1 0,-1-1 0,1 0 0,-1 0 0,2 1 0,-2-1 2,1 0 0,0 0 0,-1 0 1,1 1-1,0-1 0,-1 0 0,1 1 0,-1-1 1,1 0-1,-1 1 0,1-1 0,0 1 1,-1-1-1,0 1 0,1-1 0,-1 1 0,1-1 1,-1 1-1,0-1 0,1 1 0,-1 0 1,0-1-1,1 1 0,-1-1 0,0 1 0,0 1 1,-35 185 32,24-117 393,-4 123 0,5-45-106,-9 60 196,-68 563 492,12-266-598,-112 658-8,-40-288-199,63-286 235,-7 42-88,58-302-164,74-231-68,-63 178 599,80-203-532,-16 57 31,21-97-160,12-34-93,-38-6-42,1-3 1,-59-20-1,-12-4-133,-879-166-597,-14 56 639,-929-56 88,-11 151 537,946 91-313,429-15-238,516-24-57,-65 1-578,107-5 324,1 0-1,-1 0 1,0-1 0,1-1-1,-1-1 1,-22-8-1,31 10 6,1 1-1,-1-1 0,1 0 0,0 0 1,0 0-1,0 0 0,0 0 0,0-1 1,0 1-1,1-1 0,-1 0 0,1 0 1,0 0-1,-1 0 0,-1-5 0,-4-20-5573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5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228 1 14253,'-18'22'686,"10"-12"-123,0 1 0,1 0-1,0 0 1,-7 16 0,-1 7 1070,1 0 0,2 1 0,-9 38 0,-17 117-649,13-56-1800,10-53-1090,-4 89 1,12-2-7493,7-118 1138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7.8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640 305 11293,'1'-20'1125,"1"0"0,1 1 1,8-30-1,-8 39-724,0 1 1,1 0 0,0-1 0,1 1-1,0 0 1,0 1 0,1-1 0,0 1-1,8-8 1,-2 6-312,0-1 0,0 2-1,1 0 1,0 0 0,1 1 0,0 1-1,0 1 1,1 0 0,0 0 0,0 1-1,0 1 1,0 1 0,1 0 0,0 1-1,-1 1 1,1 0 0,0 1 0,0 1-1,-1 0 1,1 1 0,-1 1 0,1 1-1,-1 0 1,0 0 0,0 2 0,-1 0-1,1 1 1,-1 0 0,-1 1 0,1 0-1,-1 1 1,-1 1 0,21 20 0,-21-16-78,-1 0 0,-1 1 1,0 0-1,0 1 0,-2 0 1,0 0-1,-1 1 0,-1 0 1,0 0-1,-1 1 0,-1 0 1,-1-1-1,-1 1 1,0 0-1,-1 1 0,-2 24 1,-6 20 4,-2-1 0,-3 0 0,-28 86 1,-13 63 2,50-188-19,1 0 0,1 0 0,1 0 1,1 0-1,1 0 0,1 0 0,1-1 0,1 1 0,1-1 0,1 0 0,1-1 0,1 0 1,0 0-1,25 38 0,-9-18 38,-2 0 0,25 63-1,-45-95-41,-1-5 3,-1-1 1,0 0 0,0 0 0,0 1-1,0-1 1,0 0 0,-1 1 0,1-1 0,-1 1-1,0-1 1,0 1 0,0-1 0,-1 1-1,1-1 1,-1 0 0,0 1 0,0-1-1,0 0 1,0 1 0,-1-1 0,1 0 0,-1 0-1,-2 3 1,-2 5 12,0-1 0,-1 1-1,0-2 1,-1 1 0,1-1-1,-2 0 1,1-1 0,-1 0 0,-1 0-1,1-1 1,-1 0 0,-1-1-1,1 0 1,-23 9 0,-31 2-22,-1-3-1,-1-2 1,-76 3 0,26-3 19,-31 7-1193,-215 54-1,245-38-2172,44-8-1797,-4 6-4461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8.0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25 14477,'-6'-12'6801,"-11"3"-6265,4 6-300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09.6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1177 124 11281,'-2'-5'366,"-1"0"0,1 1-1,-1-1 1,0 1 0,0 0 0,-1 0 0,1 0 0,-1 0-1,0 0 1,0 1 0,0 0 0,-1 0 0,1 0-1,-1 0 1,1 1 0,-1 0 0,-7-3 0,-8-5 323,4 2-249,0 1-1,0 1 1,-1 0-1,0 1 1,0 1 0,-1 0-1,1 2 1,-1 0-1,-17 0 1,9 3-91,0 1 1,0 1-1,0 1 1,1 1-1,-38 13 1,3 6-89,0 2 1,2 3-1,1 3 1,-59 43-1,59-36-73,-74 66 1,110-85-192,1 0 0,1 1 1,0 2-1,2 0 0,0 0 1,-15 32-1,28-49-12,2 1-1,-1-1 1,1 1-1,-1-1 1,2 1 0,-1 0-1,1 0 1,0 0-1,1 0 1,-1 0-1,1 0 1,1 0-1,-1 0 1,1 0 0,1 0-1,2 10 1,-2-12-2,0 0 1,1-1 0,-1 1-1,1-1 1,0 0-1,0 0 1,1 0 0,-1 0-1,1 0 1,0-1-1,-1 0 1,2 0 0,-1 0-1,0 0 1,1 0 0,-1-1-1,1 0 1,0 0-1,-1 0 1,1-1 0,0 0-1,0 1 1,0-2-1,8 2 1,18 0 0,1-2-1,-1-1 1,0-1-1,0-1 1,58-15-1,150-59 328,-159 45 185,-26 9 651,0 3 0,100-23 0,-152 42-1120,1 1 0,-1 0 1,1-1-1,-1 1 0,1 0 0,-1 0 0,1 1 0,-1-1 1,1 0-1,0 1 0,-1 0 0,0-1 0,1 1 0,-1 0 1,1 0-1,-1 0 0,0 1 0,0-1 0,0 0 0,0 1 1,0 0-1,0-1 0,0 1 0,0 0 0,0 0 0,-1 0 1,1 0-1,-1 0 0,2 3 0,2 6-63,-1 0 0,0 1 0,0-1 0,-2 0 0,3 14 1,2 7-451,9 30-1434,15 52-3987,-3-41-3157,-3-25-1365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0.1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821 33 12773,'-40'-10'2653,"32"7"-1926,-1 0-1,0 1 1,0 0 0,-17-2 0,-18 5-202,0 3 0,0 1 0,0 1-1,0 3 1,1 2 0,1 2-1,-80 34 1,-141 76-688,262-122 161,-1 0 0,1 0 0,-1 0 0,1 0 1,-1 0-1,0-1 0,0 1 0,1-1 0,-1 1 0,0-1 1,0 0-1,1 1 0,-1-1 0,0 0 0,-3-1 1,6 0 0,-1 0 0,0 0 0,0 0 0,1 0 0,-1 0 0,1 0 0,-1 0 1,1 1-1,-1-1 0,1 0 0,-1 0 0,1 0 0,0 0 0,0 1 1,-1-1-1,1 0 0,2-1 0,49-40 0,-31 29 18,0 2 0,1 1 0,0 0 0,1 2 0,0 0 0,0 2-1,1 0 1,31-2 0,-42 7-12,0 1 0,-1 0 0,1 0 1,-1 2-1,1 0 0,-1 0 0,0 1 0,0 0 0,0 1 0,0 1 0,0 0 0,-1 0 0,0 1 0,0 1 1,-1-1-1,0 2 0,17 14 0,-17-12-2,-1 0 1,0 1 0,0 0-1,-1 1 1,0 0 0,-1 0-1,-1 0 1,0 1 0,0 0-1,-1 0 1,4 18 0,-5-12-16,-1 1 1,-1 0-1,0 0 0,-2 0 1,0 0-1,-2 0 1,-4 27-1,2 8 37,25-83 13,194-227 39,-173 212-62,1 1 1,3 3-1,79-53 0,-107 81 29,1 0 1,0 2-1,0 0 1,1 1 0,0 1-1,0 1 1,1 1-1,36-5 1,-43 9 3,1 1 0,0 0 0,0 0-1,0 2 1,-1 0 0,1 0 0,0 2 0,-1-1 0,0 2 0,0 0 0,0 1 0,-1 0 0,16 10 0,-13-4-35,0 0 1,0 2-1,-1 0 1,-1 0-1,0 1 1,-1 1-1,-1 1 1,0-1-1,-1 2 1,-1 0 0,-1 0-1,0 0 1,7 26-1,3 18-1479,-2 2 1,14 117-1,-23-92-1896,-2-11-2943,1-24-1353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0.6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863 792 12821,'-35'0'877,"-108"3"4281,119-1-4317,0 1 1,1 1 0,-1 1 0,-22 9 0,11-1-384,0 3 1,1 1-1,1 1 1,0 2-1,2 1 1,0 1 0,-36 35-1,42-32-421,0 1 0,2 0 0,0 2 0,2 1 0,2 0 0,0 2 0,-28 64 0,38-71-279,1 1 1,1 0-1,1 1 0,-4 44 1,9-56 52,0 1 1,1-1-1,0 1 1,2-1 0,0 0-1,0 1 1,1-1 0,1 0-1,10 25 1,-13-36 99,1 1 0,-1-1-1,1 0 1,0 0 0,0 0 0,1 0 0,-1-1 0,0 1 0,1 0 0,0-1-1,0 0 1,-1 0 0,1 0 0,0 0 0,1 0 0,-1 0 0,0-1-1,5 2 1,-4-2 16,1 0 0,0-1-1,0 1 1,0-1 0,0 0-1,0 0 1,0-1-1,0 0 1,0 0 0,0 0-1,8-3 1,2-2-36,-1 0 0,-1-1-1,0-1 1,0 0 0,0-1 0,-1 0-1,19-20 1,10-16-21,-1-1 0,-3-3 0,-2-1 0,-2-1 0,-3-2 0,29-66 0,176-511 1060,-197 511-448,67-186 2237,-95 280-1787,-1-1-1,9-42 0,-16 60-225,-1 11-280,-3 25 138,-137 714 1929,84-507-4035,-62 233-7515,73-318 2481,5 1-3958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6.3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1080 124 10281,'-1'-3'200,"0"2"14,0-1 0,0 0-1,0 0 1,0 0 0,0 0 0,1 0 0,-1-1 0,1 1 0,-1 0 0,1 0-1,0 0 1,0 0 0,0 0 0,0-1 0,0 1 0,1 0 0,0-3 0,-2 4-47,1 0 1,0 0 0,0 0 0,-1 0 0,1-1-1,0 1 1,-1 0 0,1 0 0,-1 0 0,0 0-1,1 0 1,-1 0 0,0 0 0,1 0 0,-1 1 0,0-1-1,-1-1 1,1 1 251,-2-4-58,0 1 0,-1 0 0,1-1 0,-1 1 0,0 1 0,0-1 0,0 1 0,-1-1-1,1 1 1,-1 1 0,1-1 0,-1 1 0,0-1 0,-7-1 0,4 2-64,-1 0 0,1 1-1,-1 0 1,1 0 0,-1 1 0,0 0 0,1 0 0,-13 3 0,1 1 66,1 1 0,-1 1 1,1 1-1,0 0 1,1 2-1,0 0 1,-21 14-1,-15 15 410,2 3-1,2 2 0,1 2 1,-68 82-1,52-44-725,3 1 1,-59 111-1,93-145-47,1 1 0,4 1 0,1 0 0,-21 80 0,38-109 0,0 1 0,2-1 0,0 1 0,2 0 0,0 0 0,2 1 0,1-1 0,0-1 0,2 1 0,1 0 0,1-1 0,1 0 0,10 25 0,-6-25 24,1-1 0,0 0 0,2-1 0,0 0 0,2-1 0,0-1 0,25 24 0,-14-20-185,0-1 1,2-1-1,0-1 1,52 25-1,-5-12-1291,1-3 0,1-3 0,142 27 0,-13-17-3297,-67-19-1529,34-2-6059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7.9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44 6009,'20'-18'1804,"-20"13"1090,-21-16 9352,20 23-12224,0-1 0,0 0 0,1 0 0,-1 0 0,1 0 0,-1 1 0,1-1 0,-1 0 1,1 0-1,0 1 0,0-1 0,-1 0 0,1 1 0,0-1 0,0 0 0,0 1 0,1-1 0,-1 0 0,0 0 0,0 1 0,1-1 1,-1 0-1,1 0 0,-1 1 0,1-1 0,-1 0 0,1 0 0,0 0 0,0 0 0,-1 0 0,1 0 0,0 0 0,0 0 1,0 0-1,0 0 0,0 0 0,2 0 0,6 7 37,1-2-1,0 1 1,14 6 0,-22-12-42,34 17 99,75 25 0,440 139-600,292 89-2410,-820-262 2788,0 1 1,33 20-1,-54-29 116,-1 0-1,1 0 1,-1 0-1,0 0 1,0 1-1,1-1 1,-1 1 0,0-1-1,0 1 1,0-1-1,-1 1 1,1 0-1,0-1 1,-1 1-1,1 0 1,-1 0-1,1-1 1,-1 1 0,0 0-1,0 0 1,1 0-1,-1-1 1,-1 1-1,1 0 1,0 0-1,0 0 1,-1-1-1,1 1 1,-1 0-1,1 0 1,-2 1 0,-1 4 57,0 0 1,0-1 0,0 0 0,-1 0 0,0 0 0,0 0-1,-6 6 1,-73 85 470,-76 118-1,-4 5-346,-416 426-29,293-338-103,130-136-5,34-31-1,60-67-31,-33 43 164,94-115-506,6-6-143,15-20-776,24-31-1658,-2-9-4726,-19 37-82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9.30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455 40 7713,'0'0'6523,"-6"-12"-3938,5 10-1652,0-1-1,0 1 1,0 0 0,0 0 0,0 0 0,0 0-1,-1 0 1,1 0 0,-4-3 0,5 5-823,-1-1 1,0 1-1,1-1 1,-1 1-1,0 0 1,1-1-1,-1 1 1,0 0-1,1 0 1,-1 0-1,0-1 1,0 1-1,1 0 0,-1 0 1,0 0-1,1 0 1,-1 0-1,0 0 1,0 0-1,1 1 1,-2-1-1,-3 3-185,0 0-1,0 0 0,1 0 0,-1 0 1,1 1-1,0 0 0,-5 5 0,0-1 954,-11 14-322,2 1 0,-25 36 0,6-6 107,12-20-351,-10 12 106,2 1 1,-29 55-1,58-94-417,1 0-1,0 0 1,1 0 0,0 0-1,0 1 1,0-1-1,1 0 1,0 1 0,1-1-1,0 1 1,0 0 0,0-1-1,1 1 1,0-1 0,0 0-1,1 1 1,0-1 0,1 0-1,-1 0 1,1 0-1,1 0 1,-1 0 0,1-1-1,0 0 1,1 1 0,-1-2-1,9 9 1,11 12-1,2 0 0,1-2 0,35 25 0,94 54 0,-100-69 0,-1 2 0,83 73 0,-134-106 0,0 1 0,-1 0 0,0 0 0,0 0 0,0 0 0,0 0 0,-1 1 0,1-1 0,-1 1 0,0 0 0,-1-1 0,1 1 0,-1 0 0,0 0 0,0 0 0,-1 0 0,1 0 0,-1 1 0,0-1 0,0 0 0,-1 0 0,0 0 0,0 0 0,0 0 0,0 0 0,-1 0 0,-3 8 0,0-6 0,-1 1 0,1-1 1,-1 0-1,0-1 0,-1 1 0,1-1 0,-1-1 1,-1 1-1,1-1 0,-1 0 0,0-1 0,0 0 1,-11 4-1,-14 4-11,0-1-1,-38 6 1,50-12-8,-111 20-338,-43 12-2026,170-36 1960,0 1 0,0-1 0,0-1 0,0 1 0,0-1-1,0 1 1,-1-2 0,1 1 0,0 0 0,0-1 0,0 0-1,0 0 1,0-1 0,0 1 0,0-1 0,1 0 0,-1 0-1,1-1 1,-1 0 0,1 1 0,0-1 0,-7-7 0,3-5-6153,10-4-4109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9.5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 13737,'0'1'186,"0"0"0,1-1-1,-1 1 1,1 0 0,-1 0 0,1 0-1,-1-1 1,1 1 0,0 0-1,-1-1 1,1 1 0,0-1 0,0 1-1,0-1 1,-1 1 0,1-1-1,0 1 1,0-1 0,0 0 0,0 1-1,0-1 1,0 0 0,-1 0-1,1 0 1,0 1 0,0-1-1,0 0 1,0 0 0,0-1 0,0 1-1,0 0 1,1 0 0,45-8 2647,-21 3-1857,140-11 982,176 7 0,-167 7-1526,79-4-44,-249 6-526,-22 12-3580,11-10 3092,1 1 1,-1-1-1,0 0 0,0-1 1,0 0-1,0 0 0,0 0 0,0 0 1,0-1-1,-8 0 0,-22 2-4203,-2 12-5030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3.2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 1386 7681,'-11'7'3258,"18"-7"2800,10-3-2536,-5 3-4829,90 9 2730,176-7-1,44-25-924,-127 6-357,526-46 276,3058-479-236,-2924 366-178,-18-48 312,-551 121-18,-242 83-248,0-2 1,-2-2 0,0-2 0,40-33 0,-80 58-59,-1 0 1,1 0 0,-1 0 0,1-1-1,-1 1 1,0 0 0,1-1 0,-1 1 0,0-1-1,0 0 1,0 1 0,0-1 0,-1 0-1,1 0 1,0 1 0,-1-1 0,1 0-1,-1 0 1,0 0 0,1 0 0,-1 0 0,0 1-1,0-1 1,0 0 0,-1 0 0,1 0-1,0 0 1,-1 0 0,1 0 0,-1 1 0,1-1-1,-1 0 1,-1-2 0,0 1-46,0 0-1,0 0 1,0 1 0,-1-1-1,1 1 1,-1 0 0,1 0-1,-1-1 1,0 2 0,0-1 0,0 0-1,0 0 1,0 1 0,0 0-1,0 0 1,-5-2 0,-13 0-936,-1 1 0,1 1 0,0 0 0,-32 4 0,30 0-2319,-44 11 1,-2 11-5096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3.6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1121 9277,'0'0'1722,"4"0"-212,213-30 4146,112-10-3273,87-11-1694,1242-199 444,-17-107-829,-1168 221-180,-331 89 7,171-84 0,-299 125-146,-6 2-36,0 1 0,0-1 0,0 0 0,-1-1 0,0 1 0,0-2 1,0 1-1,0-1 0,10-11 0,-19 15-273,1 1 1,-1-1-1,0 1 0,0 0 0,0 0 1,0-1-1,0 1 0,0 1 0,0-1 0,0 0 1,0 1-1,0-1 0,-1 1 0,-1-1 1,-38 9-5296,-23 11-3458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4.4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272 637 11657,'30'-18'7771,"-52"34"-4358,15-9-3001,0 1 0,0 0-1,1 1 1,0 0 0,1 0 0,-1 0 0,2 0 0,-8 20 0,-21 92 1257,17-58-1110,-10 30-66,-64 250 611,70-250-1340,-14 160 0,34-250 198,0 1 1,0-1 0,0 0-1,0 0 1,0 0-1,1 1 1,-1-1-1,1 0 1,0 0 0,1 4-1,-1-6 15,-1 0-1,0-1 0,1 1 1,-1-1-1,1 1 1,-1-1-1,0 1 0,1-1 1,-1 0-1,1 1 0,0-1 1,-1 0-1,1 1 1,-1-1-1,1 0 0,-1 1 1,1-1-1,0 0 0,-1 0 1,1 0-1,0 0 1,-1 0-1,1 0 0,0 1 1,-1-2-1,1 1 0,0 0 1,-1 0-1,1 0 1,0 0-1,4-2-69,-1 0 1,0-1-1,0 1 1,0-1-1,0 0 0,0 0 1,0 0-1,-1 0 1,0-1-1,6-7 1,-1-1-13,-1 1 1,-1-1-1,0-1 1,-1 1 0,0-1-1,0 0 1,-2 0-1,4-19 1,2-4-43,124-494-1233,-74 289 2260,139-364 0,-191 589-679,0-1 0,0 2 1,2-1-1,0 1 0,1 1 0,18-23 1,-25 34-124,0 0 1,0 0-1,0 0 1,1 1-1,-1-1 1,1 1-1,-1 0 1,1 0-1,0 0 1,0 1 0,0-1-1,0 1 1,0 0-1,0 0 1,0 0-1,0 1 1,0-1-1,0 1 1,1 0-1,-1 0 1,0 1-1,0-1 1,0 1-1,0 0 1,0 0 0,0 0-1,0 1 1,0-1-1,0 1 1,0 0-1,-1 0 1,1 0-1,5 5 1,3 2 80,-1 1 1,0 0-1,-1 1 0,0 0 1,0 1-1,-1 0 0,-1 0 1,0 1-1,8 17 0,7 19-127,19 62-1,-8 0-31,-3 1 0,19 153 0,-4 234 0,-39-389-130,23 115 0,9-62-3054,-23-112-1115,27 55 0,-41-101 3166,1 0 0,0 0 0,0 0 0,0 0 0,8 8 0,27 18-9810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4.6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10 522 17350,'-10'-33'2780,"27"3"-484,10 6-268,13-3-292,17 3-223,3-6-481,17 6-228,17-4-464,23-2-460,24-3-1036,6-9-645,4-12-1123,10 2-76,10 7-3185,-14 0-5524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5.21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2239 220 10725,'-60'-15'654,"-3"-1"756,-70-7 1,53 13-99,-1 4 1,0 4-1,1 3 0,-87 12 1,114-5-897,0 2 1,0 3-1,2 1 1,-1 3-1,2 3 1,0 1 0,-49 30-1,39-13-19,1 3 0,2 2 0,2 3 0,2 2 0,-61 72 0,50-44 55,4 3 0,3 3 0,-58 112 1,58-80-66,5 1 1,5 3-1,5 2 1,5 1-1,6 2 1,-26 211-1,48-233-274,3 0 0,5 0 0,5 1-1,4-1 1,4-1 0,4 0 0,5-1 0,62 176-1,-62-222-200,3-1 0,2 0 0,2-2 0,3-1 0,66 82 0,-67-97-176,1-2-1,2-1 1,1-1 0,1-2 0,2-2 0,0-1 0,82 39 0,-40-31-237,2-3 0,1-4-1,2-4 1,0-3 0,1-4 0,0-3 0,116 0 0,-90-13 232,1-5 0,0-4 0,-1-6 0,-1-4 0,128-41 0,-160 35 292,-1-3 0,-1-4 0,-2-2 0,-1-4 0,-3-4 0,-1-2 0,-2-3 0,-2-3 0,-3-3 0,-2-2 0,-2-3 0,-4-3 0,53-75 0,-53 57 236,-3-2 0,42-96 0,-65 115-94,-3-1-1,-2-1 1,23-116 0,-29 82-19,-5-1 1,-3 0-1,-6 0 1,-3-1-1,-5 1 1,-19-110-1,8 130-95,-2 0 0,-4 1 0,-4 1 0,-3 1 0,-3 1 0,-4 2 0,-85-131 0,63 124-33,-3 3 1,-4 2-1,-3 4 0,-3 2 1,-3 4-1,-2 3 0,-4 3 1,-105-60-1,118 82-153,-2 3 0,0 4 0,-3 2 0,0 4 1,-1 2-1,-2 4 0,0 3 0,0 4 0,-1 2 0,-1 4 1,-91 5-1,100 6-408,1 2 0,0 4 0,1 2-1,-106 36 1,121-29-610,2 1 0,-52 31 0,58-26-1123,1 2-1,-56 49 1,-28 42-7222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6.55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9851 427 4848,'-24'-13'279,"-2"-3"338,-1 2 1,-47-18-1,-101-25 1865,-305-58 0,-191 14-1456,565 87-754,-811-50 519,-5 88-212,502 9-94,2 17 0,-641 164-1,699-109-155,5 16-1,6 15 0,5 15 0,8 15 0,-432 287 0,568-314-163,7 9 0,6 8 0,8 8 0,7 8 0,7 7-1,9 7 1,-221 342 0,309-416-26,-100 221-1,136-255-21,4 1 0,4 2 0,-28 165 1,43-173-75,3 1 0,3 0 1,3 0-1,4 0 1,3 0-1,3-1 1,3 0-1,4-1 1,3 0-1,2-2 1,4-1-1,3 0 1,3-2-1,68 107 1,-44-97-9,3-2 0,3-2 1,4-4-1,98 83 0,-35-50-20,238 146 0,-152-128 7,5-9 1,5-11-1,457 139 0,-247-127-378,563 70 0,-513-126 12,3-20 0,0-22 0,0-22 0,0-21 0,-3-20 0,658-155 0,-155-87-730,-717 185 651,394-214 1,-78-44 20,-422 244 242,207-194 0,-303 246 124,100-125 0,108-203 24,-233 325 23,-3-3-1,-3-1 0,-3-2 0,46-157 1,-54 138 28,-5-2 0,-3 0 0,-5 0 0,-5-2-1,-3 1 1,-5-1 0,-5 0 0,-4 1 0,-4 0 0,-4 1 0,-5 0 0,-3 2 0,-6 0 0,-3 2 0,-4 2 0,-4 1 0,-4 2 0,-60-87 0,32 73 12,-4 3 0,-5 3-1,-3 4 1,-109-90 0,72 83 43,-4 5 0,-260-148 0,203 149 44,-346-126 0,-213 16 101,404 142-137,-2 14-1,-368-2 1,311 48-106,-596 74 1,798-44-408,-206 56-1,293-54-457,1 5-1,2 5 1,-135 71-1,98-24-3056,26 3-2205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7.00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0 278 3440,'258'-84'504,"-164"39"-240,30-4-268,13-5-1216,21 9 336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57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10889,'0'0'5048,"27"0"-6628,-4 0 76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1.4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11 145 6709,'-10'-33'1536,"17"21"-332,3 0 660,-14-12-1116,4 0 412,-3 6-732,3-3-80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5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892 152 9933,'-2'-12'1132,"0"0"0,-1-1 0,0 1 0,-1 1 0,-6-15 1,7 21-846,0 0 0,-1 0 0,1 0 0,-1 0 0,0 1 0,0-1 0,0 1 0,-1 0 0,1 0 0,-1 0 0,0 1 0,-7-4 0,7 6-166,1-1 1,-1 1 0,1 1 0,-1-1 0,0 1 0,1-1 0,-1 1 0,-7 1 0,7 1-52,0-1-1,0 1 1,0 0 0,1 0-1,-1 1 1,1-1-1,-9 7 1,3-2 78,-14 9 364,2 0 0,0 2 0,-33 34 0,-51 68 1296,77-85-1408,-174 216 1959,150-178-1562,-69 123-1,111-174-694,1 0 0,1 1-1,0-1 1,2 2-1,1-1 1,-5 39 0,9-49-63,1 0 1,1 0-1,0 0 1,1 0-1,0 0 1,1 0-1,0 0 1,1 0-1,1 0 1,0-1-1,1 0 1,0 0-1,12 20 1,-3-12-15,1-1-1,1 0 1,1-2 0,1 0 0,0-1 0,1 0 0,1-2 0,0 0 0,1-1 0,1-1 0,0-2 0,24 10 0,19 3-221,1-2 1,1-4-1,71 10 1,-13-12-1410,2-5 1,-1-6 0,181-16 0,-248 5-854,0-3 0,0-3 0,111-38 0,-118 33-465,68-23-6195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7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12473,'27'-57'1780,"-11"38"-260,14-8-311,4 12-229,6 6-256,4 3-464,13 3-628,10-3-992,6 0-553,14 9-2531,7 9-3433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2.9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205 284 12413,'-87'-12'2544,"60"3"205,-3 3-169,3 0-172,10 0-132,0 3 873,27-18-2049,17-3-212,13 6-256,21 2-444,16 1-476,16-3-896,18-3-420,20 0-949,6-12-991,10 3-2889,14 6-5904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3.6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518 27 11241,'-14'-27'8969,"11"28"-7347,-5 2-1215,1 0-1,-1 0 1,1 0 0,0 1-1,1 0 1,-1 1 0,1-1-1,-1 1 1,1 1 0,1-1-1,-1 1 1,-5 7 0,-9 14 883,-28 47 0,30-45-818,-14 27 379,-28 63 0,38-72-514,-25 54-282,6 2 0,-30 111 1,57-164-1038,2 0 0,3 1 1,-5 72-1,13-84-1206,1 0 1,9 67-1,-6-89-176,1-1 0,7 25-1,20 24-9444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3.9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252 397 14393,'-9'5'591,"1"1"0,0 1 0,0-1 0,1 1 0,-1 1 0,2-1 0,-1 1 0,1 1 0,0-1 0,1 1 0,-5 10 0,-8 12 1099,10-19-982,1 1 0,1 0-1,0 0 1,-8 27 0,5-1 67,1 1-1,3 1 1,1-1 0,1 68 0,5-79-602,2 0 0,0 0 0,2 0 0,1-1 0,1 0 0,2 0 0,15 32 0,-14-40-146,1 0 0,0-1 0,2 0 0,0-1 1,0-1-1,25 22 0,-14-17-105,1-1 0,0-1 1,36 19-1,-42-28 13,0-1 0,1-1 0,0-1 0,1-1 0,-1-1 0,1-1 0,0 0 0,1-2 0,25 1 0,-28-3 22,0 0 1,0-2 0,0 0-1,1-1 1,-1-1 0,0-1-1,-1-1 1,1 0-1,-1-2 1,0 0 0,-1-1-1,1-1 1,16-12-1,-16 8 17,0-1 0,-1-2 0,0 1 0,-1-2 0,-1 0-1,-1-2 1,-1 1 0,0-2 0,-1 1 0,18-40-1,-13 20 17,-3 0 0,-1-1 0,-1 0 0,-3-1 0,-1 0 0,-2-1 0,-2 0 0,-2 0 0,-2 0 0,-1 0-1,-6-43 1,1 54 48,0 0-1,-2 0 0,-1 1 0,-2 0 0,-1 0 1,-1 1-1,-1 1 0,-2 0 0,-1 1 0,-1 0 1,-1 2-1,-1 0 0,-1 1 0,-2 1 0,-33-29 0,30 32-7,0 2-1,-2 0 1,0 2-1,-1 1 1,0 1-1,-1 1 1,-61-18-1,67 26-271,-1 0 0,1 1-1,-1 2 1,0 0-1,0 2 1,0 0 0,1 2-1,-1 0 1,0 2-1,1 0 1,-30 11 0,27-6-668,0 2 0,1 0 0,0 2 0,1 1 0,1 1 0,-31 24 0,33-21-1233,1 1 0,1 1 1,-26 35-1,-11 26-8053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5:44.1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115 203 16017,'-37'-58'2873,"30"28"-633,-3 3-408,4 15-352,-5-12-284,-5-12 96,9 21-2112,0 39-11925,-6 15 2364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5.7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1 503 5981,'0'0'3528,"1"-2"-2663,7-7-607,-1 0 1,1 1-1,1 0 0,0 1 0,0-1 0,0 2 1,1-1-1,0 2 0,0-1 0,0 1 0,1 1 1,0-1-1,22-4 0,17-2-11,92-10 0,-126 19-165,441-22 628,5 31-502,-242-2-108,2038 77 97,-415-10-216,-182-52-39,-7-125 56,-1276 43 7,-315 48-27,-1-4 0,-1-2 0,110-53 0,-163 69-7,0 0-1,-1-1 0,1 0 1,-1 0-1,0 0 1,0-1-1,-1 0 1,0-1-1,8-9 1,-13 13-23,0 1 1,0-1-1,0 1 1,0-1-1,0 0 1,-1 1-1,1-1 1,-1 0-1,1 0 1,-1 1-1,0-1 1,0 0-1,-1 0 1,1 1-1,-1-1 1,1 0-1,-1 0 1,0 1-1,0-1 1,0 1-1,0-1 1,0 1-1,-4-5 1,2 0-160,-2 1 0,1 0-1,-1 0 1,0 0 0,0 0 0,0 1 0,-11-8 0,3 5-798,0 1-1,-1 0 1,0 1 0,-24-7 0,-16-1-3359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6.5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 4604,'-37'6'1753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7.4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292 247 2860,'0'-5'148,"-1"0"0,1 0-1,-1 0 1,-1 0-1,1-1 1,-1 2 0,1-1-1,-2 0 1,1 0 0,0 0-1,-1 1 1,0 0-1,0-1 1,0 1 0,-1 0-1,1 0 1,-1 1 0,-7-7-1,-3 1-7,5 4 11,0-1 0,0-1 0,1 1 0,0-1 1,0-1-1,1 1 0,0-1 0,-8-11 0,14 17 34,-1 0-10,-41-31 676,41 31-778,-13 4-147,14-2 104,0 1 0,0-1 0,0 0 0,0 1 0,0-1 0,0 0 0,0 0 0,-1 0 0,1 0 0,0 0 0,0 0 0,0-1 0,0 1 0,0 0 1,0 0-1,0-1 0,0 1 0,0-1 0,0 1 0,1-1 0,-1 1 0,0-1 0,0 1 0,0-1 0,0 0 0,1 0 0,-2-1 0,-2-1-3,1 0 0,-1 0 1,0 0-1,0 0 0,0 1 0,-1-1 0,-7-2 0,11 4-37,-2 0 463,-10 16-7345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2.72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98 353 8361,'2'-8'701,"-1"-1"0,0 0 0,0 0 0,-1 0 0,0 0 0,0 0 0,-1 0 0,0 0 1,-1 0-1,-3-12 0,0-1 837,-7-47 1473,9 44-2011,-1 0 1,-1 0 0,-1 1-1,-11-26 1,16 48 326,-16 23 281,13-14-1448,1 1 1,0 0-1,0 0 1,0 0-1,1 1 1,0-1-1,1 0 0,0 1 1,0 9-1,4 85 680,-2-87-749,16 402-238,4-157-3166,0-20-3455,-14-117-82,10 2-4183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4.6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64 109 7397,'0'3'8334,"1"-5"-7386,1-26 531,-2 25-269,0 0-931,0-6-283,0 5 111,0 0 0,0-1 0,0 1-1,0 0 1,1 0 0,0-1 0,0 1 0,0 0 0,0 0 0,3-6 0,-3 8 59,-2 1-471,0 0 304,0 1 0,0-1 0,-1 0 0,1 1-1,0 0 1,-1-1 0,1 1 0,0 0 0,-1-1 0,1 1 0,-1 0 0,-1 0-1,-10-3-71,-10 3 122,6 0-66,13 0 134,38 8-2238,-31-7 685,17-9-5462,-3 4-404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8.4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98 416 15145,'-7'0'489,"0"-1"-1,1 1 0,-1-1 0,0-1 1,1 1-1,-1-1 0,1 0 0,0 0 1,-1-1-1,1 0 0,0 0 0,1 0 0,-9-7 7646,34 5-6382,92-20-1095,203-18 0,-224 34-582,2201-258-3110,-1914 233-1765,-335 36 1429,-43-2 3339,0 0 0,0 0 0,0 0 1,0 0-1,0 1 0,0-1 0,0 0 0,0 0 1,0 0-1,0 0 0,0 0 0,0 0 0,-1 0 1,1 0-1,0 0 0,0 0 0,0 1 1,0-1-1,0 0 0,0 0 0,0 0 0,0 0 1,0 0-1,0 0 0,0 0 0,0 0 0,0 0 1,0 1-1,0-1 0,0 0 0,0 0 1,0 0-1,1 0 0,-1 0 0,0 0 0,0 0 1,0 0-1,0 0 0,0 0 0,0 1 0,0-1 1,0 0-1,0 0 0,0 0 0,0 0 1,0 0-1,0 0 0,1 0 0,-1 0 0,0 0 1,0 0-1,0 0 0,0 0 0,0 0 1,0 0-1,0 0 0,0 0 0,-7 8-811,0-1 0,0 0 0,-1-1 0,-1 0 0,1 0 0,-1 0 0,-15 6 0,2 1-1905,-24 15-4493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8.6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185 3 11317,'-3'-1'284,"0"0"-1,1 1 1,-1 0 0,0-1 0,0 1-1,0 1 1,0-1 0,1 0 0,-1 1-1,0-1 1,0 1 0,1 0-1,-1 0 1,0 0 0,-4 2 0,3 1 191,0-1 1,1 1 0,-1-1 0,1 1 0,0 0-1,0 0 1,0 1 0,1-1 0,-3 7 0,-6 10 723,2 1 1,0 0 0,1 1-1,-6 33 1,-19 159 2657,22-114-3028,4 123 0,8-140-1071,-1-6-1727,14 114 1,2-78-1170,1 6-2108,-3-42-1362,2-18-3365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19.38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 47 13373,'0'1'109,"0"-1"0,-1 0 0,1 1 0,0-1-1,0 0 1,0 1 0,0-1 0,0 1 0,-1-1 0,1 0-1,0 1 1,0-1 0,-1 0 0,1 1 0,0-1 0,0 0-1,-1 0 1,1 1 0,0-1 0,-1 0 0,1 0 0,0 1 0,-1-1-1,1 0 1,-1 0 0,1 0 0,0 0 0,-1 0 0,1 0-1,-1 1 1,-3 1 1594,14 5-493,12 6 124,-4-3-720,1 2-1,-1-1 1,-1 2-1,0 1 1,29 29-1,-32-26-540,-1-1 0,0 2-1,-1 0 1,-1 1 0,0 0 0,-2 0 0,0 1 0,10 35-1,-18-49-91,6 14-68,-2 1-1,-1-1 1,0 1-1,-1 0 0,-2 0 1,0 23-1,-3 20-106,3-43 151,-2 1-1,-3 22 1,3-41 39,20-17 86,1-6-72,0-1-1,-2 0 0,0-1 0,14-25 1,31-38 38,172-174-486,-197 222 355,2 3 1,1 1 0,1 2-1,77-42 1,-116 71 88,0 1 0,0-1-1,0 1 1,0-1 0,0 1 0,0 0 0,1 0 0,-1 1 0,0-1 0,0 1 0,1 0-1,-1 0 1,1 0 0,-1 0 0,0 0 0,1 1 0,-1-1 0,0 1 0,0 0 0,1 0-1,-1 0 1,0 1 0,0-1 0,0 1 0,0-1 0,0 1 0,-1 0 0,1 0-1,3 4 1,-2-1 24,0 0 0,0 0 0,-1 0 0,0 0-1,0 1 1,0 0 0,-1-1 0,0 1-1,0 0 1,0 0 0,-1 0 0,0 0 0,0 0-1,0 12 1,-3 111 143,3-120-165,-1 0 1,2 0-1,-1 0 1,1 0-1,1 0 0,0 0 1,5 10-1,-7-15-24,1-1 0,0 1 1,1 0-1,-1-1 0,1 0 0,-1 1 0,1-1 0,0 0 0,0-1 1,0 1-1,1 0 0,-1-1 0,1 0 0,-1 0 0,1 0 0,0 0 0,0 0 1,0-1-1,5 2 0,0-2-23,1 0-1,-1 0 1,1-1 0,-1 0-1,1-1 1,-1 0 0,0 0-1,15-4 1,8-5-123,33-15 1,-42 16 132,-13 4 77,-1 1 0,1-2 0,10-7 0,-13 8 51,0 0 1,1 0-1,13-6 0,12-8 527,-16 31-445,-10-8-314,-1-1 1,1 1 0,0-1-1,0-1 1,0 1-1,0-1 1,0 0-1,1-1 1,-1 0-1,15 1 1,-11-2-1172,0-1 0,0 0 0,0-1 0,11-3 0,1 0-4062,0 4-3240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0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383 46 9365,'2'-2'351,"-1"0"1,1-1-1,0 1 0,-1 0 0,1-1 1,-1 1-1,0-1 0,1 1 1,-1-1-1,0 1 0,-1-1 1,1 0-1,2-11 5731,-7 19-4703,-4 5-855,1 1 0,0 1 0,1 0 0,0 0 0,0 0 1,1 0-1,-3 16 0,-21 103 2181,14-54-1518,-38 136 1195,-32 152-1475,67-270-1285,-77 456 1258,63-273-1977,20 1-3804,9-153-1067,0-58-1382,3-13-3619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0.6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0 233 13565,'1'2'1846,"23"56"3845,-19-41-4809,1-1 0,11 19 0,241 357 3597,-103-168-3667,308 402 264,-321-466-926,-113-131-113,2-1 0,0-2-1,1-1 1,66 39 0,-81-54-25,-4-2 11,0-1 0,0 0 0,1-1 0,0 0-1,1-1 1,-1-1 0,1 0 0,0-1 0,0 0 0,0-1 0,0-1 0,1-1 0,-1 0 0,0-1 0,0 0 0,0-1 0,21-6-1,-1-1 56,0 0 0,-1-3 0,-1-1-1,0-1 1,-1-2 0,0-1-1,-1-1 1,52-42 0,-3-9 39,124-135-1,396-524-384,-323 375-957,-92 142-1182,-113 133 907,-43 47-506,58-50-1,-71 68-574,1 1 0,1 1 0,18-9-1,-20 11-6502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1 339 13525,'0'-6'-173,"0"4"540,0 0 0,0 0 0,0-1 0,0 1 0,0 0 0,1 0 0,-1 0 0,1 0 0,-1-1 0,1 1 0,0 0 0,0 0 0,0 0 0,0 0 0,0 0 0,0 1 0,1-1 0,2-3 0,4-3-95,1 1 1,-1 0 0,2 0 0,-1 1 0,1 0 0,0 0 0,0 1 0,14-5 0,97-26 858,-113 34-1089,394-71 1148,7 34-950,-329 33-227,1291-66-1132,-1329 72 887,2-1-1273,63 8-1,-95-4 289,-12 0-378,-21 4-2276,0-1 635,-16 8-4896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4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111 1 16386,'-40'66'3004,"44"-42"-196,-24 109 5657,10-94-7153,6 6-520,-3 6-792,1-2 0,-4 5 0,3-3 0,0 6 0,4-2-212,3-1-1672,7-3-176,-4 3-437,0-5-551,-3-4-736,0 3-1953,7-12-4824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4.73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 6 14561,'2'4'317,"0"0"0,0-1 0,-1 1 0,0 0 0,1 0 0,-1 0 0,0 0 0,-1 1 0,1-1 0,-1 0 0,0 0 0,0 0 0,0 0 0,-1 1 0,1-1 0,-1 0 0,0 0 0,0 0 0,-3 5 0,1 5 279,1-3 76,1 0 0,1 0 0,0 0 0,1 0 0,0 0 0,0-1 0,6 20 0,-2-2-261,43 174 1906,-9-48-1729,-10 26-1009,-24-155 223,-1-40 41,-1 0 193,17-57-97,48-117 1,-53 154-279,2 2-1,2 0 1,1 1 0,1 1-1,36-40 1,-33 43-674,2 1 1,1 2 0,1 1-1,47-32 1,-52 41-44,52-33-2312,-8 18-2580,-7 8-2926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5.0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60 1 10221,'-2'2'2049,"-31"48"5581,31-48-6693,1-2-803,0 0 1,0 0-1,0 0 1,0 0 0,0 0-1,0 1 1,0-1 0,-1 0-1,1 1 1,0-1-1,0 1 1,0-1 0,0 1-1,0-1 1,1 1-1,-1 0 1,0-1 0,-1 3-1,1-3-73,1 0 0,0 1 0,0-1 0,-1 1 0,1-1-1,0 0 1,0 1 0,0-1 0,0 1 0,0-1 0,0 1-1,0-1 1,0 1 0,0-1 0,0 0 0,0 1 0,0-1-1,0 1 1,0-1 0,0 1 0,0-1 0,0 0 0,0 1-1,1-1 1,-1 1 0,0-1 0,0 0 0,1 1 0,-1-1-1,0 1 1,0-1 0,1 0 0,-1 1 0,0-1 0,1 0-1,-1 0 1,1 1 0,0-1 0,2 2 195,1 0 0,0 0 0,0-1 0,0 1 0,0-1 0,1 0-1,-1-1 1,5 2 0,-7-3-181,1 1 0,-1 1 0,1-1 0,-1 0 0,1 1 0,-1-1 0,1 1 0,-1 0 0,1 0 0,-1 0 0,0 0 0,0 0 0,1 0 1,-1 1-1,0-1 0,0 1 0,0-1 0,0 1 0,-1 0 0,1 0 0,0 0 0,-1 0 0,1 0 0,-1 0 0,2 3 0,0 8 90,-1 0-1,-1 0 1,0-1 0,0 1 0,-1 0 0,-1 0-1,0 0 1,-5 22 0,4-19-82,0-6-47,-7 51-648,-2 78 0,12-138 530,-1 0-1,1 0 1,-1 0-1,0 0 1,1-1-1,0 1 0,-1 0 1,1 0-1,-1-1 1,1 1-1,0 0 1,0-1-1,-1 1 0,1-1 1,0 1-1,0-1 1,0 1-1,0-1 1,1 1-1,0 0-197,0 1 75,1-1-1,0 1 1,1-1 0,-1 0-1,0 0 1,0-1 0,0 1 0,1 0-1,-1-1 1,0 0 0,0 0-1,1 0 1,-1 0 0,0 0 0,0-1-1,1 0 1,-1 1 0,0-1-1,0 0 1,0-1 0,0 1 0,0 0-1,4-4 1,4 0-831,-1-1-1,1-1 1,-1 0-1,-1 0 1,12-13-1,6-6-4507,3-1-3250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5.41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47 401 11565,'-5'-2'2310,"-37"-18"2197,42 20-4371,0-1 1,0 1-1,0-1 1,0 1 0,0-1-1,0 1 1,1-1 0,-1 1-1,0-1 1,0 1-1,0-1 1,1 1 0,-1-1-1,0 1 1,0 0-1,1-1 1,-1 1 0,0-1-1,1 1 1,-1 0-1,0-1 1,1 1 0,-1 0-1,1-1 1,-1 1-1,1 0 1,0-1 0,12-9 809,5 0-66,1 1 0,33-11 1,-20 8-633,10-5-75,-3 4-300,-2-3 1,1-1 0,-2-1-1,-1-2 1,47-35-1,-38 15 384,61-70 0,-132 121 963,13-3-960,0 0 1,0 1 0,1 0-1,1 1 1,-1 0-1,2 1 1,-16 18-1,-66 96 1150,69-89-1195,12-20-174,1 2 0,1-1 0,1 1 0,0 1 0,1-1 0,1 2-1,1-1 1,-5 32 0,9-44-187,2-1 0,-1 1 0,1-1 1,0 1-1,0 0 0,1-1 0,0 1 0,0-1 0,1 1 0,0-1 0,0 1 0,0-1 1,1 0-1,-1 0 0,2 0 0,-1 0 0,1-1 0,0 1 0,0-1 0,0 0 0,1 0 1,-1-1-1,1 1 0,0-1 0,1 0 0,-1 0 0,1-1 0,0 1 0,11 4 0,8 2-568,0-1-1,0-1 0,0-1 0,1-1 0,1-1 1,-1-1-1,28-1 0,-19-3-232,0-1 1,0-2-1,0-2 0,61-16 1,-36 2 457,-2-3 0,0-2 0,-2-3 0,-1-2 0,91-64 0,-139 88 529,-1 0 0,1-1 0,-1 1 0,0-1 1,-1 0-1,1 0 0,4-8 0,-8 11-78,-1 1-1,0-1 1,1 0 0,-1 1-1,0-1 1,0 0-1,0 0 1,-1 0 0,1 1-1,-1-1 1,1 0-1,-1 0 1,0 0 0,0 0-1,0 0 1,-1 0-1,1 0 1,-1 0 0,0 0-1,1 1 1,-1-1-1,0 0 1,-3-4 0,1 3-322,0 0 1,-1 1-1,1-1 1,-1 1 0,0 0-1,0 0 1,0 0 0,0 0-1,-1 1 1,1-1-1,-1 1 1,1 1 0,-8-3-1,-28-4-4529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6.18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1131 155 8913,'12'-21'1013,"-8"14"-323,0-1 1,1 1-1,0 1 0,6-8 0,-10 13-511,0 0 0,0 0 0,0 0 0,0-1 1,-1 1-1,1 0 0,0 0 0,0-1 0,-1 1 0,1-1 0,-1 1 0,0 0 0,1-1 0,-1 1 0,0-1 0,0 1 0,0-1 0,0 1 0,0-1 1,0 1-1,0-1 0,0 1 0,-1-3 0,-1 1 150,1 1 0,-1-1 0,1 1 0,-1-1 0,1 1 0,-1 0 0,0 0 0,0 0 0,0 0 0,-1 0 0,-3-3 0,0 2 60,0-1 0,0 1 0,-1 0 0,1 0 0,-1 1 0,0-1 0,1 1 0,-1 1 0,-12-2 0,1 4-21,-1 1 0,1 1-1,0 0 1,0 1 0,0 1 0,-27 11-1,-96 53 678,138-67-1020,-104 57 585,-172 128-1,212-135-821,3 3 0,3 3 0,-76 92 0,124-134 100,2 1-1,-1 0 1,-8 20-1,18-35 92,1 0 1,0 1-1,0-1 1,0 0-1,1 0 0,-1 1 1,1-1-1,-1 1 1,1-1-1,0 0 0,-1 1 1,1-1-1,0 1 0,1-1 1,-1 0-1,0 1 1,1-1-1,0 3 0,0-3 6,0-1-1,0 1 0,1 0 0,-1-1 1,0 1-1,1-1 0,-1 1 0,0-1 1,1 0-1,0 0 0,-1 0 0,1 0 1,0 0-1,0 0 0,-1 0 0,5 1 1,2 0-13,0 0-1,0-1 1,1 0 0,-1 0 0,0-1 0,1 0-1,15-3 1,-2-2-6,0-1 0,0-1 1,-1 0-1,39-21 0,-19 9 21,64-29 22,6-5 349,1 6 0,124-34-1,-222 78-385,-1 0-1,1 1 1,0 0-1,-1 1 1,1 1-1,0 0 0,0 1 1,0 0-1,20 5 1,-25-4-273,0 1 0,0 0 1,-1 1-1,1 0 0,-1 0 1,0 1-1,0 0 0,0 0 1,-1 1-1,0 0 0,0 0 1,0 0-1,-1 1 0,10 14 1,27 47-5040,-17-19-1192,0 3-2910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6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250 34 12981,'-3'-2'1858,"-3"-2"-1533,1 0 0,-1 1-1,0 0 1,0 0 0,0 0 0,0 1 0,0 0 0,0 0 0,-1 0 0,1 1 0,-1 0 0,1 0 0,-1 1 0,1 0 0,-1 0 0,0 0-1,1 1 1,-1 0 0,-8 3 0,-66 19 827,78-22-951,0 0-105,2-1-76,-1 1 0,1-1 0,0 0 0,0 1-1,0-1 1,-1 1 0,1-1 0,0 1 0,0-1 0,0 1 0,0 0 0,0 0-1,0 0 1,0-1 0,0 1 0,0 0 0,0 0 0,0 0 0,1 0-1,-1 0 1,0 1 0,1-1 0,-1 0 0,1 0 0,-1 0 0,1 1 0,-1 1-1,2 1 11,0-1-1,0 1 0,0 0 0,1-1 0,-1 1 0,1 0 0,0-1 0,0 0 0,0 0 0,4 5 0,25 37 91,40 74 0,-51-72-81,-2 1 0,17 75 1,-32-113-50,-1 1 15,-1-1 1,1 1-1,-2 0 1,0 16-1,2 15-43,-2-39 213,15-14-71,-11 7-79,11-13 98,-1 0 0,22-36 0,19-23 25,-7 23 122,66-58 1,-88 88 54,2 2 1,0 1-1,1 1 0,51-25 0,-75 42-270,1-1 0,0 1 0,0 0 0,0 0 0,0 1 0,1 0 0,-1 0 0,0 1 1,1-1-1,-1 1 0,0 1 0,1-1 0,-1 1 0,0 0 0,0 0 0,0 1 0,0 0 0,0 0 0,0 1 0,0-1 0,7 5 0,-4 0-16,0 0-1,0 0 1,-1 1 0,0 0-1,0 0 1,-1 1 0,0 0-1,-1 0 1,0 0 0,0 1-1,5 12 1,92 245-2646,-71-173-2805,72 143 0,-77-195 624,5-4-2671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7.04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402 917 8277,'6'-24'841,"-4"17"-208,0 1 0,-1 0-1,0-1 1,0 1-1,0-11 2036,-3 15-943,2 1-1646,-1 0 1,1-1 0,-1 1 0,0 0 0,1 0 0,-1 0 0,0 0 0,0 0 0,1 0 0,-1 0 0,0 0 0,0 0 0,0 1 0,0-1 0,0 0 0,0 0 0,-1 1 0,1-1 0,0 1 0,0-1 0,0 1 0,0 0 0,-1-1 0,1 1 0,0 0 0,0 0 0,-1 0-1,1 0 1,0 0 0,-1 0 0,1 0 0,0 0 0,0 0 0,-1 1 0,1-1 0,0 0 0,0 1 0,0-1 0,0 1 0,-1 0 0,1-1 0,0 1 0,-1 1 0,-13 7 230,-1 0 0,2 1 0,0 1 1,0 0-1,1 1 0,0 1 0,1 0 0,0 0 1,1 1-1,-16 29 0,-1 6 149,2 1 0,-21 60 0,22-49-301,4 0 1,2 1 0,-20 120-1,39-172-391,-1 0 0,1 0 0,3 20 1,-2-27-129,0-3 313,1-1 0,0 1 0,0-1 0,-1 0 0,1 0 0,0 0 0,-1 1-1,1-2 1,-1 1 0,1 0 0,-1 0 0,2-3 0,3 0-60,3-5-17,0 1 0,-1-1 1,0-1-1,0 0 1,10-18-1,30-63-525,-33 61 504,147-340-867,-25-11 1075,-109 300 95,133-481 4775,-156 547-4185,-2 13 314,2 25 14,-3 16-565,-2 1-1,-1 0 1,-11 57-1,1 2-90,-9 275-611,22 0-4035,1-279 2102,3 58-2821,3-52-1293,4-2-4572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27.1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16 14285,'0'0'3197,"-13"-9"-2069,-1 3-92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2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346 46 9629,'7'-45'10649,"-7"48"-9717,2 14-244,0 0 0,-1 0 0,-1 0 0,-4 27 0,-15 73 754,15-99-1243,-131 568 2179,-27 153-1614,145-606-1303,1 150 1,16-211-453,2 1 1,4-2-1,2 1 1,27 104-1,-28-146-215,2-1-1,13 33 1,-16-49-592,0-1-1,1 0 1,16 22 0,10 2-7809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3.26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0 253 5180,'0'0'6244,"2"2"-5521,1 1-614,0 0-1,0 0 0,0-1 1,0 1-1,1-1 0,-1 0 1,1 0-1,-1 0 1,1 0-1,0-1 0,0 1 1,0-1-1,7 1 1,7 1 47,37 0 1,-16-1 93,2826 30 728,1395-173 143,-1607 156-386,437 12 733,-1223-88 844,-1391 26-1096,-462 33-1168,9 0 61,35-8 0,-54 9-93,1 0 0,-1 0 0,0-1 0,0 1 1,0-1-1,0 0 0,0 0 0,0 0 0,0-1 0,-1 1 0,1-1 0,-1 0 0,0 0 0,6-6 0,-7 4 6,0 0 0,0 0 0,-1 0 0,0 0 0,0 0 0,1-7 0,-1 6-19,0 2 48,-2 2-31,-2-23 15,12 42-47,15 46-33,-17-36 46,-2 0 0,0 0-1,-2 0 1,-1 1-1,-2-1 1,0 1 0,-2-1-1,-8 45 1,-6 5-19,-40 113 0,21-107-51,28-69 56,1-1 1,1 1 0,-6 21-1,-4 16-19,-32 76 0,23-68 53,-169 355-2645,37-150-5211,48-100-1301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4.27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 1 4064,'-16'30'4620,"16"-29"-4535,0 0 1,-1 0-1,1 0 0,0 0 1,0 0-1,-1 0 0,1 0 1,0 0-1,0 1 1,0-1-1,0 0 0,0 0 1,0 0-1,1 0 0,-1 0 1,0 0-1,1 0 1,-1 0-1,0 0 0,1 0 1,-1 0-1,1 0 0,-1-1 1,1 1-1,0 0 1,-1 0-1,1 0 0,0-1 1,1 2-1,4 1 43,1-1 0,-1 0 0,0 0 0,1-1 0,0 1 0,-1-2 0,1 1 0,10-1 0,14 3 199,347 19 1609,-244-20-1485,236 9 383,1195 44 578,-115 14-887,2273 100-542,-3338-154-11,2717 93-286,-2542-96 248,-393-9 46,822-3-122,-432-26-43,-414 12 1,260-60 1,-380 69 152,-1-1 0,0-1 0,0 0 0,0-2 0,-1-1 0,-1 0 0,21-15 0,-40 24-2,0 1 0,0-1-1,0 1 1,0-1 0,0 0 0,0 0 0,0 0 0,0 1 0,-1-1 0,1 0 0,0 0-1,-1 0 1,1 0 0,-1 0 0,1 0 0,-1 0 0,1-1 0,-1 1 0,0 0-1,0 0 1,1 0 0,-1 0 0,0 0 0,0 0 0,0-1 0,0 1 0,0 0 0,-1 0-1,1 0 1,0 0 0,0 0 0,-1-1 0,1 1 0,-1 0 0,1 0 0,-1 0-1,1 0 1,-1 0 0,0 0 0,1 0 0,-1 1 0,0-1 0,0 0 0,0 0 0,1 0-1,-3 0 1,-4-5-217,1 2 0,-1-1 0,-1 1 1,-12-6-1,-29-8-807,33 13-739,1-1 0,-22-11 1,20 6-2466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5.04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941 1 8861,'-3'2'304,"-1"1"1,1 0 0,0-1-1,-1 1 1,1 0 0,1 1-1,-1-1 1,0 1 0,1-1-1,-1 1 1,1 0 0,-2 6-1,-17 53 2997,11-28-2403,-7 6 217,-2-1 0,-1-1 0,-31 44 0,-23 44 355,-179 451 959,35 18-4087,92-196-2745,62-125-3288,35-110-952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5.54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771 0 7989,'0'0'7199,"0"5"-5769,-2 71 1241,-13 93 1,-160 649 345,-68-26-4361,-22 171-6608,226-797 3063,7-8-2920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4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100 1 7701,'-65'7'2246,"30"-2"5146,49 8-6451,-2-8-856,0-1 0,0 0 1,1 0-1,-1-1 0,1-1 0,0 0 1,-1-1-1,21 0 0,19 3 61,-36-2-132,351 41-401,-125-19-4540,-184-16-623,-28-7 191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6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218 1 7525,'1'-1'155,"-1"1"0,1 0 0,0 0 1,-1 0-1,1 0 0,0 0 0,-1 0 1,1 1-1,0-1 0,-1 0 0,1 0 1,0 0-1,-1 1 0,1-1 1,-1 0-1,1 1 0,-1-1 0,1 0 1,0 1-1,-1-1 0,1 1 0,-1-1 1,0 1-1,1-1 0,-1 1 0,1-1 1,-1 1-1,0 0 0,1-1 0,-1 1 1,0-1-1,0 1 0,1 1 0,-11 22 5322,5-12-6177,-21 49 1943,4 1-1,-30 128 1,25-80-1594,2-20-885,-32 138-7851,45-143 1437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6.9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124 1 9097,'0'0'8515,"-1"2"-7613,-5 7-621,0 1-1,0 0 0,2 0 1,-1 1-1,1-1 1,1 1-1,-5 18 0,5-12-374,-24 106-2129,22-106 775,-1 0-1,-13 26 1,4-15-2880,9-11-2455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7.1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27 8141,'14'-6'1468,"-1"-3"692,7 3-1328,0 0 536,7 9-980,3 0-124,-3 9-276,3-3-424,-6 7-356,19 8-256,-16-6-728,0 0-1368,-14-3-1285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7.2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25 7241,'-47'6'7276,"61"-21"-6392,-1 3 217,7 12-1410,0 0-707,4-3-772,-1 3-2092,17 0-2645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6:48.14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1 4940,'-24'27'10443,"30"-25"-9710,49 13-187,1-2 1,1-3-1,62 3 0,-55-6-403,1347 95 766,12-78-941,-178-24-169,71 1-39,4047 65-1782,-2870-61 761,-1581-29 750,-13-53-104,-822 66 481,90-25 1,-164 35 77,1 0 0,0 0 0,-1 0 0,1-1 1,-1 1-1,0-1 0,1 0 0,-1 0 0,0 0 0,0 0 0,4-5 1,-3 4-80,-4 3 126,0 0 0,0 0 1,-1 0-1,1 0 1,0 0-1,0 0 1,0 0-1,0 0 1,0 0-1,0 0 1,0 0-1,0 0 1,0 0-1,0 0 1,-1 0-1,1 0 1,0 0-1,0 0 1,0 0-1,0 0 0,0 0 1,0 0-1,0 0 1,0 0-1,0 0 1,0 0-1,-1 0 1,1 0-1,0 0 1,0 0-1,0-1 1,0 1-1,0 0 1,0 0-1,0 0 1,0 0-1,0 0 0,0 0 1,0 0-1,0 0 1,0 0-1,0 0 1,0 0-1,0-1 1,0 1-1,0 0 1,0 0-1,0 0 1,0 0-1,0 0 1,0 0-1,0 0 1,0 0-1,0 0 0,0 0 1,0-1-1,0 1 1,-24-5-1926,0 1 0,-43-1 0,26 5-2184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9.7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0 31957,'-47'0'0,"47"66"0,47-132 0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5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530 161 8593,'-6'-7'354,"-5"-9"1498,-1 1-1,-17-18 1,26 31-169,-18-23 2050,19 25-3652,1 1 1,0-1-1,0 0 1,0 1-1,0-1 1,-1 1-1,1 0 1,0-1-1,0 1 1,0 0-1,0-1 1,0 1-1,0 0 1,1 0-1,-1 0 1,0 0-1,-1 1 1,2-2-4,-9 13 200,0-1 0,0 1-1,1 1 1,1 0 0,0 0-1,-7 25 1,-11 19 537,-39 91-94,6 3 1,6 1-1,-40 208 1,45-90-419,21-129 39,40-164-277,29-66-105,34-97 0,20-103-174,-20 55 18,-58 179 158,81-209-139,-81 221 130,2 0 0,1 1 0,54-72 0,-65 100 78,0 0-1,1 1 1,0 0-1,0 1 1,23-16-1,-30 24 4,-1 0-1,0 1 1,1 0-1,0-1 0,0 1 1,-1 1-1,1-1 1,0 1-1,0 0 1,1 0-1,-1 1 0,0-1 1,0 1-1,0 0 1,0 0-1,1 1 1,-1 0-1,0 0 0,0 0 1,0 0-1,0 1 1,5 2-1,0 2 42,0 0-1,0 1 0,0 0 1,-1 1-1,0 0 0,-1 0 1,1 1-1,-2 0 1,1 0-1,6 12 0,10 18 216,24 55 0,-40-77-227,51 115 212,-6 3 0,45 175 0,30 130-2207,-38-151-3226,-59-195 952,-7-35-1445,9 6-4581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5.89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94 202 13453,'-53'-12'2032,"36"6"1989,4-3-2349,3-3 728,30-3-1548,23-3-316,11 6-388,10 0-472,16 0-308,7-4-688,7-2-1056,6-3 308,14 6-3425,3-9-4424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0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1 124 8077,'13'-12'1412,"1"3"-300,9-3-380,17-6-416,-10 3-516,7-3-456,7-1-2552,13-2-1393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23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31 0 7481,'-30'18'4364,"36"-3"-3312,1 0-184,10-9-156,0 3-364,9-3 100,21 3-292,-13-3-368,3-3-400,6 0-312,-19 4-544,9-7-2100,1 0-2093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35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1 118 5052,'0'0'1093,"16"-9"-217,1 0-184,0 3-144,0-3-188,6 0-224,17-9-400,-13 0-692,6-1-1229,4-2-183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8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90 781 11169,'-16'-9'891,"12"7"-487,0 0 0,0 0 0,0 0-1,0 0 1,0 0 0,0-1-1,1 0 1,0 0 0,-1 0-1,1 0 1,0-1 0,1 1-1,-1-1 1,0 1 0,1-1-1,0 0 1,0 0 0,-2-5-1,1-5 558,0 0-1,0 1 1,2-1-1,-1-20 1,3 28-822,-1-1-1,1 1 1,1-1-1,-1 1 1,1 0-1,0 0 1,1 0 0,-1 0-1,1 0 1,0 0-1,1 1 1,4-7-1,6-5 79,1 1-1,0 1 1,0 0-1,2 1 1,20-13-1,98-55 138,-31 27-1518,138-52 0,120-19-6012,-235 90 1202,3 10-3551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6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131 697 12117,'-77'-6'2388,"64"0"2817,-7 3-2817,0-3-392,23-9-452,7-18-296,10 6-255,14-6-205,13-4-244,13-8-304,17-3-484,17-3-856,10-13-497,9-17-999,8 0-1304,10 2-2045,9-2-5140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7.19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41 555 13925,'-37'-27'2136,"34"3"-91,13-3-169,10-15-296,0 12-264,10-1-260,14-2-200,19 0-164,18-3-232,2 0-188,11 0-492,10 2-324,0-2-328,3 3-540,0 3-524,-6 3-412,-4 3-3277,-13 9-4648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7.3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182 1 12025,'-67'96'2272,"57"-72"65,0 25 99,-4 2-260,-6-6-284,7 9-308,3 13-312,-4 8-268,7 6-207,-3 10-205,4 2-312,6 13-492,3 2-812,4-2-413,-1-1-915,1-14-632,-3-1-3141,6-5-5424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2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0 230 7541,'0'0'11348,"0"-4"-10208,0 0-1002,0 0 0,1 0 0,-1 1 0,1-1 0,0 0 0,0 1 0,0-1-1,0 1 1,0-1 0,1 1 0,0 0 0,0 0 0,0-1 0,0 1 0,0 0 0,0 1 0,1-1 0,-1 0-1,1 1 1,0-1 0,0 1 0,0 0 0,0 0 0,0 0 0,7-2 0,20-12 0,1 3 0,1 0 1,43-10-1,106-18-3001,-129 30 1260,79-10-6505,-67 15-502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3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48 236 9297,'-27'-18'4008,"17"30"-2124,0 3 3901,37-27-5269,19-6-228,-2-3-420,10 3-528,9-3-612,1-9-592,0-7-641,3-5-1951,6-3-3449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08.7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292 0 8673,'-4'5'1871,"0"0"0,0 1 1,0-1-1,1 1 0,-5 9 1,-7 33 1901,11-20-3150,-2 44 1,6-58 282,-5 329 3798,-49 316-4344,19-443-3941,22-163-25,-39 102 1,10-58-3011,4-6-3883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0.8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76 513 8545,'-15'33'2968,"2"0"0,-14 54 0,22-61-1532,-6 55 0,7 122 208,41 397 0,-29-475-2560,-8-130 886,1 1-1,0 0 0,0 0 0,0-1 0,0 1 0,1 0 0,0 0 1,3-5-1,3-10-25,34-124-119,-8 23 73,128-353-733,40 16 62,-196 445 754,102-186-238,-79 152 196,1 2 0,41-48 1,-71 92 59,7-9 38,1 1 0,0 0-1,12-8 1,-18 14-23,-1 1-1,0 0 1,1 0-1,-1 0 1,0 0-1,1 0 1,0 1 0,-1-1-1,1 0 1,-1 1-1,1-1 1,0 1-1,-1-1 1,1 1 0,0 0-1,0 0 1,-1 0-1,1 0 1,0 0 0,0 0-1,-1 0 1,1 1-1,0-1 1,-1 1-1,1-1 1,0 1 0,-1-1-1,1 1 1,-1 0-1,3 1 1,-1 4 20,0-1 0,-1 0-1,1 0 1,-1 1 0,0-1 0,-1 1 0,0 0 0,1 0-1,-2-1 1,1 1 0,-1 7 0,0 24 95,-2-1 0,-1 0 0,-2 0 0,-2 0 0,-11 36 0,-11 62 91,22-85-169,2 1-1,2 0 0,6 73 1,0-91-58,1-1 0,2 1-1,1-1 1,2 0 0,0 0 0,23 44-1,37 48-34,19 39-22,-81-145 56,0 1 0,-1 0 0,-1 0 0,0 0 0,-1 0 1,-2 1-1,2 28 0,-5-34 43,0-1-1,0 0 1,-2 1-1,0-1 1,0 0-1,-1 0 1,0 0-1,-1 0 1,-1-1 0,0 0-1,0 0 1,-1-1-1,0 1 1,-1-1-1,0-1 1,-1 0-1,0 0 1,-12 10 0,-19 11 147,-1-1 1,-2-2 0,-56 27 0,48-28-115,-182 89 208,133-69-2793,83-39 1726,49-24-16615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5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16 11497,'-5'-16'8479,"11"23"-7945,-1 0 0,0 1 0,0-1 0,-1 1 0,0 0-1,0 0 1,-1 0 0,0 1 0,-1-1 0,2 12 0,7 18 486,23 73 464,-5 2 0,-5 2 1,9 121-1,-17 59-2309,-27-3-3437,-6-148-915,2-49-1383,-5 27-6438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0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94 12181,'7'-27'1360,"17"-6"-72,-11 24-220,14-3-295,0 3-549,9 6-837,31 3-911,-13 0-536,3 3-1640,10 9-2313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1 522 9869,'0'0'4628,"13"-24"-2784,14-15-295,3 15-361,7-1-272,10-11-192,17 0-308,13-9-348,10 0-688,13-10-1016,1-5-1093,6 0-2023,10-13-3729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1.95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0 226 12061,'27'-51'1856,"-17"42"-204,3-6-259,1 3-229,6-6-292,20-6-220,0 6-432,10 0-716,14-1-1308,10-2-3409,9 0-4160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2.6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11 447 7489,'-1'1'886,"1"-1"-708,0 0-1,-1 0 0,1 0 1,0 1-1,0-1 1,-1 0-1,1 0 0,0 0 1,0 0-1,-1 0 0,1 0 1,0 0-1,0 0 0,-1 0 1,1 0-1,0 0 0,0 0 1,-1 0-1,1 0 0,0 0 1,0 0-1,-1 0 1,1 0-1,0 0 0,-2-2 1774,2 2-1774,-1 0 1,1-1-1,0 1 0,0 0 1,4-16 1936,-2 12-2019,1 0 1,-1 0-1,1 0 1,0 0-1,0 0 0,0 1 1,7-6-1,27-12 418,2 1-1,0 2 0,70-22 0,-81 30-411,152-46 335,-32 12-493,86-29-1592,-91 30-1149,-3-3-3692,-74 24-642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12.8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8261,'0'42'2188,"10"0"-184,-3 4 48,-7-4-220,3 0-187,7 3-149,-3 12-92,6 7-156,0 5-248,-3 9-176,14 85 228,-14-72-1228,-3 8-320,-1 4-760,-9-10-1084,3 7 244,3 5-3469,-6-5-4528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39.9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2575 34 6165,'0'0'232,"1"0"1,-1 1 0,1-1 0,-1 0 0,1 0 0,-1 0 0,1 0-1,0 0 1,-1 0 0,1-1 0,-1 1 0,1 0 0,-1 0 0,1 0 0,-1 0-1,1-1 1,-1 1 0,1 0 0,-1 0 0,1-1 0,-1 1 0,1 0-1,-1-1 1,0 1 0,1 0 0,-1-1 0,1 1 0,-1-1 0,0 1 0,1-1-1,-1 1 1,0-1 0,0 1 0,0-1 0,1 1 0,-1-1 0,0 1-1,0-1 1,0 1 0,0-1 0,0 0 0,0 1 0,0-1 0,0 1 0,0-1-1,0 1 1,0-1 0,0 1 0,0-1 0,-1 1 0,1-1 0,0 1-1,0-1 1,-1 1 0,1-1 0,-1 0 0,-2-12 1072,1 15-803,-146 182 4164,-67 100-2184,123-161-1836,-430 491 868,68-87-995,-46 151-147,121-156-1074,270-364-316,-16 20-2806,96-149-890,29-29 4613,0 1 1,-1-1 0,1 0-1,0 0 1,0 0 0,0 0 0,-1 1-1,1-1 1,0 0 0,0 0 0,-1 0-1,1 0 1,0 0 0,0 0-1,-1 0 1,1 0 0,0 0 0,0 0-1,-1 0 1,1 0 0,0 0 0,0 0-1,-1 0 1,1 0 0,0 0-1,0 0 1,-1 0 0,1 0 0,0 0-1,0-1 1,0 1 0,-1 0 0,1 0-1,0 0 1,0 0 0,0 0-1,-1-1 1,1-18-4709,8-20-4773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0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3 5841,'-4'-2'6569,"15"15"-4512,19 18-503,-5-7-691,0 1 0,-2 0 0,23 34 0,7 8-1,270 265 1043,-286-295-1796,823 717 891,-146-138-777,-408-328-211,235 212 162,190 116-137,-692-584-7,671 578-92,-587-483 53,-39-38 29,-78-83-87,0 0 0,1-1 0,0 0 0,0 0-1,14 7 1,-20-12-11,0 1 1,0 0-1,0-1 0,0 1 0,0-1 0,0 1 0,1-1 0,-1 0 1,0 1-1,0-1 0,0 0 0,1 0 0,-1 0 0,0 0 1,0 0-1,0 0 0,1 0 0,-1-1 0,0 1 0,0 0 0,0 0 1,1-1-1,-1 1 0,0-1 0,0 1 0,0-1 0,0 0 1,0 1-1,0-1 0,0 0 0,0 0 0,0 0 0,-1 0 0,1 1 1,0-1-1,0 0 0,-1 0 0,1-1 0,0 1 0,-1 0 1,1 0-1,-1 0 0,0 0 0,1 0 0,-1-1 0,0 1 0,0 0 1,0 0-1,0 0 0,0-3 0,0-4-852,0-1 0,-1 0 0,0 1 0,-3-13 0,-1-12-2731,4-15-4445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2.3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1434 3 4684,'28'-2'1164,"-23"1"800,-6 8-1287,0-1-1,-1 0 1,0-1-1,0 1 1,0 0-1,-6 8 1,4-6-398,3-5 173,0 15 303,-1-1-425,2-13 248,0-1-319,0 27 203,0-27 326,-1 0-1028,-2 30-589,3-30 142,4-14-6767,-2 4 7398,1-1 1,0 1-1,1 0 1,0 0-1,5-7 1,-8 12 613,0-2 38,5-31 837,-6 32-639,-9-16 409,5 8 5259,2 38-6054,-1 0 0,-1-1 0,-2 1 0,0-1 0,-2 0 1,-12 29-1,-6 19-24,12-35-259,-1-1 0,-28 50 0,26-35 326,0-26-220,-2-2-1,0 0 0,-2-1 0,-46 42 0,-19 21 104,-570 738 546,651-818-885,-221 336-6,179-263-14,18-31 34,-31 67 1,16-26 107,43-87-106,19-12-3481,-10 4 2859,2 0-300,9-6-381,-6-6-4778,-4 0-3084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3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 5897,'5'-4'886,"-1"0"1,1 0-1,1 1 0,-1 0 1,0 0-1,1 0 1,0 1-1,-1-1 1,1 1-1,0 1 1,11-3-1,-3 1-1553,3-1 1063,1 2 0,-1 0 0,1 1 0,-1 1-1,1 0 1,-1 1 0,0 1 0,1 1 0,32 9 0,7 7 339,82 39-1,318 172 610,-217-105-1103,141 83-10,-66-34-74,916 435-26,-397-257-166,-630-267 57,-106-45-59,-94-38-83,-4-6-1060,0-2 574,1 0 0,-1-1 1,1 1-1,0 0 1,4-9-1,2-11-5610,1-10-2999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3.8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2938 23 5408,'-12'-5'1140,"-1"1"-1,1 0 0,-1 1 0,1 1 0,-1 0 0,-18-1 0,25 4-871,0-1 1,0 1 0,1 0-1,-1 0 1,0 1 0,1 0-1,-1 0 1,1 0 0,0 0-1,0 1 1,0 0 0,0 0-1,0 1 1,1-1 0,-1 1-1,-6 8 1,-35 39 1946,-67 102-1,-23 64 480,89-140-1986,-463 650 2445,-50-70-2403,-370 300-675,587-656-703,295-259 331,45-40 157,29-18-4204,-18 3 3045,-1 0 0,10-24 0,-3 7-708,-12 27 1418,0 0 1,0-1-1,0 1 1,-1 0-1,0-1 1,0 1-1,0-1 1,0 0-1,0 1 1,0-7-1,0-2-1009,5-37-5791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4.5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1957 1 5865,'-6'0'455,"0"1"0,1 0 1,-1 1-1,1-1 1,0 1-1,-1 0 1,1 1-1,0-1 1,0 1-1,0 0 1,-5 4-1,-53 45 3962,43-35-3777,-359 287 5002,322-262-5380,-223 158 742,-222 164-428,152-105-411,127-103 80,212-147-304,9-7-81,3-5-316,5-12-372,1 0 1,0 0-1,1 1 0,13-18 0,-18 28 178,0-1 0,-1 0-1,0 0 1,1 0 0,-2-1-1,1 1 1,-1 0 0,2-8-1,0-3-2511,4-11-4326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5.08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5777,'37'12'6824,"-47"-6"-5225,9-5-1541,1-1-1,-1 0 1,0 0 0,0 1-1,0-1 1,0 0 0,1 1 0,-1-1-1,0 1 1,0-1 0,1 1 0,-1 0-1,0-1 1,1 1 0,-1 0 0,1-1-1,-1 1 1,0 1 0,2 2 175,-1 0 0,1 0 0,0 1 0,1-1 0,-1 0 0,1-1 0,0 1 0,0 0 0,3 4 0,4 10 403,15 25-119,1-1 0,2-1 0,2-1 0,2-2 0,1-1 0,2-1 0,52 42 1,294 199-582,-303-225-115,13 10-499,154 96-5133,-192-129 929,-9-1-2920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6.49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19 451 10569,'-2'-2'-890,"-10"-8"6596,10 18 115,2 5-5000,1 271 977,-2-134-1427,0-118-305,0-22-46,0 0 0,1 0 1,1 0-1,0 0 0,0 0 0,4 16 0,-4-23 91,0-27-115,2-3 26,2 0 0,1-1 0,10-27 0,10-44-58,-1-28 97,6 2-1,5 1 1,76-173-1,-109 290 47,0 0 0,0 0-1,0 1 1,1-1 0,0 1 0,0 0-1,1 0 1,0 0 0,0 0 0,0 1-1,10-7 1,-14 11-56,0 1-1,1 0 0,-1 0 1,0 1-1,0-1 1,1 0-1,-1 0 1,0 0-1,0 1 1,0-1-1,1 1 0,-1-1 1,0 1-1,0 0 1,0-1-1,0 1 1,0 0-1,0-1 1,0 1-1,1 1 1,0 0 67,3 3-31,0 0 1,0 0-1,-1 0 0,0 0 1,0 1-1,0 0 0,-1 0 1,1 0-1,-2 0 0,1 0 1,3 13-1,3 12 220,5 40 0,-11-50-227,54 392 679,-36-155-2646,2-88-2711,-14-131 2204,2 17-6827,-8-29 541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0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0 892 8717,'7'-13'3207,"-4"7"-2742,1 1 0,-1-1 0,1 1-1,0 0 1,1 0 0,-1 1-1,1-1 1,0 1 0,9-6-1,55-29 405,-35 22-618,-6 2-264,0 0 1,-2-2-1,0-1 0,0-2 1,-2 0-1,-1-1 0,0-2 1,21-27-1,-8-3-171,-3-2 1,-1 0-1,26-68 1,6-12 50,-42 86 320,-18 38-44,0 0 1,1 1-1,0 0 1,0 0 0,1 0-1,1 1 1,-1 0-1,10-9 1,-8 45 798,-4 32-241,-3 0 1,-8 81-1,2-66-352,-13 218 615,-10 239-287,27-475-639,2 0 0,2 0 0,3-1 0,16 71 0,-19-116-75,0-1 0,0 1 0,1-1 0,1 1 0,-1-1 0,2-1 0,-1 1 0,10 11 0,-11-16-66,-1-1 1,0 0-1,1 0 1,-1 0-1,1 0 1,0-1-1,0 1 1,0-1-1,0 0 1,0 0-1,0-1 1,1 1-1,-1-1 1,1 0-1,-1 0 1,1-1-1,-1 1 1,1-1-1,0 0 1,7-1-1,-8 1-39,0-1-1,0 0 1,0 0-1,-1 0 0,1 0 1,0 0-1,-1-1 1,1 0-1,-1 0 1,0 0-1,0 0 0,1 0 1,-2-1-1,1 1 1,0-1-1,0 0 1,-1 0-1,1 0 0,-1 0 1,0 0-1,0-1 1,0 1-1,-1-1 1,1 1-1,-1-1 1,1 0-1,-1 1 0,-1-1 1,1 0-1,0 0 1,-1 0-1,0 1 1,0-1-1,0-4 0,0-1 36,-1 0 0,0 0 0,0 1-1,-1-1 1,0 0 0,0 1 0,-1-1-1,0 1 1,0 0 0,-1 0 0,0 0-1,-1 1 1,-10-15 0,-14-6 560,-58-44 1,-6-5 1205,82 68-1505,1-1 0,0 0 0,1-1 1,0 0-1,1 0 0,0-1 0,1 0 1,0 0-1,1-1 0,0 0 1,1 0-1,-4-14 0,8 21-141,0-1 0,1 0 0,0 1 1,0-1-1,0 0 0,1 1 0,0-1 0,1 0 0,3-10 0,0 1-73,1 1 0,13-23 0,-2 11-893,1 1 0,41-45 0,-15 19-895,-17 19-1214,44-39 0,-13 20-2083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20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211 0 6765,'-5'3'591,"0"0"0,0 0 1,1 0-1,-1 0 0,1 1 0,0 0 1,0 0-1,1 0 0,-1 0 1,1 1-1,0-1 0,0 1 0,0 0 1,-3 7-1,-5 12 471,1 0 0,1 0 1,-9 35-1,-8 90 494,14-74-1062,-11 81 83,-1 47-1211,13-29-3851,8-147 3123,1 10-4456,4-12-1409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81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1 351 8357,'4'-7'606,"1"1"0,1-1 0,-1 2 0,1-1 0,0 0 0,1 1 0,-1 0 0,1 1 0,0-1 0,8-3 0,9-2 122,47-14 0,-50 18-603,0-1-1,0-1 1,23-13 0,-37 18-78,0-1 0,0-1 1,-1 1-1,0-1 0,0 0 1,0-1-1,-1 0 1,0 1-1,0-2 0,0 1 1,-1 0-1,0-1 0,0 0 1,-1 0-1,1 0 1,-2 0-1,1-1 0,-1 1 1,2-10-1,-5 16 23,1-1 0,0 1 0,-1 0 0,0-1 0,1 1 0,-1-1 0,0 1-1,0 0 1,0 0 0,0 0 0,0-1 0,0 1 0,0 0 0,0 0 0,0 0 0,0 0 0,-1 1 0,1-1 0,-3-1 0,-4 7 64,0 0 0,0 0 0,1 1 0,-1 1 0,1-1 0,1 1 0,-1 0 1,1 0-1,0 1 0,1 0 0,0 0 0,0 0 0,1 1 0,0 0 0,-5 14 0,3-2-15,0 1 1,1-1-1,0 1 0,2 0 0,1 1 0,1-1 0,1 0 0,3 33 0,-1-41-212,1 0 0,0 0 0,0-1 1,2 1-1,0-1 0,0 0 0,1 0 0,1 0 0,0-1 0,0 0 0,1 0 0,1-1 0,0 0 0,14 13 0,-14-16-420,1-1 0,-1-1 0,1 1 0,1-1 0,-1-1 0,1 0 0,0 0 0,0-1 0,0-1 0,0 0 0,1 0 0,16 1-1,-23-3 310,1-1 0,-1 0 0,1 0 0,0 0 0,-1-1 0,1 1 0,-1-1 0,0-1 0,1 1 0,-1-1-1,0 0 1,0 0 0,0 0 0,0-1 0,0 0 0,0 0 0,-1 0 0,1-1 0,-1 1 0,0-1-1,0 0 1,-1 0 0,1 0 0,-1-1 0,0 1 0,0-1 0,4-9 0,26-71-570,29-116 0,3-7 3853,-57 173-1976,-8 28-863,2 1-1,-1-1 0,1 0 1,0 1-1,0-1 1,4-6-1,-5 12-182,0 0-1,-1 0 1,1 0-1,0 0 0,0 0 1,0 1-1,0-1 1,0 0-1,0 1 1,0-1-1,0 0 1,0 1-1,0-1 1,0 1-1,0 0 0,0-1 1,0 1-1,1 0 1,-1 0-1,0 0 1,0 0-1,0 0 1,0 0-1,1 0 1,-1 0-1,0 0 0,0 0 1,0 1-1,0-1 1,1 0-1,-1 1 1,0-1-1,0 1 1,0-1-1,0 1 1,0 0-1,0-1 1,0 1-1,1 2 0,4 1 53,0 1 0,-1 0-1,0 1 1,0-1 0,0 1-1,-1 0 1,0 1 0,0-1-1,0 1 1,-1-1 0,4 12-1,5 14 288,9 38 0,-19-62-336,4 25 220,-1 0-1,-1 1 1,-3 66 0,-1-81 28,-9 41 1244,8-59-1491,1 0 1,-1 1-1,1-1 1,-1 0-1,0 0 1,0 0-1,1 0 1,-1 0-1,0 0 1,0 0-1,0 0 1,0 0-1,0 0 1,-1-1-1,1 1 1,-2 1-1,-1 1 771,3-14-765,0 1 0,1-1 1,1 1-1,0-1 0,0 1 0,1-1 1,0 1-1,6-16 0,1-4-622,2 0-1,0 1 0,2 0 1,1 1-1,2 1 1,36-51-1,-33 56-1377,0 1-1,1 0 1,1 2-1,36-26 1,-17 19-4475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7:47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101 67 6353,'-20'6'1672,"4"-18"-112,2 0 2040,1 9-2868,-4-6 48,7-9-3116,0 0-1276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8.3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14365,'-26'0'11627,"27"2"-10386,3 9-711,0-1-1,0 1 0,-1 0 1,0 0-1,-1 1 1,0-1-1,0 16 1,3 16 201,-3-28-729,46 329 346,-32-114-6963,-19-146-238,1-58 2678,1 28-7748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8.7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28 341 11789,'-27'6'7569,"36"10"-5228,-1-6-1745,-4 0-277,0 0 0,0 0-1,-1 1 1,-1-1-1,0 1 1,0 0 0,0 14-1,7 35 478,-4-42-680,0-1 0,0 1 1,2-1-1,0 0 1,1 0-1,0-1 0,2 0 1,0 0-1,0-1 0,2-1 1,0 1-1,17 14 0,-17-18-92,1-1-1,0-1 0,0 0 0,1-1 1,1-1-1,-1 0 0,1 0 0,0-2 1,0 0-1,1 0 0,28 3 0,-34-7-28,1 0 0,0 0 0,-1-1-1,1-1 1,-1 0 0,1 0 0,0-1 0,-1 0-1,0-1 1,0 0 0,0-1 0,0 0 0,0 0-1,-1-1 1,1-1 0,-1 1 0,-1-2 0,13-10-1,-14 9 8,0 0 0,-1-1-1,0 0 1,0 0-1,-1 0 1,-1-1-1,1 1 1,-1-1 0,-1 0-1,0-1 1,0 1-1,-1-1 1,-1 1-1,1-18 1,-1-1-6,-1 1 0,-1-1 0,-2 0 0,-8-34 0,4 33-13,-2 1 0,-1 0 0,-1 1 0,-2 1 0,-1-1 0,0 2 0,-2 0 0,-2 1 0,0 1 0,-36-37-1,42 48-18,-1 1 0,0 1 0,0 0 0,-2 1 0,1 0 0,-23-10 0,27 15-242,1 1 0,0 1 0,-1 0 0,0 0 1,0 1-1,0 0 0,0 0 0,0 1 0,0 1 0,0 0 0,0 0 0,-15 3 0,23-3 39,-1 0-1,1 1 1,0 0-1,-1 0 0,1 0 1,0 0-1,0 0 1,0 0-1,0 0 0,0 1 1,0-1-1,0 1 1,0-1-1,1 1 0,-3 2 1,-8 23-7588,9-12-812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9.0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12861,'0'0'3785,"0"4"-1923,6 127 4917,1-71-5965,20 81-1,-20-110-1081,30 134-2864,-31-129 118,1 39 0,-4-37-2566,0-16-3342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8:59.4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20 453 11161,'-20'21'5726,"31"-36"-3974,-9 13-1691,0 0 1,0 0-1,1 0 1,-1 1-1,0-1 0,1 1 1,-1 0-1,1-1 1,0 1-1,-1 0 0,1 0 1,0 1-1,4-2 1,41-3 71,-27 3-111,38-6-103,-4 2-310,95-25-1,-128 24 251,-1 0 0,0-2 0,0-1 0,-1 0 0,-1-1 0,0-1 0,33-27 0,-26 17 90,-1 1 73,-1-1 0,31-38 0,47-65 2223,-74 96-1565,-25 27-207,14 14-27,-15-10-428,0 0 0,0 0 0,0 0 0,0 0 0,-1 1 0,1-1 0,-1 0 0,1 1 1,-1-1-1,0 1 0,0-1 0,0 1 0,-1 0 0,1-1 0,0 5 0,3 49 124,-3-24-71,-1 2-50,-2 1 1,-1 0-1,-1-1 0,-2 0 1,-14 42-1,-9 65-373,27-131 316,1 0 1,0 1-1,1-1 0,0 1 1,0-1-1,1 1 1,1-1-1,5 20 1,-7-30 34,0 1 1,0-1 0,0 0-1,0 0 1,0 0 0,0 0 0,0 0-1,0 0 1,0 0 0,0 1-1,0-1 1,0 0 0,0 0-1,0 0 1,0 0 0,0 0 0,0 0-1,0 0 1,0 1 0,0-1-1,0 0 1,1 0 0,-1 0-1,0 0 1,0 0 0,0 0 0,0 0-1,0 0 1,0 0 0,0 0-1,0 0 1,1 0 0,-1 0-1,0 0 1,0 0 0,0 0 0,0 0-1,0 0 1,0 0 0,1 0-1,-1 0 1,0 0 0,0 0-1,0 0 1,0 0 0,0 0 0,0 0-1,0 0 1,1 0 0,-1 0-1,0 0 1,0 0 0,0 0-1,0 0 1,0 0 0,0 0-1,0 0 1,0 0 0,1-1 0,14-4-20,-9 3 15,0 0 0,-1 0 0,1-1 0,-1 1 0,0-1 0,0 0 0,0 0 1,0-1-1,0 0 0,7-7 0,8-10 60,0 2 1,1 0 0,2 2 0,-1 0-1,2 2 1,0 0 0,1 2 0,1 0-1,26-8 1,-42 18-24,0 1-1,0 0 1,0 1 0,0 0 0,0 1-1,0 0 1,0 1 0,0-1 0,0 2-1,0 0 1,-1 0 0,1 1 0,12 4-1,-7-1-165,0 1 0,0 0 0,0 1 0,-1 1 0,-1 0 0,1 1 0,12 12 0,-10-6-1777,27 32 1,-11 3-5345,-15-21-1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0.90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1 341 11289,'0'0'10191,"0"3"-9478,2 37 982,7 42-1,-3-40-1195,0 47 1,-4-51-656,9 50 0,-10-85 58,1 0 1,0 0-1,-1 0 0,1-1 1,0 1-1,0 0 0,0-1 1,1 0-1,4 5 0,11-21-548,-8 7 443,1 0 0,-1 0 0,-1-1 0,0 0 1,0-1-1,12-15 0,-15 16 160,1 1-1,0 1 1,0-1-1,0 1 1,1 0-1,0 1 1,0 0-1,0 0 1,1 1 0,-1-1-1,1 2 1,0 0-1,0 0 1,1 0-1,9-1 1,1-1 28,17-1-14,-29 7 29,7-2-1,17-16-11,-23 11-46,0-1 0,0 0-1,-1-1 1,-1 1 0,1-2 0,-1 1 0,-1-1 0,1 0-1,-1 0 1,6-14 0,4-13-1219,18-59 0,-34 94 1254,10-22-605,0 0 0,2 0 0,0 1-1,17-21 1,-10 15-238,26-53-1,-41 72 993,1 0-1,-1 1 0,2-1 0,6-8 0,-10 15-34,-1 0-1,0 0 0,-1 0 0,1 0 1,0 0-1,0 0 0,-1 0 0,1 0 0,-1 0 1,1-3-1,0-2 688,4 18-437,10 46-12,-12-43-335,0 0 1,1 0-1,0 0 1,12 22-1,-12-28-130,-1 0 0,0 0 0,0 1 0,3 14 0,-5-20-142,-1 18-218,0-21 480,0 1 0,0-1 0,0 1 0,0 0-1,0-1 1,0 1 0,1-1 0,-1 1 0,0-1 0,0 1 0,0-1-1,1 1 1,-1-1 0,0 1 0,0-1 0,1 1 0,-1-1 0,0 0 0,1 1-1,-1-1 1,1 1 0,-1-1 0,0 0 0,1 1 0,-1-1 0,1 0-1,-1 0 1,1 1 0,0-1 0,18-4-159,28-28 300,-29 19-53,-4 4 87,1 0 0,0 2 0,1 0 0,-1 0 0,1 2 0,1 0 0,-1 1 0,1 0 0,-1 1 0,1 1 0,0 1-1,0 1 1,22 1 0,-17 1-804,-1 1-1,0 1 1,27 9-1,-48-13 642,17 5-2144,-7-2-2073,10 2-1571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2.1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77 450 4684,'0'0'8664,"-3"-1"-8155,-5-2-208,1-1 0,-1 0 0,1 0 0,0 0 0,0-1 0,-8-7 0,13 10 168,-3-7 588,4 8-960,1 0 1,-1 1-1,1-1 0,-1 0 0,0 1 1,1-1-1,0 0 0,-1 1 0,1-1 1,-1 0-1,1 0 0,0 0 0,0 1 0,-1-1 1,1 0-1,0 0 0,0 0 0,0 0 1,0 1-1,0-1 0,0 0 0,0 0 1,0 0-1,1-1 0,1 0-64,0-1-1,0 0-1,0 0 0,1 1 0,-1-1 0,1 1 1,0 0-1,-1 0 0,1 0 0,0 0 0,1 0 1,-1 1-1,0-1 0,0 1 0,1 0 1,-1 0-1,0 0 0,1 0 0,-1 0 0,6 1 1,569-37 519,-308 27-432,1274-120-296,-895 48 278,-542 71-25,110-20 6,-164 24-70,14-4 116,-6 5 2027,-60 5-2077,0 0 1,0 0-1,1 0 0,-1 0 1,0 0-1,0 0 0,0 0 0,0 0 1,0 0-1,0 0 0,0-1 1,2-3 4743,-5 5-4806,-1 0 0,0 0 1,0 1-1,1-1 0,-1 1 0,0 0 0,1 0 1,-1 0-1,1 0 0,-1 0 0,1 0 1,-1 1-1,1-1 0,0 1 0,0 0 0,0 0 1,0 0-1,-2 2 0,-4 6 93,1 0 1,0 0-1,-5 13 1,6-13-81,-7 17 188,1 0-1,1 1 0,1 1 0,2-1 0,-9 55 0,-3 156 974,19-144-1126,16 135-1,31 96-73,131 531 10,-47-258 0,17 178 0,-32 6 0,13 786 0,-118-1139 0,-76 710 0,28-871 0,-117 420 0,133-615-12,-2 4-75,-14 86 1,38-161-1036,18-35-4790,1 1 2693,2-11-4065,8 2-4777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3.6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4501 140 2976,'-13'3'4247,"-20"-8"-2247,2 1-877,-99-3 1175,-165-28 0,117 10-1539,-754-42 1763,710 68-2223,-1 10-1,-260 45 1,-72 58 7,419-78-275,1 7-1,-130 59 0,250-95-6,0-1-1,0 0 0,-24 4 0,36-9 379,3-1-399,0 1 0,-1-1 0,1 1 1,0-1-1,-1 1 0,1-1 0,0 1 1,-1-1-1,1 1 0,-1-1 0,1 0 1,-1 1-1,1-1 0,-1 0 0,1 0 1,-1 1-1,1-1 0,-1 0 0,1 0 1,-1 0-1,1 0 0,-1 1 0,0-1 1,0 0-1,0 0 8,0 0 0,0 0-1,1 0 1,-1 0 0,0 0 0,0 0 0,1 1 0,-1-1-1,0 0 1,0 0 0,1 1 0,-1-1 0,0 1 0,1-1-1,-1 0 1,1 1 0,-1-1 0,0 1 0,1 0-1,-1-1 1,1 1 0,0-1 0,-1 1 0,1 0 0,-1-1-1,1 1 1,0 0 0,-1 1 0,24 343 2235,-2-87-822,-18-39-311,-10-1 0,-59 378 0,-145 424-179,146-738-720,-3 1-54,-20 92 20,70-288-157,-177 944 240,155-755-221,13 0 1,12 404 0,20-576-137,5-1 0,4 0 1,4-1-1,56 174 1,-73-272 65,1 0 0,-1 0 0,1 0 0,0-1 0,1 1 0,-1-1 0,0 1 0,1-1 0,0 0 0,0 0 0,0 0 1,4 3-1,-5-5-21,-1 0 0,1 0 0,-1-1 0,1 1 0,0 0 1,-1-1-1,1 1 0,0-1 0,0 1 0,-1-1 0,1 0 1,0 0-1,0 0 0,0 0 0,-1 0 0,1 0 0,0-1 1,0 1-1,-1 0 0,1-1 0,0 1 0,-1-1 0,1 0 1,0 0-1,-1 1 0,1-1 0,-1 0 0,1 0 0,-1-1 1,3-1-1,3-5-318,0 0 1,0-1-1,-1 1 1,0-1-1,0 0 0,-1-1 1,0 1-1,-1-1 1,6-19-1,-3 2-2867,-1 0 0,6-49 0,-8 0-7386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4.03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14621,'144'164'3789,"-88"-103"-1928,-2 3 0,-3 2 0,56 94 1,103 229 737,-179-328-2377,-18-36-135,103 183 516,-102-187-556,1 0 1,1-1 0,0-1-1,2 0 1,0-1-1,1-1 1,24 17 0,-36-30-63,0 0 1,0-1-1,0 0 1,1 0-1,-1 0 1,1-1-1,0 0 1,0-1-1,0 0 1,0 0-1,0 0 1,0-1-1,0 0 0,0-1 1,0 0-1,-1 0 1,1 0-1,0-1 1,0-1-1,14-5 1,6-6-165,0 0 1,-1-2 0,47-36-1,-72 51 170,101-83-937,122-127-1,30-26 318,69-13-542,-93 75-1533,-114 70-1979,-52 44-1698,-15 18-1893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5.87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305 1259 8537,'-33'57'13320,"13"-60"-10523,19 3-2703,0-1 0,0 1 0,0 0 0,-1-1 0,1 1 0,0-1 0,0 1 0,0-1 0,0 0 0,0 1-1,0-1 1,0 0 0,0 0 0,0 0 0,0 0 0,1 1 0,-1-1 0,0 0 0,1-1 0,-2-1 0,1 0 48,-1 0 0,1-1 0,0 1 0,1-1 0,-1 1 0,1-1 1,-1-5-1,2-6 227,0 0 1,5-26 0,18-69 570,-10 57-479,-3-1 0,6-94 0,-17 58-338,-4-1-1,-17-95 0,-57-174-79,50 283-137,28 75 91,-1 1 1,1 0-1,0 0 1,-1 0-1,1 0 1,-1 0-1,0 0 1,1 0-1,-1 0 1,0 0-1,0 0 1,1 0-1,-1 0 1,0 0-1,0 0 1,0 1-1,0-1 1,0 0-1,0 1 1,0-1-1,-1 1 1,1-1-1,0 1 1,0 0-1,0-1 1,0 1 0,-1 0-1,1 0 1,0 0-1,0 0 1,-1 0-1,1 0 1,0 0-1,0 0 1,0 0-1,-1 0 1,1 1-1,0-1 1,0 1-1,-1 0 1,-2 1 1,1 0 1,-1 0 0,1 0-1,0 0 1,0 1-1,0 0 1,0 0-1,1-1 1,-1 2 0,1-1-1,-3 4 1,-8 19 32,1-1 0,1 2 0,2 0 0,0 0 0,2 0 1,1 1-1,-3 37 0,2 23 22,6 90 0,4-98-28,4 1-1,4-1 1,3-1-1,34 110 1,-8-69-37,6-2 0,66 122 1,-80-178 1,61 127-68,-79-155 86,-2-1-1,0 2 1,10 61-1,-20-87-8,-1 0 0,-1 0-1,0-1 1,0 1 0,-1 0-1,0 0 1,0 0 0,-1 0-1,0-1 1,0 1 0,-1-1-1,0 0 1,-1 1 0,-6 9-1,4-9 0,0-1-1,-1 1 1,0-2-1,0 1 0,-1-1 1,1 0-1,-2 0 1,1-1-1,-1 0 1,0-1-1,0 0 0,-10 4 1,-3 1-177,-1-1-1,0-1 1,-1-1 0,1-1 0,-1-1 0,0-1-1,-1-1 1,1-1 0,-35-2 0,55 0-16,1-1-1,0 1 1,0-1 0,0 1 0,-1-1 0,1 0-1,0 0 1,0-1 0,0 1 0,0-1 0,1 1-1,-1-1 1,0 0 0,1 0 0,-3-3 0,3 3-117,1 0 0,-1-1 1,1 1-1,0-1 1,0 1-1,0-1 0,0 0 1,0 0-1,0 1 0,1-1 1,0 0-1,-1 0 1,1 0-1,0 1 0,0-1 1,1 0-1,-1 0 1,1-4-1,12-53-6462,6-1-4468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6.2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70 0 10905,'0'0'10238,"-2"3"-8863,-4 2-1096,2 1 0,-1-1 1,1 1-1,0 0 0,0 0 0,0 1 0,1-1 1,0 1-1,0 0 0,1 0 0,0 0 0,0 0 0,0 0 1,0 14-1,-7 53 743,1 81 0,8-117-842,2 0-1,2 0 0,16 72 0,-17-99-179,1-1 0,0 1 0,0 0 0,1-1 0,0 0 0,1 0-1,0-1 1,0 1 0,1-1 0,1-1 0,-1 1 0,1-1 0,1 0 0,14 10-1,-15-13-58,-1-1-1,1 0 0,0-1 0,0 1 0,0-1 0,1-1 1,-1 0-1,1 0 0,0 0 0,-1-1 0,1-1 0,0 1 1,-1-2-1,1 1 0,0-1 0,0 0 0,-1-1 0,1 0 0,11-4 1,-6 0-51,-1 0 0,1 0 1,-1-1-1,-1-1 1,1 0-1,-1-1 0,-1 0 1,21-22-1,0-6-69,39-56-1,-21 24 688,-41 57-332,-7 9 293,0 5-252,1 3-193,0-1-1,0 0 1,0 1 0,0-1-1,-1 1 1,1 0-1,-1 0 1,-1 0 0,1 0-1,-1 0 1,0 0-1,0 1 1,0-1 0,-1 0-1,0 9 1,6 31-702,0-16-1524,3 35 0,-8-53-267,-1 0 0,0 1 0,-3 16 0,-1 0-8260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6.3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12 11421,'-46'-12'5073,"59"33"-5290,4 3-835,-4-5-528,21 14-2364,-8 0-2773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7.32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0 838 8325,'0'0'8559,"1"3"-7217,6 18-190,0-3-81,-2 1 0,5 25 0,-8-31-830,3 30 551,14 54 1,-16-86-736,0 0 0,1 0 0,0 0 0,1-1 1,0 1-1,1-1 0,0 0 0,0-1 1,15 17-1,-17-22-80,1 0 0,-1 0-1,1-1 1,0 1 0,0-1 0,1 0 0,-1 0 0,0-1-1,1 0 1,0 1 0,-1-2 0,1 1 0,0-1 0,0 0-1,0 0 1,0-1 0,0 1 0,0-2 0,0 1 0,0 0-1,0-1 1,0 0 0,0-1 0,0 1 0,6-4 0,-4 2-1,0 0 1,-1-1-1,1 0 1,-1-1-1,0 0 0,0 0 1,0 0-1,-1-1 1,0 0-1,0 0 1,-1 0-1,1-1 1,-1 0-1,-1 0 1,1-1-1,5-13 1,1-13-23,-1 0 0,-2 0 0,-1-1 0,-2 0 0,-1 0 0,-2-68 0,-2 94 49,0-74-192,2 67 75,2 55 74,29 187-14,-29-205 68,-4-20-12,1 1-1,-1-1 1,1 0-1,0 1 1,-1-1-1,1 1 1,0-1-1,0 0 0,0 0 1,0 0-1,0 1 1,0-1-1,0 0 1,1 0-1,-1 0 1,0-1-1,1 1 0,-1 0 1,0 0-1,1-1 1,-1 1-1,1-1 1,-1 1-1,1-1 1,-1 0-1,1 1 0,-1-1 1,1 0-1,-1 0 1,1 0-1,-1 0 1,4-1-1,0 1-10,-1 0-1,1-1 1,0 0-1,0 0 1,-1 0-1,1-1 0,-1 0 1,8-3-1,17-16-296,30-27-1,-43 32 164,1 2 0,0 0 0,2 1 0,-1 1 0,40-19 0,-25 20 54,55-12 1,-27 8 98,-52 13-1,-1-1 1,0 0 0,0 0 0,0-1 0,-1 0 0,1 0 0,-1-1-1,10-8 1,-15 11-19,1 0 0,0 0 0,-1 0 0,1 1 0,0-1 0,0 0 0,0 1 0,0 0 0,0 0 0,0 0 0,0 0 0,0 0 0,0 1 0,1-1 0,-1 1 0,0 0 0,1 0 0,-1 0 0,0 0 0,0 1 0,0-1 0,1 1 0,-1 0 0,0 0 0,5 2 0,4 2-9,-10-4-20,1-2-118,4-2 162,0-1 0,-1 0 1,1 0-1,-1-1 0,1 0 0,-1 0 0,-1-1 0,1 0 0,-1 0 0,0 0 0,0 0 0,-1-1 0,0 0 0,0 0 0,4-10 0,7-17 152,-3 0 0,10-38 0,52-270 135,-51 211-11,-17 99-194,-3 24 18,-5 19-18,0 30 45,3-4-60,-1-24-53,-2 8 15,2 0-1,0 1 1,2-1-1,6 35 0,-1-34-20,1 1-1,0-2 1,1 1-1,2-1 1,25 39-1,-25-45-20,0 1-1,-2 1 0,0 0 1,-1 0-1,0 1 1,5 19-1,-11-27-3,1 0-1,-1 0 0,-1 0 0,0 0 0,0 1 1,-1-1-1,-1 0 0,1 0 0,-1 0 0,-1 1 1,0-1-1,-7 18 0,7-24-100,0 1 1,-1 0-1,0-1 0,0 0 0,0 1 1,-1-1-1,1-1 0,-1 1 0,0 0 1,0-1-1,0 0 0,-1 0 0,1 0 1,-1 0-1,1-1 0,-1 0 1,0 0-1,0 0 0,0-1 0,0 1 1,0-1-1,-1 0 0,-6 0 0,-2 0-679,1 0 0,-1-1-1,0-1 1,1 0-1,-1-1 1,0 0 0,-25-9-1,-6-6-3569,9 4-2233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7.9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29 23 12657,'2'-4'-788,"2"-3"1352,-1 0 4465,-4 7-4809,1-1 0,0 1 0,-1 0 0,1-1 0,-1 1 0,1 0 1,-1-1-1,1 1 0,0 0 0,-1 0 0,1 0 0,-1-1 0,1 1 0,-1 0 0,0 0 0,1 0 0,-1 0 0,1 0 0,-1 0 1,1 0-1,-1 0 0,1 0 0,-1 0 0,1 0 0,-1 0 0,1 0 0,-1 0 0,0 1 0,0-1-149,0 0 0,0 0 0,0 0 0,0 0 0,0 0 0,1 1 0,-1-1 0,0 0 0,0 0 0,0 1 0,0-1 0,1 1 0,-1-1-1,0 1 1,0-1 0,1 1 0,-1-1 0,0 1 0,1-1 0,-1 1 0,0 0 0,1 0 0,-1-1 0,0 2 0,1 1 41,-1 0 0,0 0 0,1 0 1,0 0-1,0 0 0,0 0 0,0 0 0,1 0 1,-1 0-1,1 0 0,-1 0 0,3 4 0,7 28 349,2-1 0,2 0 0,1 0-1,21 34 1,-17-40-406,0-1 1,2 0-1,1-1 0,36 32 1,-41-44-226,0-1 0,0 0 0,2-1 0,-1-1 0,1-1 0,1-1 0,39 13 0,-54-20 121,1 0 1,-1-1-1,1 0 1,-1 0-1,1 0 1,0-1-1,-1 0 1,1 0-1,-1 0 1,1-1 0,0 1-1,-1-1 1,1-1-1,-1 1 1,0-1-1,1 0 1,-1 0-1,0-1 1,0 1-1,7-6 1,-4 0 8,1 1 0,-1-2 1,-1 1-1,0-1 0,0 0 0,0-1 1,-1 0-1,7-16 0,-8 15-9,2-1 0,-1 1 0,1 0 0,17-20 0,-22 29 37,0 0 1,0 0-1,0 0 0,0 0 0,1 1 0,-1-1 1,1 1-1,-1-1 0,1 1 0,-1 0 1,1 0-1,0 0 0,-1 0 0,1 0 0,0 1 1,0-1-1,0 1 0,0 0 0,-1 0 1,1 0-1,0 0 0,0 0 0,0 1 0,0-1 1,-1 1-1,1 0 0,4 1 0,5 5 6,-1-1-1,0 1 0,0 1 0,0 0 0,-1 1 0,-1 0 1,0 0-1,0 1 0,0 0 0,-1 0 0,-1 1 1,8 15-1,2 4-4,-2 1 0,-2 1 1,16 51-1,-17-40 11,-3 1 1,-1 0-1,3 58 1,-10-73 59,-1-1 1,-1 1-1,-1-1 0,-2 0 1,-1 0-1,-11 36 1,6-40 247,-1 0 1,-1 0 0,-1-1-1,-1-1 1,-1 0-1,-25 27 1,38-47-242,0 0 0,-1 1 0,1-1-1,-1 0 1,0 0 0,1-1 0,-1 1 0,0 0 0,0-1 0,0 0 0,0 0-1,-1 0 1,1 0 0,0 0 0,0 0 0,-1-1 0,-4 0 0,6 0-49,0 0 0,0 0 0,0 0 0,1 0 0,-1-1 0,0 1 0,0-1-1,0 1 1,1-1 0,-1 0 0,0 1 0,1-1 0,-1 0 0,1 0 0,-1 0 0,1-1 0,-1 1 0,1 0 0,0 0 0,0-1 0,0 1 0,-1-1 0,1 1 0,1-1 0,-1 0 0,0 1 0,0-1 0,0 0 0,1 1 0,-1-1 0,1 0 0,-1-2 0,0-13-56,0 1 1,1-1-1,0 0 0,2 1 1,0 0-1,0-1 0,2 1 1,0 0-1,9-21 0,10-20-1377,35-62-1,-55 114 1299,47-94-2438,22-40-2559,-23 49-1280,2 3-3831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8.4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41 410 7961,'-1'0'193,"0"1"0,0 0 0,0 0 0,1-1 0,-1 1 0,0 0 0,0 0 0,0 0 0,1 0 0,-1 0 0,1 0 0,-1 0 0,0 1 0,1-1 0,0 0 0,-1 2 0,1-3-63,0 1 0,0-1 0,1 0 1,-1 1-1,0-1 0,0 0 1,0 1-1,1-1 0,-1 0 0,0 0 1,1 1-1,-1-1 0,0 0 1,1 0-1,-1 1 0,0-1 1,1 0-1,-1 0 0,0 0 0,1 0 1,-1 1-1,1-1 0,-1 0 1,0 0-1,1 0 0,-1 0 0,1 0 1,-1 0-1,0 0 0,2 0 1,1 0 84,1-1 0,-1 1 0,1-1 0,-1 1 1,1-1-1,-1 0 0,1-1 0,-1 1 0,0 0 0,5-3 1,-3 0-101,0 0 0,0 0 1,0-1-1,0 0 0,-1 1 0,0-1 1,0-1-1,0 1 0,-1-1 1,1 1-1,-1-1 0,-1 0 1,1 0-1,-1-1 0,0 1 1,0 0-1,-1-1 0,0 1 0,0-1 1,-1 1-1,0-9 0,0 5-6,-1 0-1,0 0 1,-1 0-1,0 1 1,-1-1-1,0 0 1,0 1-1,-1 0 1,0 0-1,-1 0 1,0 1-1,0-1 1,-12-12-1,17 20-96,-1 1-1,1-1 1,-1 1-1,1-1 1,-1 1-1,0-1 1,1 1-1,-1 0 1,0-1-1,1 1 1,-1 0-1,0-1 1,1 1-1,-1 0 1,0 0-1,0 0 1,1 0-1,-1 0 1,0 0-1,0 0 1,1 0-1,-1 0 0,0 0 1,1 0-1,-1 0 1,0 0-1,0 0 1,-1 1-1,0 1 5,-1-1-1,1 1 1,-1-1-1,1 1 1,-1 0-1,1 0 1,0 0-1,-2 2 1,-1 2 2,1-1 0,0 1 0,0 0 0,0 0 0,1 0 1,-5 12-1,3 0-9,2 0-1,0 0 1,1 1 0,0-1 0,2 1 0,0-1-1,1 0 1,1 1 0,1-1 0,1 0 0,0 0-1,1 0 1,1-1 0,1 1 0,0-2 0,1 1-1,1-1 1,1 0 0,17 23 0,-22-33-24,0 0 1,1 0-1,-1-1 0,1 0 1,0 0-1,1 0 1,-1-1-1,1 0 1,0 0-1,0-1 1,8 4-1,-11-6 8,0-1-1,0 1 1,1 0-1,-1-1 1,0 0-1,1 0 1,-1 0 0,0-1-1,0 1 1,1-1-1,-1 0 1,0-1-1,0 1 1,0 0 0,0-1-1,0 0 1,0 0-1,0 0 1,-1-1 0,1 1-1,5-6 1,1-2 3,0 0-1,-1 0 1,0-1 0,-1-1 0,0 1 0,-1-1 0,-1 0 0,1-1 0,4-14-1,7-24 6,11-54-1,-19 65 26,11-38 34,42-108 0,-62 184-57,0 0 0,0 0 0,0-1 0,0 1 0,0 0 0,1 0 1,-1 0-1,1 0 0,-1 1 0,1-1 0,0 0 0,-1 1 0,1-1 0,0 1 0,0-1 0,0 1 0,0 0 0,1 0 0,3-2 0,-3 3 9,0 0-1,-1 0 1,1 0-1,0 0 1,0 0-1,-1 1 1,1-1-1,0 1 1,-1 0-1,1 0 1,-1 0-1,1 0 1,-1 0-1,1 1 1,-1-1-1,0 1 1,4 3-1,3 2 16,-2 1 0,1 0-1,-1 0 1,0 1 0,-1 0 0,0 0-1,-1 0 1,0 1 0,0 0 0,6 18 0,-2-1 84,-2 0 1,-1 1 0,4 28 0,-5-9 13,-1-1-1,-3 0 1,-1 0 0,-3 1-1,-1-1 1,-3 0-1,-15 57 1,16-83-226,-8 28 132,-21 50 1,29-84-540,-1 0 0,-1 0 1,0-1-1,0 0 1,-1-1-1,-1 1 0,-20 18 1,27-28-625,-10 9-585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8.57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0 8905,'0'0'4676,"-7"15"-3572,1 0 356,2 0-1280,1 4-908,-1-4-4804,1 3-1549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2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215 25 9469,'-51'-25'9555,"47"31"-7929,3-5-1568,-13 18 1155,0 1 1,1 0-1,1 1 0,-17 39 0,9 8-969,3 1-1,3 0 0,3 1 0,3 1 0,2 72 0,17 80-4817,6-74-4625,-15-136 7873,7 54-8824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5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0 10097,'4'3'223,"-1"0"0,1 1-1,-1-1 1,0 1 0,0 0 0,0 0 0,0 0-1,-1 0 1,1 1 0,-1-1 0,0 1 0,2 8-1,8 15 453,0-11-227,1 0 0,0 0 1,1-1-1,28 23 0,-5-3-57,8 9-500,96 73 1,-116-100-319,1-2 0,1 0 0,0-2 0,1 0 0,1-2 0,30 8 0,-43-15 168,1-1 0,-1-1 1,1-1-1,0 0 0,0-1 0,31-2 1,-41 0 264,-1 0 1,1 0-1,-1-1 1,0 1-1,1-1 1,-1-1-1,0 1 1,0-1-1,0 0 1,-1-1-1,1 1 1,-1-1-1,0 0 1,0-1-1,0 1 1,0-1-1,-1 0 1,0 0-1,0 0 1,5-9-1,5-16 842,-2 0 0,-1-1 1,-1 0-1,9-52 0,1-2 2902,-18 81-2165,-2 9-1237,-16 156 127,1-32-2473,8-58-476,-2 15-4366,9-35-682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09.85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 37 10701,'8'14'448,"-6"-11"-293,0 0 0,0 0 0,0 1 0,-1-1-1,1 1 1,-1 0 0,1-1 0,-1 1 0,-1 0-1,1 0 1,0-1 0,-1 1 0,0 0 0,0 0 0,0 0-1,0 0 1,-1 5 0,-2 5 285,1 0 1,1 1-1,1-1 1,0 0-1,1 0 1,0 1-1,1-1 0,1 0 1,8 26-1,-2-14-123,1 0 0,1 0 0,1-1 0,18 25-1,-19-34-231,1 0 0,0-1 0,1-1 0,1 0 0,0-1 0,1-1-1,1 0 1,0 0 0,0-2 0,26 13 0,-38-22-54,1 1 0,-1 0 0,1-1 0,-1 0 1,1 0-1,0 0 0,0-1 0,-1 0 0,1 0 0,0 0 0,0 0 0,0-1 0,-1 0 1,1 1-1,0-2 0,-1 1 0,1-1 0,-1 1 0,1-1 0,-1-1 0,0 1 1,0 0-1,0-1 0,0 0 0,0 0 0,-1 0 0,1-1 0,-1 1 0,0-1 0,0 1 1,0-1-1,-1 0 0,1-1 0,-1 1 0,0 0 0,0 0 0,0-1 0,-1 1 1,1-1-1,-1 0 0,0 1 0,0-9 0,-1-7 64,-1 1 1,-1 0-1,-1 0 1,0 0-1,-1 0 0,-10-26 1,-2 3-5,-33-63-1,39 86-151,0 1 0,-2 0 0,0 1-1,-1 0 1,0 0 0,-2 2-1,-16-15 1,25 25-231,0 0 0,-1 0 0,0 1 1,0-1-1,0 2 0,0-1 0,0 1 0,-1 0 0,0 1 0,1 0 0,-1 0 0,0 0 1,0 1-1,0 1 0,0-1 0,0 1 0,0 0 0,0 1 0,0 0 0,0 0 0,-9 4 0,9-3-562,0 1 0,1 0 0,-1 1 0,1 0 0,-9 6 0,-32 29-7171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1.75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192 31 6565,'20'-27'2900,"-54"24"-2720,4 3-172,7 9-312,-24 9-376,13-3-1840,-9 6-645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22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1141 11685,'3'-4'274,"-1"0"1,1 1-1,1-1 0,-1 1 0,0 0 1,1 0-1,-1 1 0,1-1 0,0 1 0,8-4 1,49-17 1608,-31 13-1135,719-230 3845,14 35-3891,-7 3-323,-413 105-326,584-174-1615,-763 224-2019,-154 44 2979,-7 2 126,-1 0 0,1 0 0,-1 0 1,1 1-1,0-1 0,0 1 0,-1 0 1,1 0-1,0 0 0,0 0 0,0 0 1,-1 1-1,1-1 0,4 2 0,12 4-6718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43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33 4 12869,'-32'-4'2152,"51"8"1869,-18-4-3786,1 1 1,-1 0 0,0 0 0,0 0-1,0 0 1,1 0 0,-1 0 0,0 0-1,0 1 1,-1-1 0,1 0 0,0 1-1,0-1 1,-1 0 0,1 1 0,0-1-1,-1 1 1,1 2 0,3 6 668,10 9-272,0-1-1,1 0 1,1 0 0,29 23-1,4 4-47,24 29-94,12 9-2288,-3 4 0,75 105-1,-93-93-2208,-28-29-1626,2 17-5005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3.72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1 208 10769,'24'-6'500,"-16"4"-260,0 0 1,0 0 0,0 1 0,1 0-1,-1 0 1,1 1 0,-1 0-1,0 0 1,1 1 0,11 2 0,-2 3 166,-1 1 1,0 0 0,0 1 0,-1 1 0,0 1 0,0 0 0,-1 1 0,0 0-1,-1 1 1,-1 1 0,0 0 0,0 1 0,-1 1 0,15 24 0,-3 0-69,-1 2 1,-2 1 0,-2 0 0,23 74-1,-33-86-221,-3-17 219,-1 1-1,-1 0 1,-1 1-1,0-1 1,-1 1-1,1 23 1,-2-37-288,-1 0 1,0 0 0,0 0-1,0 0 1,0 0-1,0 0 1,0 0-1,0 0 1,-1 0-1,1 0 1,0 0 0,0 0-1,-1 0 1,1 0-1,-1 0 1,1 0-1,-1 0 1,1 0 0,-1 0-1,0 0 1,1-1-1,-1 1 1,0 0-1,0-1 1,1 1-1,-1 0 1,0-1 0,0 1-1,0-1 1,0 1-1,0-1 1,0 1-1,0-1 1,0 0-1,0 0 1,0 1 0,0-1-1,0 0 1,0 0-1,0 0 1,0 0-1,0 0 1,0 0-1,0 0 1,0-1 0,-1 1-1,-1-1 10,0 0 0,1-1 0,-1 1 0,0-1 0,1 1 0,-1-1 0,1 0 0,0 0 0,0 0 0,0 0-1,0 0 1,0-1 0,0 1 0,0 0 0,-2-6 0,1-1 7,-1 0-1,2-1 0,-1 0 1,1 0-1,1 0 0,0 0 1,0 0-1,1 0 1,0 0-1,1 0 0,2-17 1,5-10-365,22-63 0,-1 19-2712,71-140 1,-71 169-2301,58-79 0,-41 80-2728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02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14 0 5913,'-11'20'1642,"9"-16"1647,2 0-2971,0-1 1,1 0 0,0 0-1,0 0 1,0 0-1,0-1 1,0 1 0,1 0-1,-1 0 1,1-1 0,0 1-1,-1-1 1,1 1-1,0-1 1,4 4 0,42 31 887,-31-24-806,-10-7-286,15 12 251,1-2 0,30 18 0,-46-30-335,0 0-1,1-1 0,-1 0 1,1 0-1,0-1 0,0 0 1,0 0-1,-1-1 0,2 0 1,-1-1-1,0 1 0,14-3 0,-18 1 25,0 0 0,0-1 0,1 1-1,-1-1 1,-1 0 0,1 0 0,0-1-1,0 1 1,-1-1 0,0 0-1,1 0 1,-1 0 0,0 0 0,0 0-1,4-8 1,-2 4 277,0-1-1,0 0 1,-1-1-1,0 1 1,-1-1-1,4-15 1,-6 22 519,7 4-818,0 0 0,1 0 0,-1 1 0,-1 0 0,1 0 0,0 1 0,-1 0 0,0 1 0,0 0 0,0 0 0,0 0 0,-1 1 0,11 12 0,6 8-502,51 50-1246,-32-44-2115,4-10-3962,-27-16 977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25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35 308 4576,'14'-7'555,"-10"5"-326,0 1 0,-1-1 1,1 0-1,-1-1 0,0 1 1,0 0-1,1-1 0,-1 0 1,4-5-1,38-31 3205,-38 35-3177,0-1 1,-1 0 0,1-1-1,-1 0 1,0 0-1,0 0 1,-1-1-1,0 0 1,0 0-1,-1 0 1,6-13 0,-5 7 350,0 0 1,-1 0-1,3-23 1,-7 34-464,1-1 0,-1 0 0,0 0-1,0 0 1,0 1 0,0-1 0,0 0 0,0 0 0,-1 0 0,1 1 0,-1-1-1,0 0 1,0 1 0,0-1 0,0 1 0,-1-1 0,1 1 0,0-1 0,-1 1-1,0 0 1,0 0 0,1 0 0,-1 0 0,-1 0 0,1 0 0,-3-2 0,2 3-34,0 0 1,0 1 0,0-1-1,0 1 1,-1-1 0,1 1 0,0 0-1,0 0 1,-1 1 0,1-1-1,0 0 1,0 1 0,0 0 0,0 0-1,0 0 1,0 0 0,0 1-1,-4 2 1,-2 0 219,0 1 0,0 1-1,1 0 1,-13 10 0,13-8-102,1 0-1,-1 1 1,2-1 0,-1 1-1,1 1 1,0-1 0,1 1 0,0 0-1,1 0 1,0 0 0,0 1-1,-2 12 1,5-16-162,0 0 1,0 0-1,1 1 0,0-1 0,0 0 0,1 1 1,0-1-1,0 0 0,0 0 0,1 0 0,0 0 0,1 0 1,0 0-1,0-1 0,0 1 0,1-1 0,0 0 1,0 0-1,6 7 0,1-2-185,1 0 0,0-1 1,0 0-1,1-1 0,0-1 0,1 0 0,-1 0 1,2-2-1,-1 0 0,1 0 0,0-1 1,23 4-1,19 1-1905,1-3 0,57 1 0,-97-7 1326,72 1-5750,4-4-4213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8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20 15145,'-1'-1'207,"0"1"-1,0-1 1,0 1-1,0-1 0,0 0 1,0 0-1,0 1 1,0-1-1,0 0 0,0 0 1,0 0-1,1 0 0,-1 0 1,0 0-1,0-2 1,1 3-142,0 0 1,0-1-1,0 1 1,-1 0-1,1 0 1,0 0-1,0-1 1,0 1-1,0 0 1,0 0-1,-1-1 1,1 1-1,0 0 1,0 0-1,0 0 1,-1 0-1,1 0 1,0-1-1,0 1 1,0 0-1,-1 0 1,1 0-1,0 0 1,0 0-1,-1 0 1,1 0-1,0 0 1,0 0-1,-1 0 1,1 0-1,0 0 1,0 0-1,-1 0 1,1 0-1,0 0 1,0 0-1,-1 0 1,1 0-1,0 0 1,0 0-1,-1 0 1,1 0-1,0 1 1,0-1-1,0 0 1,-1 0-1,1 0 1,0 0-1,0 0 1,0 1-1,-1-1 1,1 0-1,0 0 1,0 1-1,0-1 1,-1 1 105,0 0 0,0 1 0,0-1 0,0 0 0,0 1 0,0-1 0,1 0 0,-1 1 0,1-1 0,-1 1 0,1-1 0,-1 1 1,1-1-1,0 1 0,0-1 0,0 1 0,0-1 0,0 1 0,0 0 0,0 2 0,7 39 963,-4-30-665,5 39 502,61 449 2486,-33-190-7779,-18-209-559,5 0-4151,-10-59-1488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4.9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0 140 11561,'44'-58'1672,"-11"28"-284,-3 15-296,4 3-139,-4 0-233,10 6-116,4 0-244,6 9-404,0 3-716,7 3-741,0 6-303,-3 0-2296,-1 3-3057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5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0 109 13945,'0'0'1388,"17"-15"-263,0 3-245,10 3-284,23-6-496,-3 6-772,6-3-693,4 0-419,7 0-2308,3 0-3045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5.9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402 741 7853,'-127'83'2893,"111"-71"-2271,1 1 1,0 0 0,1 2 0,0 0-1,-20 28 1,4 2 33,-46 74-681,65-99-731,1 1-1,0 0 1,-12 45-1,15-25-349,7-41 1079,1 1 0,-1-1 1,1 1-1,-1-1 0,1 1 0,-1-1 0,1 1 1,-1-1-1,1 1 0,-1-1 0,1 0 0,0 1 1,-1-1-1,1 0 0,0 0 0,-1 1 0,1-1 1,0 0-1,-1 0 0,1 0 0,0 0 0,-1 0 0,1 0 1,0 0-1,0 0-38,4 0 42,0 1 0,0-2 1,-1 1-1,1 0 0,0-1 0,0 0 0,-1 0 0,1 0 0,-1-1 0,1 0 0,-1 0 1,1 0-1,3-3 0,9-2 64,109-38 1476,-110 41-1242,0 1-1,0 0 0,0 1 0,0 0 0,1 1 1,16 2-1,-5 2-48,149 18 487,-168-19-796,1-2 0,0 1 0,0-1 0,-1-1 0,1 1 0,0-2 0,13-3-1,-4 2-89,-10 1 62,1 0 1,0-1-1,-1 0 1,0 0-1,1-1 1,-1 0 0,-1 0-1,1-1 1,-1-1-1,0 1 1,0-1-1,0-1 1,-1 1 0,0-1-1,0-1 1,-1 1-1,0-1 1,10-16-1,-11 14 95,5-8 143,-1-1 1,-1 0-1,0-1 0,-2 0 0,0 0 0,3-24 0,4-31 526,41-232 1321,49-140 643,-102 443-2574,3-12 207,0 0 1,1 1-1,13-28 0,-16 43-209,-1 0 0,1 0-1,-1 0 1,1 0 0,-1 0 0,1 0-1,-1 1 1,0-1 0,1 0-1,-1 1 1,1-1 0,-1 1 0,0-1-1,1 1 1,0 1 0,-1-2 19,2 1-24,-1 1 1,1-1-1,-1 1 1,1-1 0,-1 1-1,0 0 1,0 0-1,0 0 1,0 0-1,0 0 1,0 0-1,-1 1 1,1-1-1,-1 1 1,3 4 0,10 46 284,-9-30-206,60 339 909,-31-143-708,-20-128-233,11 51 16,-21-123-72,2 1-1,1 0 1,0-1 0,17 32 0,-22-48-33,0 1 0,1-1 1,-1 0-1,1 0 0,-1 0 0,1-1 1,0 1-1,0 0 0,0-1 1,0 0-1,0 0 0,1 0 0,-1 0 1,1 0-1,-1-1 0,1 0 1,0 0-1,-1 0 0,1 0 0,0 0 1,0-1-1,0 1 0,0-1 1,-1 0-1,1 0 0,0-1 0,6 0 1,0-2-35,1 1 0,0-2 0,0 0 0,-1 0 1,0 0-1,0-2 0,0 1 0,15-13 1,2-3-167,37-38 0,6-16-157,-33 35 114,80-69 1,-106 101 221,0 1 1,1 0 0,-1 0 0,2 2 0,-1-1 0,1 2 0,-1 0 0,1 0 0,1 1 0,-1 1 0,0 0 0,0 1 0,1 0 0,23 2 0,-30 0 28,0 0 1,0 0-1,0 0 1,0 1 0,0 0-1,0 1 1,-1-1-1,0 1 1,1 0-1,-1 1 1,0 0-1,0 0 1,-1 0-1,1 0 1,-1 1-1,0 0 1,0 0-1,-1 1 1,1-1 0,-1 1-1,0 0 1,-1 0-1,0 0 1,0 1-1,0-1 1,0 1-1,-1-1 1,0 1-1,1 11 1,-1-7 9,-1 0 1,-1-1 0,0 1-1,0-1 1,-1 1 0,0-1-1,-1 1 1,0-1-1,-1 1 1,-4 10 0,-5 7 49,-1 1 1,-19 27-1,0 2-37,29-52-22,-5 12-96,32-19-274,-11-2 314,-1-1-1,1 0 1,-1 0 0,0-1-1,0-1 1,0 0 0,-1 0-1,0-1 1,16-13 0,13-14-262,38-41 0,-45 42 77,18-24 61,-2-2 0,-3-2-1,50-88 1,-5 9 186,-32 48 1087,-57 89-693,-8 5-263,-1 0 0,1 1 0,1-1 0,-1 1 0,0 0-1,1 1 1,-10 6 0,9-6-32,-3 4-36,0-1-1,0 1 1,1 1-1,-1-1 1,2 2-1,0-1 1,0 1-1,0 0 1,1 0-1,1 0 1,0 1-1,0 0 1,-3 12-1,5-13-415,1 0-1,0 0 1,0 0 0,1 0 0,0 0-1,0 0 1,1 0 0,1 1-1,0-1 1,0 0 0,1 0-1,0 0 1,1 0 0,7 16-1,-9-23-144,0-1 0,1 1 0,-1 0-1,1-1 1,0 0 0,0 1-1,0-1 1,0 0 0,0 0 0,0 0-1,4 2 1,0 1-557,31 23-5260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26.07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 42 8645,'0'0'1788,"-10"-18"-316,0 6 1972,-10 6-4488,3 0-636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4.86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85 1149 9181,'-11'-4'381,"6"3"-78,1-1 1,-1 1-1,0-1 1,1 0-1,-1 0 1,1-1-1,0 1 0,0-1 1,0 0-1,0 0 1,-6-7-1,9 8 831,-1 0-3,-8-12 123,8 10 1660,103 124-1543,-44-55-706,79 118-1,90 261 308,-87-153-730,-127-269-179,0-1 0,1 0-1,1-1 1,1-1 0,0 0 0,2-1-1,26 23 1,-35-34-36,1-1 0,0 0 0,0-1 0,0 1-1,0-2 1,1 0 0,0 0 0,0 0 0,0-1 0,0-1-1,1 0 1,-1 0 0,0-1 0,1 0 0,0-1 0,-1 0-1,1-1 1,-1 0 0,16-4 0,8-4 29,0-3 0,-1 0 0,-1-3 0,-1 0 0,37-24 0,143-111-10,-67 31-296,-5-5-1,194-225 1,198-323-2744,-143 103-3926,-308 448 3770,65-96-5022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5.8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69 0 12757,'-2'44'3159,"-3"0"0,-17 79 0,-6 33 429,20-56-2880,5-1 1,9 104 0,2-122-1795,2-1 0,5-1 0,24 78 0,-24-105-444,11 32-2329,-5-30-1977,4-5-3559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6.91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1 971 10953,'0'0'7788,"5"1"-6902,6 2-733,-1 1-1,1 0 1,-1 1-1,1 1 0,-1-1 1,-1 1-1,1 1 1,-1 0-1,0 0 1,-1 1-1,0 0 1,0 1-1,-1-1 1,9 13-1,10 18 75,0 1 0,21 50 0,40 91-77,-77-157-171,-7-14 30,1 1 1,1-1-1,0 0 0,1 0 1,-1-1-1,14 17 0,-18-25-9,0-1 0,1 1 0,-1 0 0,0-1 0,0 1 0,0-1-1,0 1 1,1-1 0,-1 1 0,0-1 0,0 0 0,1 0 0,-1 0-1,0 0 1,0 0 0,1 0 0,-1 0 0,0 0 0,0 0 0,1-1-1,-1 1 1,0 0 0,0-1 0,0 1 0,1-1 0,-1 1 0,0-1-1,0 0 1,0 1 0,0-1 0,0 0 0,0 0 0,0 0 0,1-1-1,4-4 0,-1 0 0,0 0 0,0-1-1,6-10 1,98-196-706,-28 49 101,-55 113 484,-9 18-9,1 0 0,27-37 0,-39 61 137,1 1 1,0 1-1,0-1 0,1 1 0,-1 0 0,2 1 0,-1 0 0,1 0 0,-1 1 1,2 0-1,-1 0 0,18-5 0,-22 8 27,-1 1 0,1 1 0,-1-1 0,1 1-1,0 0 1,-1 0 0,1 0 0,0 0 0,-1 1 0,1 0 0,-1 0 0,1 0 0,6 3-1,-3 0 35,0 0-1,0 1 1,-1-1-1,1 1 1,-1 1-1,10 9 1,4 8 116,-2 0 1,0 1 0,16 29-1,-32-50-166,39 69 275,-27-44-188,1-1 0,2-1 0,33 40-1,-45-59-104,0-1 0,0 0 0,1-1 0,0 0 0,0 0-1,0 0 1,0-1 0,1 0 0,0-1 0,-1 1 0,1-1-1,1-1 1,-1 0 0,0 0 0,1 0 0,-1-1-1,1 0 1,9-1 0,-1-2-61,0 0 0,0-1 0,0 0 0,0-1 0,-1-2 0,1 1-1,-1-2 1,-1 0 0,1-1 0,-1 0 0,-1-1 0,19-15 0,10-13-138,-1-1 0,49-59 0,-90 96 200,34-41 29,-23 26 9,0 1-1,1 1 1,1 0-1,19-15 0,30-10 31,-49 31-64,0 0 0,0 0 0,-1-1 0,-1-1 0,1 0 0,-2-1-1,1 0 1,-1 0 0,13-20 0,15-41 330,-38 70-186,-6 2-106,1 0 1,-1 1-1,1-1 1,-1 1-1,1 0 0,-1 0 1,1 0-1,-1 0 0,1 1 1,0 0-1,0 0 0,0 0 1,0 0-1,0 1 0,0 0 1,1-1-1,-1 1 1,1 1-1,0-1 0,0 0 1,0 1-1,-4 6 0,4-5-25,-1 0 0,1 0 0,1 0 0,-1 1 0,1-1 0,0 1 1,0 0-1,0-1 0,1 1 0,0 0 0,0 0 0,0 0 0,1 0 0,0 0 0,0 0 0,0 0 0,3 9 0,-2-11-23,0 0 0,1 1 0,0-1 0,-1-1 0,2 1 0,-1 0 0,0 0 1,1-1-1,-1 1 0,1-1 0,0 0 0,0 0 0,1 0 0,-1 0 0,0 0 0,1-1 0,4 3 0,-1-2-46,1 0 1,-1 0-1,1-1 0,-1 0 0,1 0 0,0-1 0,0 1 0,15-1 0,2-2-196,0-1 0,0-2-1,0 0 1,0-1 0,26-10-1,-26 6 35,0 0-1,-1-2 1,-1 0-1,0-2 1,0-1-1,33-26 1,-42 28 168,0 0 0,-1-1 1,-1-1-1,0 1 0,-1-2 1,-1 0-1,0 0 0,-1-1 1,0 0-1,9-26 0,-10 21 168,-2 0 0,0-1-1,-1 0 1,-1 0 0,-1 0-1,-1-1 1,-1 1 0,0-1-1,-2 1 1,-1-1 0,-1 1 0,-1-1-1,-1 1 1,-10-28 0,-50-102 643,64 151-764,1 0 1,0 0-1,-1 0 0,1-1 0,-1 1 0,1 0 1,-1 0-1,1 0 0,-1 0 0,0 0 1,1 1-1,-1-1 0,0 0 0,0 0 0,1 0 1,-1 0-1,0 1 0,0-1 0,0 1 1,0-1-1,0 0 0,0 1 0,0 0 0,-1-1 1,1 1-1,0 0 0,0-1 0,-2 1 1,1 0 0,-1 1 1,1 0-1,0-1 1,0 1-1,-1 0 1,1 0-1,0 0 1,0 0 0,0 1-1,0-1 1,0 0-1,0 1 1,-2 1-1,-5 7 3,0-1 0,0 2 1,1-1-1,-8 14 0,14-21-11,-1 1 6,1 1 0,-1-1 0,1 1 0,0-1 0,0 1 0,-1 5 0,3-9 0,0 0 1,0 0-1,0 0 0,0 0 1,0 0-1,0 0 1,0 0-1,0 0 0,0-1 1,0 1-1,1 0 1,-1 0-1,0 0 0,1 0 1,-1-1-1,1 1 1,-1 0-1,1 0 0,-1-1 1,1 1-1,-1 0 1,1-1-1,0 1 1,-1 0-1,1-1 0,0 1 1,0-1-1,-1 1 1,1-1-1,0 0 0,0 1 1,0-1-1,0 0 1,0 1-1,-1-1 0,1 0 1,0 0-1,0 0 1,0 0-1,0 0 0,0 0 1,0 0-1,1 0 1,20-1-91,1-1 0,-1-1-1,0-1 1,0-1 0,28-10 0,14-2-186,-8 3 19,66-12-51,-110 25 283,1-1-1,-1 2 1,0 0-1,0 0 0,0 1 1,0 1-1,23 5 1,-30-5 28,0-1 1,-1 1 0,1 1 0,-1-1 0,1 0 0,-1 1 0,0 0-1,0 0 1,0 0 0,0 1 0,0-1 0,-1 1 0,0 0 0,0 0 0,0 0-1,0 0 1,3 8 0,0 2 30,-1 1 0,0 0 0,-1 1 0,2 18-1,-3-18-19,0 0-1,1-1 1,0 1-1,8 14 1,-11-27-25,1 0 0,0 0 0,-1 0 1,1-1-1,1 1 0,-1-1 0,0 1 1,1-1-1,-1 0 0,1 0 0,0 0 1,0 0-1,-1 0 0,1 0 0,5 1 1,-2-1-31,0 0 0,0-1 1,0 0-1,1 0 0,-1 0 1,0 0-1,11-1 0,1-2-41,0 0-1,0-2 1,-1 0 0,27-9-1,-26 5 53,0-2-1,0 1 0,-1-2 1,-1-1-1,0 0 1,22-21-1,-20 17 31,-1-1 183,-1-1 0,0 0 0,-1-1 0,19-34 0,-18 27 126,-9 15-265,-1 2 149,0 0 0,0 1 0,12-13 1,-15 18-221,1 0 0,-1 1 0,0-1 0,1 1 0,-1 0 0,1 0 0,0 1 0,0-1 0,0 1 0,0-1 0,0 1 0,7-1 0,32-3-1395,-19 2-96,0 0-1,0-2 0,36-11 1,-20 3-2973,3-2-2527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08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24 85 6153,'-23'-84'11446,"25"89"-10243,10 22-314,5 10-141,-1 1 0,14 53 0,44 252 280,-32 7-6625,-44-229-1628,-2-69 68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3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5 418 6885,'-1'-6'257,"-1"1"-1,2-1 1,-1 1 0,1 0 0,-1-1 0,2 1 0,-1-1 0,0 1 0,1-1 0,0 1-1,1-1 1,-1 1 0,1 0 0,0 0 0,0 0 0,1 0 0,-1 0 0,1 0 0,0 1 0,0-1-1,1 1 1,-1 0 0,1 0 0,0 0 0,8-6 0,1 0 219,0 1-1,0 0 1,0 1 0,1 1 0,0 0-1,1 0 1,-1 2 0,27-7 0,-32 10-341,0 0 1,0 1 0,-1 0-1,1 0 1,0 1 0,0 0-1,0 1 1,0 0 0,0 0-1,-1 1 1,1 0 0,-1 0-1,1 1 1,-1 0 0,0 1-1,15 8 1,-18-8-61,-1-1-1,0 1 1,0 1 0,0-1-1,0 0 1,0 1 0,-1 0 0,0 0-1,4 7 1,19 54 467,-21-49-417,2 0 1,9 19 0,-14-32-112,1 1 0,-1-1 0,1 0 0,0 0-1,0-1 1,1 1 0,-1-1 0,1 1 0,0-1 0,0 0-1,0-1 1,6 4 0,-4-3-15,0-1 0,0 0 0,1-1 0,-1 1 0,1-1 0,-1-1 0,1 1 0,-1-1 0,1 0 0,-1-1 0,1 1 0,8-3 0,0 0-9,-2-1 0,1-1 0,0 0 1,19-10-1,-29 13 14,0 1 0,0-2 0,0 1 0,0 0 0,0-1 0,0 0 1,-1 0-1,1 0 0,-1 0 0,0-1 0,0 1 0,0-1 0,-1 0 0,1 0 0,-1 0 0,0 0 0,0 0 0,0 0 1,-1-1-1,1 1 0,-1-1 0,0 1 0,0-1 0,0-7 0,-1 1 13,-1 0-1,-1 1 1,1-1 0,-2 0-1,1 1 1,-1 0 0,-1 0-1,0 0 1,0 0 0,-1 0-1,-1 1 1,1 0 0,-1 0-1,-1 0 1,0 1 0,0 0-1,0 0 1,-1 1 0,-14-11-1,-9-5-138,-1 1 0,-65-33 0,-16 5-6832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7.8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385 0 11349,'-12'0'379,"4"0"-40,-1 1 1,1-1 0,-1 1 0,1 1 0,-1-1-1,1 2 1,0-1 0,0 1 0,0 0 0,-12 7-1,-3 3 390,2 2 0,0 0 0,1 1 0,0 1 0,1 1 0,-32 39 0,40-41-615,-1-1 0,2 2 1,0 0-1,1 0 0,1 1 1,1 0-1,0 0 0,1 0 1,1 1-1,-3 26 0,7-38-171,0-1 0,1 1 0,0 0-1,1 0 1,-1-1 0,1 1 0,1-1-1,-1 1 1,1 0 0,0-1 0,1 0-1,-1 0 1,1 0 0,0 0 0,1 0-1,0 0 1,0-1 0,0 1 0,0-1-1,1 0 1,0-1 0,0 1 0,0-1-1,0 0 1,9 5 0,-6-5-14,-1-1 0,0 1 0,1-2 0,0 1 1,-1-1-1,1 0 0,0 0 0,0-1 0,1 0 0,-1-1 0,0 0 0,0 0 1,0 0-1,0-1 0,0-1 0,0 1 0,0-1 0,0-1 0,0 1 0,-1-1 1,9-5-1,-3 1 121,-1-1 0,0 0 0,-1 0 0,1-2 0,-2 1 0,1-1 0,-1-1 0,-1 0 0,0 0 0,-1-1 0,0 0 0,12-24 0,-3-14 392,-11 30-135,1 0 1,1 1-1,0 0 0,19-29 1,-26 47-292,0 0 0,0 0 0,0 0 0,0 0 0,0 0 0,0 0 0,0 1 1,0-1-1,1 0 0,-1 1 0,0-1 0,0 1 0,0 0 0,1-1 0,-1 1 0,0 0 1,1 0-1,-1-1 0,0 1 0,0 0 0,1 1 0,-1-1 0,0 0 0,1 0 1,-1 0-1,0 1 0,0-1 0,1 1 0,1 0 0,38 22 234,-35-19-211,10 7 81,-1 2 0,0-1 0,-1 2-1,0 0 1,18 25 0,52 86 839,-83-123-944,34 59 617,-2 2 1,35 95 0,26 144 480,-75-214-889,-4 1 1,6 117-1,-16 181 155,-19-28-110,11-303-225,0-14 33,-8 51 0,7-77-20,-1 1-1,-1-1 1,-9 18 0,-1-56 61,9 7-103,1 0 0,1 0 0,0-1 1,1 1-1,0-1 0,2 0 0,0-1 1,0-19-1,10-135-216,1 102-703,3-1 0,28-89 1,64-128-7269,-70 218 2436,5 10-3344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8.17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59 30 13025,'-1'-3'532,"0"1"0,0 0 0,0-1 0,-1 1 0,1 0-1,-1 0 1,1 0 0,-1 0 0,0 0 0,0 0 0,-3-2 0,5 4-461,-1 0 0,0-1 1,1 1-1,-1 0 0,0 0 1,0 0-1,1 0 1,-1 0-1,0 0 0,1 0 1,-1 0-1,0 0 0,0 0 1,1 0-1,-1 0 0,0 1 1,1-1-1,-1 0 0,0 0 1,1 1-1,-1-1 1,1 1-1,-1-1 0,0 0 1,1 1-1,-1-1 0,1 1 1,-1-1-1,1 1 0,-1-1 1,1 1-1,0 0 0,-1-1 1,1 1-1,0 0 1,-1-1-1,1 1 0,0 0 1,0-1-1,-1 2 0,-2 5 268,1 0-1,0 1 0,0 0 1,0-1-1,1 1 1,0 0-1,0 0 0,1-1 1,1 12-1,11 78 1518,-6-65-1348,59 334 2202,-12-73-2437,52 266-5123,-74-401 1531,5 20-4111,1-7-5051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9.31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414 157 9889,'-13'-1'521,"0"0"-1,-1 0 1,1 2 0,0-1-1,0 2 1,-1 0 0,1 0-1,0 1 1,1 1-1,-1 0 1,-21 10 0,17-5-157,0 1-1,1 1 1,0 0 0,1 1-1,0 0 1,1 2 0,0-1 0,1 2-1,-11 16 1,14-17-364,1 1-1,0 0 1,1 1 0,1-1-1,1 2 1,0-1-1,1 0 1,1 1 0,0 0-1,1 0 1,1 0 0,1 1-1,0-1 1,1 0 0,1 1-1,5 23 1,-2-16-388,2-1 1,2 1-1,0-2 0,14 31 1,-17-43 148,1 0 1,0-1 0,1 0-1,0 0 1,0 0-1,1-1 1,0 0 0,1-1-1,0 0 1,18 13-1,-24-19 233,0 0-1,0 0 1,0 0-1,0 0 1,1-1-1,-1 0 1,0 1-1,1-1 1,-1-1-1,1 1 0,-1 0 1,1-1-1,0 0 1,-1 1-1,1-1 1,-1-1-1,1 1 1,0-1-1,-1 1 1,1-1-1,-1 0 1,1 0-1,-1 0 0,0-1 1,0 1-1,1-1 1,4-3-1,1-4 202,0 0-1,0-1 1,-1 0-1,0 0 0,-1 0 1,9-17-1,-9 15-8,1 0 1,0 0-1,1 1 1,10-11-1,-16 19-143,0 0 0,0 1-1,0-1 1,0 1 0,1 0 0,-1 0 0,1 0 0,-1 0 0,1 1-1,0-1 1,0 1 0,-1 0 0,1 0 0,0 1 0,0-1 0,0 1-1,0 0 1,0 0 0,0 0 0,0 0 0,0 1 0,0-1 0,0 1-1,0 0 1,0 1 0,-1-1 0,1 0 0,5 4 0,-1 0 13,-1-1 1,-1 1-1,1 0 1,-1 1-1,0 0 1,0 0-1,0 0 1,9 14-1,0 5 134,15 31 0,-28-53-175,18 39 132,-3 1-1,-1 0 1,-2 1-1,13 72 1,-17-54-18,-3 0 1,-2 117 0,-28 24 276,11-126-254,-1-1 341,-42 141 0,54-214-462,0 0 0,0-1 0,0 1 0,0 0 0,-1 0 0,1-1 1,-1 1-1,0-1 0,-2 4 0,3-6-29,1 0 0,0 0 0,0 0 0,0 0 0,0 0 0,-1 0 0,1 1 0,0-1 1,0 0-1,0 0 0,0 0 0,-1 0 0,1 0 0,0 0 0,0 0 0,0 0 0,-1 0 0,1 0 0,0 0 0,0 0 0,-1 0 0,1 0 1,0 0-1,0 0 0,0 0 0,-1 0 0,1 0 0,0 0 0,0 0 0,0 0 0,0-1 0,-1 1 0,1 0 0,0 0 0,0 0 1,0 0-1,0 0 0,-1 0 0,1-1 0,-4-16 32,6-29-315,1 1 0,2 0 0,17-67 0,-16 84 103,227-908-6849,-92 400 6241,-121 482 1509,-20 52-664,1 1-1,0-1 0,0 1 0,0-1 0,0 1 0,0 0 1,0-1-1,0 1 0,1 0 0,-1 0 0,2-2 0,-2 3-38,-1 0-1,1 0 1,-1 0-1,1 0 1,0 0-1,-1 0 1,1 0-1,-1 0 1,1 0-1,-1 0 1,1 0-1,-1 0 1,1 0-1,-1 0 1,1 0-1,-1 1 1,1-1-1,-1 0 1,1 0-1,-1 1 1,1-1-1,-1 0 0,1 1 1,-1-1-1,0 0 1,1 1-1,-1-1 1,0 0-1,1 1 1,-1-1-1,0 1 1,1-1-1,-1 1 1,0-1-1,0 1 1,43 79 765,-32-59-687,0 1 0,1-2 0,1 1 0,28 32 0,-27-39-124,1-1 0,1 0-1,0-1 1,1-1 0,29 16-1,-41-25 14,-1 1 0,1-1 1,-1 0-1,1-1 0,-1 1 0,1-1 0,0 0 0,0 0 0,0 0 1,0-1-1,-1 0 0,1 0 0,0 0 0,0 0 0,0-1 0,0 0 0,0 0 1,-1 0-1,1-1 0,0 1 0,-1-1 0,1 0 0,-1-1 0,8-4 0,-5 1 4,1-1 0,-1 0 0,0 0-1,0-1 1,-1 0 0,0 0 0,-1 0-1,0-1 1,0 0 0,-1 0 0,4-11-1,2-7 9,1 1 0,2-1-1,29-46 1,-39 70 19,-1 0-1,0 0 1,1 1 0,0-1-1,0 1 1,0 0-1,0-1 1,0 1 0,0 1-1,1-1 1,-1 0-1,0 1 1,1 0 0,0-1-1,-1 1 1,1 1-1,0-1 1,-1 1 0,1-1-1,0 1 1,0 0-1,-1 0 1,1 1 0,0-1-1,-1 1 1,1 0-1,0 0 1,-1 0 0,8 3-1,-5-1-2,1 0-1,-1 0 1,1 1 0,-1 0-1,0 0 1,0 1-1,-1-1 1,1 1-1,-1 1 1,0-1 0,-1 1-1,1 0 1,-1 0-1,5 8 1,-4-2-35,-1 0-1,0 1 1,0-1 0,-1 1 0,-1 0-1,0 0 1,0 0 0,-2 0 0,0 0-1,0 1 1,-3 16 0,-5 10-211,-1 0 0,-18 49 0,-1 1 19,11-35 72,10-37 99,1 1 0,1 0 0,1 0 0,-3 37-1,6-55 41,1 1 0,0-1 0,0 0 0,0 0 0,0 1 0,0-1 0,0 0 0,0 0 0,0 1 0,1-1 0,-1 0 0,0 0 0,1 0 0,-1 1 0,1-1 0,-1 0 0,1 0-1,0 0 1,-1 0 0,1 0 0,0 0 0,0 0 0,0 0 0,0-1 0,0 1 0,0 0 0,0 0 0,0-1 0,0 1 0,0 0 0,0-1 0,0 1 0,0-1 0,1 0 0,-1 1 0,0-1-1,0 0 1,0 0 0,3 0 0,-1 0 8,0 0 0,0-1 0,0 0 0,0 0 0,0 0 0,0 0 0,0 0-1,0-1 1,0 1 0,-1-1 0,1 0 0,0 0 0,-1 0 0,5-5 0,16-19 98,-2-1 0,34-54 0,28-70 172,-60 106-249,119-272-718,-108 235 383,-12 24-16,30-115-1,-73 182 555,16-5-212,-1 0 0,1 1 0,0 0 0,0 0 0,1 1 0,0-1 0,0 1 0,0 0 0,0 0 0,1 0 0,-5 13 0,1 1 43,0 0-1,-7 37 1,14-52-130,-1 0 0,1 0-1,0 0 1,1 0-1,-1 0 1,1 0-1,0 0 1,0 0-1,0 0 1,1 0 0,0 0-1,0 0 1,0-1-1,0 1 1,1-1-1,0 1 1,0-1 0,0 0-1,0 0 1,1-1-1,-1 1 1,1-1-1,0 1 1,0-1 0,0 0-1,9 4 1,0 0-340,2 1 1,-1-2-1,1 0 1,0 0 0,0-2-1,1 1 1,21 1-1,-13-3-626,1-2 0,-1-1-1,45-5 1,73-21 684,-126 22 670,-1 0 0,0-1 0,0-1 0,-1 0 1,20-11-1,-28 13-389,0 0 0,0 0 0,0 0 1,-1-1-1,1 0 0,-1 0 0,0 0 1,0 0-1,-1-1 0,0 0 0,0 0 1,0 0-1,5-13 0,1-11-1706,0 2-9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59.43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121 1 8673,'-24'12'4672,"-2"-15"-2740,-5 3 2897,11-3-6145,0 0-616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5.79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170 1 15301,'-14'28'950,"1"0"-1,1 1 0,2 1 0,1 0 1,-10 62-1,-5 12 1253,3-16-1127,4 0 1,3 1-1,-1 109 1,14-114-1620,3 0 1,4 0 0,27 127 0,-25-173-339,2 0 0,2-1 1,26 57-1,-28-73-310,1-2-1,1 1 1,1-2-1,1 1 1,0-2-1,1 0 1,28 24-1,32 16-8084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08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61 0 14093,'-4'2'218,"0"1"0,0 0 1,0-1-1,0 1 0,1 0 0,-1 1 0,1-1 0,0 1 0,-1-1 0,2 1 0,-1 0 0,0 0 0,1 1 1,0-1-1,0 0 0,0 1 0,0-1 0,1 1 0,0-1 0,0 1 0,0 0 0,0 0 0,1 0 0,0-1 1,0 1-1,0 0 0,1 6 0,1 0 28,0 1 1,1-1 0,1 1-1,-1-1 1,2 0 0,0 0-1,0-1 1,0 1 0,2-1-1,8 11 1,13 14 154,44 44 0,-25-30-254,37 45-555,-5 4 1,100 159 0,-151-206-140,-2 1 0,-2 1 0,-2 1 0,-3 1-1,22 107 1,-28-84-47,-3 0 0,-4 1 0,-7 142 0,-6-19-110,7-197 622,0 1 0,0-1 0,0 0 0,1 0 0,0 0 0,0 0 0,0 1 0,1-1 0,1 5-1,-2-9 51,0 0 0,0 0 0,0 0 0,0 0 0,0 0-1,0 0 1,0 0 0,0 0 0,0-1 0,0 1 0,1 0-1,-1-1 1,0 1 0,0-1 0,1 1 0,-1-1 0,0 0-1,1 1 1,-1-1 0,0 0 0,1 0 0,-1 0 0,0 0-1,1 0 1,-1 0 0,0-1 0,1 1 0,-1 0 0,0-1-1,1 1 1,-1-1 0,0 1 0,3-2 0,8-4-197,1 0 0,0 0 0,-1-2 0,-1 1 1,1-1-1,-1-1 0,0 0 0,11-13 1,9-14-1327,31-44 0,-26 31-638,23-26-1824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2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6189,'11'-42'1248,"-1"24"-292,-4-3-360,4 0-412,-6 0-856,2 0-1792,-6-12-589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6.84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40 43 5777,'0'0'836,"-6"-16"-612,-1 1-196,-7 9-2469,1 0 1001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9.70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 16 4864,'-7'-15'3857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0.91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1 351 9001,'0'0'1881,"0"4"-209,2 20 76,1 1 0,11 44-1,4 20 291,0 15-895,5-1-1,40 112 1,-59-203-1092,20 58 44,3-2 0,50 91 0,95 116-2114,-147-240 1006,1-1 0,45 45-1,-63-71 707,1 0 1,-1-1-1,1 0 0,1 0 0,-1-1 0,1 0 0,0 0 0,0-1 0,1-1 1,-1 0-1,1 0 0,0-1 0,0 0 0,18 1 0,-24-4 136,0 0 0,1 0 0,-1-1 0,0 0 0,0 0 0,1 0 0,-1 0-1,0-1 1,0 0 0,-1 0 0,1 0 0,0-1 0,-1 0 0,1 1 0,-1-2 0,0 1 0,0 0-1,0-1 1,0 0 0,-1 0 0,1 0 0,3-7 0,4-7-315,-1-1 0,-1-1 0,-1 1 0,8-29 1,0 3 307,3-19 861,-2 0 0,-2 0 1,-4-1-1,5-110 1,-14 134 329,0 4 1289,12-71 1,3 133-498,-2 8-1457,15 31 92,76 121-1,-97-173-543,1-1-1,18 16 0,-25-25 49,0 0 0,0 0 0,1 0 0,-1-1 0,1 1 0,-1-1 0,1 0 0,-1 0 0,1 0-1,0-1 1,-1 1 0,1-1 0,0 0 0,-1 0 0,1 0 0,0 0 0,0-1 0,-1 1 0,1-1 0,4-1 0,5-2-124,1-1 0,0 0 0,17-10 0,-8 1-78,0-2 0,-1-1 0,-1 0 1,-1-1-1,-1-2 0,29-35 0,10-9-207,70-55 142,-118 115 426,19-4 135,-22 5-2,30 0 10,-34 3-194,1-1-29,106-39-115,-107 39 67,2 2 9,37 4 17,-39-5-15,0 1 1,28 9-8,-28-9 12,1-3-117,3-3 105,1 0 0,-1-1 0,0 0 0,0-1 0,-1 1 0,1-1 0,-1-1 0,-1 1 0,0-1 0,0 0 0,0 0 0,-1-1 0,4-10 0,4-15-153,-1 0 0,9-52 0,1-5-406,59-177-965,-57 204 1429,2 1-1,36-62 1,-60 122 202,1 0 1,0 0-1,0-1 1,1 2-1,-1-1 0,1 0 1,-1 0-1,1 1 0,3-3 1,-5 5-59,-1-1 1,1 1 0,0 0-1,-1-1 1,1 1 0,0 0-1,-1-1 1,1 1 0,0 0-1,0 0 1,-1 0 0,1 0-1,0 0 1,0 0 0,-1 0-1,1 0 1,0 0 0,0 0-1,-1 0 1,1 1 0,0-1-1,0 0 1,-1 0 0,1 1-1,0-1 1,-1 1 0,1-1-1,0 0 1,-1 1 0,1-1-1,-1 1 1,1-1 0,-1 1-1,1 0 1,-1-1 0,1 1-1,-1-1 1,0 1 0,1 0-1,-1 0 1,1 0 0,3 9 135,1 0 0,-2 0 0,1 0 0,-1 0 0,-1 1 0,0-1 1,0 1-1,0 20 0,-3 9-114,-6 44 0,1-2-892,-3 35-2430,4-65-802,1-12-350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1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0 178 4480,'4'-4'269,"0"0"0,-1 0 0,2 0 0,-1 1-1,0-1 1,1 1 0,-1 0 0,1 0 0,0 1-1,0-1 1,0 1 0,10-2 0,-6 0 39,-1 1 0,1-1 0,12-8 0,-6 4-302,0 0 1,1 0-1,0 2 0,0 0 1,1 0-1,0 2 1,31-5-1,-1 0-852,-40 6 345,1 1 0,-1-2-1,0 1 1,0-1 0,-1 0-1,1 0 1,11-10 0,-5 4-917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55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2543 0 6177,'-101'58'438,"17"-10"365,2 3 1,-130 107-1,37-2 688,8 7-1,7 7 0,7 7 1,8 7-1,9 5 0,-112 209 1,103-141-493,-134 337-1,249-515-842,4 1 0,3 1-1,-18 118 1,35-154-99,1 2 0,3-1 1,2 0-1,2 1 0,1-1 0,3 0 0,20 77 0,-19-99-49,2 0-1,0 0 0,2-1 0,0-1 0,2 0 1,0 0-1,2-1 0,0-1 0,36 36 0,-28-35-44,0-2-1,1-1 0,2-1 0,-1-1 1,2-1-1,0-1 0,1-1 0,31 9 1,7-3-122,0-2 0,1-3 0,0-3 0,1-3 0,0-4 0,87-3 0,-19-10-214,-1-6-1,159-39 0,-138 16 5,-3-8 0,-2-6 0,-2-6 0,-3-7 1,215-131-1,-194 88-158,-4-7 0,-6-6 1,-5-8-1,147-161 0,-210 192 339,-3-4-1,129-203 0,-173 234 217,-3-2-1,-3-1 0,-3-2 0,-4-1 1,33-136-1,-53 165 73,-1 0 0,-3 0-1,-2-1 1,-2 0 0,-2 0 0,-9-58 0,4 71 10,-2 0 0,-1 0 0,-1 1 1,-2 1-1,-2 0 0,-1 1 0,-2 0 1,-39-58-1,27 54 7,-2 1 0,-2 2-1,-1 1 1,-1 2 0,-2 1 0,-1 2 0,-1 1-1,-1 3 1,-1 1 0,-75-30 0,29 21 31,-1 4 1,-1 3-1,-1 5 0,-143-15 1,84 24-64,-1 6-1,0 7 1,0 6 0,1 7 0,-250 58 0,226-28-248,2 8 0,3 7 0,3 8 0,-232 130 0,38 35-1425,286-176 854,2 4 0,-98 107 0,97-84-629,3 3 1,4 3 0,4 3-1,-92 190 1,75-81-3133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1.81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47 46 7657,'0'0'868,"-20"-15"-2324,0-4-605,13 7 37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0.44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1 12001,'-6'100'9507,"-6"-2"-6155,-7 74-1246,20-24-1415,5-1 0,7 0-1,48 215 1,-49-305-616,3 0 0,29 70 0,-30-95-67,2 0-1,0-1 1,2 0-1,1-2 1,25 29-1,-33-45-31,0-2 0,1 1 0,1-1 0,0-1-1,0 0 1,1-1 0,0 0 0,1-1 0,0-1 0,0-1-1,1 0 1,-1 0 0,1-2 0,1 0 0,18 2-1,-10-3 0,1-2 0,0-1-1,0-1 1,-1-1 0,1-1-1,-1-2 1,0 0-1,0-2 1,46-18 0,-24 5 4,0-2 0,-2-1-1,-1-3 1,48-37 0,19-27-314,101-108-1,85-118-1544,-157 165 846,115-102-2600,-167 172-158,0 2-3319,-53 49-1036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0.97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67 1006 15085,'25'13'2169,"-20"-11"-219,-6 1-1,-4 7-953,1 0-1,0 0 0,0 0 1,1 1-1,1-1 1,-3 17-1,-1 70 963,5-65-1445,-8 52 0,-21 17-642,8-31-388,21-65 381,2-11-182,3-23 272,2-1-1,1 1 1,1 0-1,19-42 1,62-115 12,-59 126 11,54-113-30,105-199 46,-144 293 224,4 3 0,92-112 0,-124 169-51,0 0 0,1 1 0,1 1 0,0 0 1,2 2-1,-1 0 0,29-14 0,-41 25-121,0 1 0,0-1 1,0 1-1,1 1 0,-1 0 0,0 0 1,1 1-1,-1 0 0,1 0 0,0 1 1,-1 0-1,1 0 0,0 1 0,-1 0 1,1 1-1,-1 0 0,0 0 0,1 1 1,-1 0-1,0 0 0,-1 1 0,1 0 1,-1 1-1,14 9 0,-1 3-45,-1 1 0,-1 1 0,-1 0 0,0 2 0,-2 0 0,0 0 0,-1 2 0,-2 0 0,19 44 0,-2 10 0,32 145 0,-20-27 171,-10-43-1159,-7-52-2585,-18-74 1972,3 9-2902,0-12-3297,1-5-3689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13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17 339 17770,'-16'-12'4688,"36"2"-2788,3 4-288,4-9-404,23-6-251,7 6-421,10-3-312,17-6-768,13 0-589,0-9-527,7 0-748,6-7-548,11-5-3041,3 3-5216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48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37 241 10853,'-1'-1'326,"1"-1"0,-1 0 0,0 1 0,0-1 0,0 0 0,-1 1 1,1-1-1,0 1 0,0-1 0,-1 1 0,1 0 0,-1 0 0,1 0 0,-1 0 0,0 0 0,1 0 0,-1 0 0,0 0 1,-3 0-1,-2-3 3134,8 8-2318,13 28 76,1 0-1,1-2 0,2 1 1,33 43-1,16 25-321,-58-82-803,117 207 913,-107-183-886,-2 1 0,-1 0 0,17 77 0,-26-84-140,-1 0 1,1 36-1,-7-58-18,0 0 1,-1 0-1,0-1 0,-1 1 0,0 0 0,-1-1 1,0 1-1,-10 21 0,12-32 29,0 0-1,0 0 1,0 0 0,0-1-1,0 1 1,0 0 0,0-1 0,-1 1-1,1-1 1,-1 1 0,1-1-1,-1 0 1,1 0 0,-1 1-1,0-1 1,-2 1 0,3-2 4,-1 0 0,1 1 0,-1-1 0,1 0 0,0 0 1,-1 0-1,1 0 0,0 0 0,-1 0 0,1-1 0,-1 1 1,1 0-1,0-1 0,-1 1 0,1-1 0,0 1 0,0-1 1,-2-1-1,-1 0 0,1-1 1,-1 0-1,1-1 1,0 1-1,0 0 1,0-1-1,0 0 0,1 0 1,-1 0-1,1 0 1,0 0-1,-2-8 1,-1-5-7,2 0 0,0 0 0,1 0 0,1-33 0,9-73-363,6 37-1013,3 1 0,45-131 0,-33 140-667,4 1 0,2 2 0,54-82 0,-32 56-1150,-11 25-1110,6 11-2209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57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118 1 9085,'-47'72'1992,"47"-45"-124,-14 61 1813,1-46-2253,3 0-308,0 3-240,6 13-176,1 2-140,-7-3-4,7 3-496,-1-2-512,11-1-712,0-3-672,-7-15-877,6 4-1899,11-1-3597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1.92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1 763 14013,'21'-6'1394,"-1"-1"0,0-1 0,24-13 0,9-4-358,23-9-1266,0-3 0,112-77 0,-140 81-46,-2-3-1,-2-2 1,-2-2-1,62-73 0,-26 5 785,-48 63 869,45-50 0,-72 92-586,-5 38 206,1 22-518,1-57-479,6 70 315,3 0 0,26 96 0,37 117-72,-65-245-497,-3 0-1,-1 0 0,-1 0 1,-3 0-1,-7 62 1,5-86-427,-1 0 0,-1 0 0,0-1 1,0 1-1,-1-1 0,-1 0 0,0-1 1,-1 0-1,-16 19 0,0 8-4755,6-5-3078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39:12.06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91 14217,'0'0'4269,"-13"-18"-2649,-1 3 1360,4-1-3236,3 1-780,-3 3-1068,0-3 120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1.95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72 20 8765,'-9'19'9339,"2"-26"-3602,0-5-3624,-3 4-890,0-2-324,4 9 3779,-5 9-4665,10-8-13,0 1 0,1-1 0,-1 1 0,0-1 0,1 1 0,-1-1 0,0 1 0,1-1 0,-1 1 0,1 0 0,-1-1 0,1 1 0,-1 0 0,1 0 0,-1-1 0,1 1 0,0 0 0,-1 0 0,1 0 0,0-1 0,0 1 0,0 0 0,-1 0 0,1 1 0,5 3 0,-5-3 0,1-1 0,-1 0 0,1 0 0,-1 0 0,1 0 0,-1 0 0,1 0 0,-1 0 0,1-1 0,0 1 0,-1 0 0,1 0 0,0 0 0,0-1 0,0 1 0,0 0 0,-1-1 0,1 1 0,0-1 0,0 1 0,0-1 0,0 1 0,1-1 0,-1 0 0,0 1 0,0-1 0,2 0 0,1 1 0,8 2 0,1 0 0,1 1 0,-1 0 0,17 9 0,-25-10 0,-2 0 0,1 0 0,0 0 0,-1 1 0,1-1 0,-1 1 0,0 0 0,0 0 0,4 7 0,6 14 0,0 1 0,17 50 0,-23-54 0,2 0 0,0 0 0,1-1 0,1-1 0,25 36 0,-23-41 23,1 0 1,1-1-1,0 0 1,1-1-1,1-1 1,0-1-1,26 14 1,-14-12-140,0 0 0,1-2 0,0-2 0,37 7 0,16-3-1752,1-3 0,139-4 0,-156-8-743,85-13-1,-5-9-5017,-24 0-3306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2.36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1321 13421,'3'4'264,"0"0"1,0 0-1,0-1 0,0 1 0,1 0 0,-1-1 0,1 0 0,0 0 0,0 0 1,0 0-1,8 3 0,-1-2 518,0 0 1,1-1 0,-1 0-1,15 1 1,32 3 371,0-3 0,0-3 0,0-2 0,93-13 0,231-68-1128,296-117-1596,-595 171 1142,-1-4 0,-1-4 0,-3-3 0,135-90 0,-156 85 49,-2-2 0,98-105 0,-139 135 309,0 0-1,-2-1 1,1-1 0,-2 1 0,0-2 0,-1 0 0,-1 0 0,12-39 0,-19 50 20,0-1 1,0 0-1,-1 0 1,0 0-1,-1 0 1,0 0-1,0 0 1,-1 0-1,0 0 1,-1 0-1,1 0 1,-2 0-1,0 0 0,0 1 1,0-1-1,-1 1 1,0 0-1,0 0 1,-1 1-1,-9-12 1,-1 3-250,0 1 0,-1 0 1,-1 2-1,0-1 0,-1 2 1,-1 1-1,-35-18 0,19 14-607,0 2-1,0 1 1,-65-13 0,67 20-1209,-64-2 1,-29 12-4440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3.39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152 1 11725,'0'0'1939,"-4"1"-49,-1 1-1460,0 1 1,-1 0-1,1 0 0,0 0 1,1 0-1,-1 1 0,1 0 0,-1 0 1,1 0-1,0 0 0,0 1 1,1 0-1,0-1 0,0 1 0,0 1 1,-3 6-1,-6 14 315,1 1-1,-7 30 1,14-43-538,-3 9 25,1-1 0,1 1 0,0 0 0,2 1 0,0 28 0,3-42-209,1 0-1,0 0 1,1 1-1,0-1 0,0 0 1,1-1-1,0 1 1,1 0-1,0-1 1,1 0-1,-1 0 1,2 0-1,-1 0 1,11 11-1,-10-14-100,0 0-1,0 0 0,0 0 1,0-1-1,1 0 1,0 0-1,0-1 1,1 0-1,-1 0 0,1-1 1,-1 0-1,1 0 1,0-1-1,0 0 0,1 0 1,9 0-1,-5-1-73,1-2-1,0 1 1,-1-2 0,1 0-1,0-1 1,-1 0-1,0-1 1,0 0-1,16-8 1,16-10-354,53-35 0,-61 33 113,80-36 0,-113 58 376,0 1 0,1-1-1,-1 1 1,0 0 0,0 0 0,1 0 0,-1 1 0,1-1 0,-1 1 0,0 0 0,1 1-1,-1-1 1,1 1 0,-1-1 0,6 3 0,-8-2 13,0 0 0,0 1-1,0-1 1,0 1 0,0-1-1,0 1 1,0 0 0,0 0 0,-1 0-1,1 0 1,-1 0 0,0 0 0,1 0-1,-1 0 1,0 0 0,0 1 0,0-1-1,0 0 1,-1 1 0,1-1 0,-1 1-1,1-1 1,-1 1 0,0-1 0,0 1-1,-1 3 1,0 6 10,0 0-1,-1 0 1,-1-1 0,0 1 0,0 0-1,-9 17 1,6-15-19,1 0 0,0 1 0,-3 17-1,2 6-48,7-38 37,-1 1 0,1 0 0,0 0 0,0-1 0,0 1 0,-1 0 0,1-1 0,0 1 0,0-1 1,0 1-1,0-1 0,0 1 0,0-1 0,0 0 0,0 1 0,0-1 0,0 0 0,2 0 0,-2 1-39,8 1-53,0 0 1,0-1-1,1 0 0,-1-1 1,1 1-1,-1-2 1,1 1-1,-1-1 1,0-1-1,0 0 1,12-4-1,16-1-193,69-13-553,-24 4 198,92-7-1,-148 19 30,0-1-1,0-1 0,0-2 1,0 0-1,39-20 0,-56 24 458,24-12 47,-2-2-1,1 0 0,-2-3 1,-1 0-1,-1-2 1,32-32-1,-51 46 517,-2-1-1,1 1 1,11-21-1,-14 22-258,0-1 0,1 1 0,0 0 1,13-13-1,-17 19-624,-2 26-10727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03.73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99 5280,'-2'-3'136,"-1"-2"224,-1 0 0,1 0 1,0-1-1,1 1 0,-1-1 0,1 1 1,-2-9-1,3 11 2441,2 0-2323,-1 1-468,0 0 1,1 0-1,-1 1 0,0-1 0,1 0 0,-1 1 1,1-1-1,0 0 0,0 1 0,-1-1 1,1 1-1,0-1 0,0 1 0,1 0 0,-1-1 1,0 1-1,0 0 0,1 0 0,-1 0 1,3-2-1,-1 2-52,1 0 0,0 0 0,0 0 0,0 1 0,0-1 1,0 1-1,0 0 0,-1 0 0,7 1 0,38 5-361,0 2 0,0 3 0,84 29 0,-91-26 283,89 37-201,20 7-257,-130-52-208,1-1-1,-1-1 1,23 1 0,2-2-1827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3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11 12785,'0'-1'86,"1"1"-1,-1-1 1,0 1-1,0-1 1,0 1 0,1-1-1,-1 1 1,0-1-1,0 1 1,1-1 0,-1 1-1,1-1 1,-1 1-1,0 0 1,1-1-1,-1 1 1,1 0 0,-1-1-1,1 1 1,-1 0-1,1 0 1,-1-1 0,1 1-1,-1 0 1,1 0-1,-1 0 1,1 0-1,-1 0 1,1 0 0,-1 0-1,2 0 1,2 18 2601,-1-1-2219,7 56 365,-4 1 0,-2 0 0,-8 84 0,1-13-1130,12 185-3722,-1-131-961,-5-143 1089,4-9-1949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3.4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1 321 7701,'0'-9'263,"1"-7"374,0 1 0,5-20 0,-5 30-447,0 0-1,0 1 1,1-1-1,0 1 0,0-1 1,0 1-1,1 0 0,-1 0 1,1 0-1,0 0 0,0 0 1,4-3-1,35-35 1908,-32 30-1833,1 2 1,0-1-1,1 1 1,-1 1-1,17-10 1,-5 7-168,1 1 0,0 1 0,1 1 0,0 1 1,0 1-1,1 2 0,0 0 0,0 2 0,0 0 0,26 2 0,10 4-159,0 2 0,0 3-1,64 18 1,19 11-98,-81-18-693,1-4 0,96 11 0,279-6-3154,-198-15 3210,-110 0 836,0 6 0,0 5 0,215 57 1,-280-57-59,2-3 0,0-3 1,110 2-1,208-26 14,-354 12-55,26-2-1228,87-16 0,-90 10-584,1 1-30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4.78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94 0 6857,'0'0'3847,"17"73"-2123,-18-76-1380,-12-21 8006,12 26-8324,-4 28-25,5-26 9,-15 22-532,4-1 199,10-22 240,-14 23 181,5-15 216,12-5 110,24-4 163,-26-2-585,-40 0 5097,39-3-4806,-24-49 686,24 50-971,11-6-280,4-1-1100,-18-26-14779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18.82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27 221 5553,'0'0'1191,"-1"2"-101,-23 54 4061,23-54-4243,2 1-82,0 0-622,0 0 0,1-1-1,-1 1 1,1 0 0,0-1-1,-1 1 1,1-1-1,0 1 1,1-1 0,-1 0-1,0 0 1,1 0 0,-1 0-1,5 2 1,-2-2-56,-1-1 0,0 1 1,1-1-1,-1 0 0,1-1 0,-1 1 1,1-1-1,0 0 0,-1 0 0,9-2 0,45-5-223,-1-3-1,0-3 0,-1-2 1,77-32-1,-73 21-2413,-1-3 1,-1-2-1,92-67 1,-83 47-3600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1.57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3 5408,'2'0'86,"0"-1"-1,0 1 0,0-1 0,1 1 0,-1 0 0,0-1 0,0 1 0,0 0 0,1 1 0,-1-1 0,0 0 0,0 1 0,0-1 0,0 1 0,0-1 0,0 1 1,0 0-1,0 0 0,0 0 0,0 0 0,0 1 0,0-1 0,-1 0 0,1 1 0,0-1 0,-1 1 0,1-1 0,-1 1 0,0 0 0,1 0 0,-1 0 0,0 0 0,0 0 1,0 0-1,-1 0 0,1 0 0,0 3 0,39 76 821,4-2 0,3-2 0,3-2 0,4-2 0,111 117 0,96 49-2153,24-33-4124,-198-151 896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1.73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1541 0 6949,'-164'121'1224,"94"-55"-24,-14 10-316,-10 2-176,-9 6-144,-18 16-108,-13 8-116,-7 19-316,-9 15-696,-5 5-500,-9 7-1960,4 9-1257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2.60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1 148 5805,'13'-21'4584,"-6"0"-3368,3 3-60,-3 3-188,3 3-184,0-6-292,0 3 44,-3 3-280,-1-3-780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2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134 3585 4912,'-8'-4'424,"1"0"282,-1 0 3653,-2 25-3042,-25 41-72,21-41-677,2 1 0,-17 39 1,27-55-449,0 0 0,0-1 0,1 1 1,-1 1-1,1-1 0,1 0 0,-1 0 1,1 0-1,0 0 0,1 0 0,-1 1 1,1-1-1,0 0 0,1 0 0,4 11 1,-5-14-49,1 0 1,-1 0 0,1 0 0,0 0 0,0 0-1,1 0 1,-1-1 0,1 1 0,-1-1 0,1 0 0,0 0-1,0 1 1,0-2 0,0 1 0,0 0 0,4 1 0,-1-1 21,1 0 1,0 0 0,-1-1 0,1 0-1,0 0 1,0-1 0,13 0 0,0-2 71,0-1 0,0-1-1,0-1 1,33-12 0,8-9-16,-1-3 0,-1-3 0,-1-1 0,-2-4 0,56-47 0,242-236-59,-346 313-86,615-603-62,-19-22-114,-356 343 57,-12-10 1,293-490-1,-391 542-540,-113 197-83,-3 0 0,-2-2-1,14-59 1,-31 101 371,-1-1 0,0 0 1,-1-1-1,0 1 0,0 0 1,-3-19-1,1 23-314,0-1 0,-1 2 0,0-1 0,-1 0 0,1 0 0,-8-12 0,-13-15-5257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55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1672 178 5388,'3'-13'530,"0"0"-1,-1-1 0,0 1 0,-1-22 0,-1 30-282,-1 0-1,0 0 1,1 0 0,-2 0-1,1 0 1,0 1 0,-1-1-1,0 0 1,0 1 0,0 0 0,-1-1-1,0 1 1,1 0 0,-1 0-1,-1 0 1,-4-4 0,6 7-206,1 0 0,-1 0 0,0 0 0,1 0 1,-1 0-1,0 1 0,0-1 0,0 1 0,0-1 0,1 1 1,-1 0-1,0 0 0,0-1 0,0 1 0,0 1 0,0-1 1,0 0-1,0 0 0,-2 1 0,-38 13 292,38-12-290,-19 9 102,1 1 1,0 1-1,0 1 0,-32 28 0,7-6-9,-568 468 232,39 45-4542,480-449 1060,13-3-1271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3.80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25 4500,'17'-22'1049,"-16"21"-1002,-1 1 0,1 0-1,0 0 1,-1-1 0,1 1 0,0 0 0,-1 0-1,1 0 1,0 0 0,-1 0 0,1 0-1,0 0 1,-1 0 0,1 0 0,0 0-1,-1 1 1,1-1 0,0 0 0,-1 0 0,1 0-1,-1 1 1,1-1 0,0 0 0,-1 1-1,1-1 1,-1 1 0,1-1 0,-1 1 0,1-1-1,0 1 1,-1-1 18,2 2 39,1 0 0,-1 1 0,0-1 0,1 0 0,-1 1 0,0 0 0,-1-1 0,1 1 0,0 0 0,-1 0 0,0 0 0,1 0 0,-1 0 0,1 4 0,9 48 426,-11-50-469,4 36 213,-3 0 1,-7 74-1,2-39-53,3 44-1254,23 200-1,-15-271-561,16 53-1,-4-30-421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6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17 1053 11553,'-17'51'1312,"84"-75"1428,-33 12-1972,20-15-99,16-13-129,27-5-108,24-6-104,26-9-80,30-10-88,18-2-196,22-9-160,8 2-344,13-5-396,13-1-329,3-8-203,4-1-600,-3 1-1512,-4 0-2097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28.1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10 1059 3916,'-1'-1'109,"0"0"-1,0 0 0,0 0 1,1-1-1,-1 1 0,0 0 1,1 0-1,-1 0 1,1-1-1,-1 1 0,1 0 1,-1-1-1,1 1 0,0 0 1,0-1-1,0 1 0,0 0 1,0-1-1,0 1 0,0-1 1,0 1-1,0 0 0,1-1 1,-1 1-1,1 0 1,-1-1-1,1 1 0,-1 0 1,1 0-1,0 0 0,-1-1 1,1 1-1,1-1 0,1-3 41,11-21 194,1 0-1,2 1 0,0 1 1,2 1-1,1 0 0,37-33 1,4 4-76,93-60 1,-6 18-287,5 6 1,171-69-1,348-92-4829,-496 195 2055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0:34.41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3036 10889,'2'-9'388,"0"0"-1,0 1 1,1-1-1,0 0 1,0 1-1,1 0 1,0 0-1,8-12 1,6-12 449,-16 27-729,13-23 698,2 0 1,32-42-1,-6 15 4,2 1 0,85-76 0,-4 26-133,227-142 1,169-45-197,-78 83-427,631-203 0,508-43-2038,-248 131-1240,247-65-5162,-1131 267 2849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6.72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255 0 9421,'0'0'5046,"0"4"-3763,-18 122 3650,-24 132-865,-41 146-1555,3 150-2033,49 7-6039,35-328-3812,9-127-459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37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580 899 9017,'-5'-7'112,"-5"-6"376,1-1 1,0 0 0,1 0 0,1 0-1,0-1 1,1 0 0,1-1-1,-6-26 1,8 20-57,1 0 1,0 0-1,2-1 0,1 1 1,0-1-1,2 1 0,1 0 0,0 0 1,2 0-1,0 1 0,16-36 0,-10 34-316,0 1 0,2 1 0,0-1 0,2 2-1,0 0 1,1 1 0,1 1 0,0 1 0,2 0 0,23-15-1,1 4-24,1 1 0,1 3 0,2 2 0,0 2 0,1 2 0,1 2 0,0 2 0,2 3 0,-1 2 0,1 2 0,0 2 0,0 3 0,93 7 0,-100 1-62,0 2 1,0 2-1,-1 2 1,0 2-1,75 35 1,-117-48-29,25 11 15,0 2 0,-1 0 0,-1 2 0,-1 0 0,0 2 0,-1 1 0,37 39 0,-37-30-9,-1 0 0,-1 2-1,-1 0 1,-2 1-1,19 46 1,-21-36-11,-1 2-1,-2-1 1,-3 2 0,-1 0-1,-2 0 1,-2 0-1,-2 1 1,-2-1 0,-2 1-1,-6 44 1,-7 7-126,-4-2 1,-4 0-1,-54 144 1,37-140 73,-4-3 0,-4-1-1,-96 141 1,-217 233-18,332-435 90,12-15 1,0 0 1,-16 27-1,23-23-47,9-22 29,0 1 0,0-1 0,0 0 0,0 0-1,0 1 1,0-1 0,0 0 0,0 1 0,0-1 0,0 0 0,0 0 0,0 1 0,0-1 0,1 0 0,-1 0 0,0 1 0,0-1 0,0 0 0,0 0 0,1 0-1,-1 1 1,0-1 0,0 0 0,0 0 0,1 0 0,-1 1 0,0-1 0,0 0 0,0 0 0,1 0 0,-1 0 0,0 0 0,0 0 0,1 0 0,-1 0-1,0 1 1,1-1 0,4-1-11,-1 1 0,1-1-1,-1 0 1,1 0 0,-1-1 0,7-2-1,8-2-16,90-26-138,0 4 0,133-15 1,-197 38 153,-1 2-1,1 2 1,0 2 0,0 2 0,-1 2 0,0 1 0,0 3 0,65 21-1,-91-23 10,0 0 0,0 1-1,-1 1 1,0 1 0,0 0-1,-1 1 1,-1 1 0,17 15-1,-26-21 4,-1 0-1,1 1 0,-1 0 1,0 0-1,-1 0 1,0 0-1,0 1 1,0-1-1,-1 1 0,0 0 1,0 0-1,-1 0 1,0 0-1,-1 1 1,0-1-1,0 1 0,-1-1 1,0 1-1,0-1 1,-1 0-1,-2 10 0,-1 0 7,-2-1 0,0 1-1,-1-1 1,-1 0 0,0-1-1,-1 0 1,-1 0 0,-1-1-1,0 0 1,-1-1 0,0-1-1,-1 1 1,-24 17-1,1-3 6,-1-2-1,-2-1 1,-1-2-1,-57 25 1,-19-1-143,-3-5 0,-215 47 1,-257 10-465,381-68 505,173-26 55,-581 65-3313,597-69 2403,-1-1 0,1 0 0,0-2 0,-1 0 1,1-1-1,-36-11 0,47 10-543,1-1 1,0 0-1,-16-12 0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60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13069,'30'54'1612,"-23"0"-36,3-17-183,-7-19-197,0 15-208,4 18-180,0-3-52,-1 13-256,1 2-120,-4 9-216,-3 7-296,-3-4-632,0 0-772,-4-2-756,-3-4-2969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7.789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64 214 13849,'-33'-66'1892,"26"39"-263,0 0-281,4 5-324,-4 1-188,0 0 176,21 6-1060,3 0-680,6 18-1124,0 0-1229,-2 9-1559,22 12-3617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8.02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0 1 14201,'2'3'1986,"11"31"3312,13 49 1,-13-38-4224,5 21 105,-3 2 1,-2-1-1,5 131 0,-23 204-1342,3-356 60,-3 249-2937,4-132 166,-1-7-1836,4-53-3274,0-32-2745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8.237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158 425 15393,'-97'-57'2529,"74"39"-197,-4-3-216,17 6-168,13-9-192,1-4-403,12 1-273,21-12-240,13 9-188,17 9-320,20 0-312,24 3-516,26 3-808,17-9-465,7-7-967,10 16-928,13 6-2381,17-3-5308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49:59.56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232 0 12425,'2'7'432,"0"-1"0,0 0 0,-1 0 0,0 1 0,0-1 0,0 1 0,-1-1 0,0 1 0,-1 12 0,-15 61 2111,6-40-1364,-42 221 2050,-68 390-673,84-324-6660,29 1-5309,11-235-338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042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28 1117 10973,'-10'-63'499,"3"26"-37,2 0 0,1 0 0,2-1 0,4-46-1,3 18 748,4 1-1,17-71 0,-16 101-806,1 1 1,1 0-1,2 1 1,1 1-1,30-48 0,-29 56-312,2 1 0,0 0 0,1 2 0,0 0-1,2 1 1,1 1 0,0 1 0,2 1 0,0 1-1,0 1 1,2 1 0,-1 1 0,2 2 0,0 0-1,0 2 1,1 1 0,0 1 0,0 1 0,0 2-1,1 1 1,54 1 0,-48 4-54,-1 1 1,0 2-1,0 1 1,0 2-1,-1 2 1,0 0-1,-1 2 0,37 20 1,-43-17-22,-1 0 0,0 1 1,-2 2-1,0 0 1,-1 2-1,-1 0 0,0 1 1,-2 2-1,33 48 0,-36-45 1,-1 2-1,-2 0 0,0 0 0,-2 1 1,-1 0-1,-2 1 0,0 1 0,4 45 1,-9-33-5,-1 0 0,-3-1 0,-1 1 0,-2-1 0,-15 65 0,1-36-13,-3-2 0,-47 104 0,-80 112-78,-15-30 45,15-25-3,139-215 35,0 1-1,1 0 1,0 0 0,2 1-1,0 0 1,-7 33 0,12-42 0,0 1 1,0-1-1,1 0 1,0 1-1,1-1 0,0 0 1,0 1-1,1-1 1,0 0-1,0 0 1,1 0-1,0-1 1,1 1-1,-1-1 0,1 1 1,1-1-1,5 7 1,0-2 2,0-1 0,1-1-1,1 1 1,0-2 0,0 0 0,1 0 0,0-1 0,27 13 0,11 0-28,60 16-1,-93-31 22,108 33-61,343 118 23,-411-134 34,58 33 0,-90-42 19,-1 2 0,-1 1 0,0 0 0,28 29 0,-47-41 4,0-1 1,-1 1 0,1 1-1,-1-1 1,0 1 0,-1-1-1,1 1 1,-1 0 0,0 0-1,-1 0 1,1 1 0,-1-1-1,-1 1 1,1-1 0,-1 1-1,0 0 1,-1-1 0,1 1-1,-1 0 1,-1 0 0,1-1-1,-1 1 1,0 0 0,-1-1-1,0 1 1,0-1 0,0 1-1,-1-1 1,1 0 0,-2 0-1,1 0 1,-6 7 0,1-3 10,-2-1 1,1 1-1,-1-1 1,-1-1-1,1 0 1,-1 0-1,-1-1 1,-12 5-1,-17 7 34,-46 14-1,-27 3 92,-202 37-1,-126-10-512,276-42-494,-22-5-2407,65-13-3581,52 0-1962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593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88 0 13789,'3'5'292,"0"-1"0,0 1 0,-1 0 0,1 0 0,-1 0-1,0 0 1,-1 0 0,1 0 0,-1 0 0,0 1 0,-1-1-1,1 0 1,-1 1 0,0 8 0,0-1 24,1 1 1,0-1-1,1 0 0,1 0 1,0 0-1,1 0 0,0 0 1,1-1-1,0 1 0,8 12 1,-3-9-152,1-1 0,0 0 0,1-1 0,0 0 0,1-1 0,24 19 0,-3-8-147,0-2 0,1-2-1,1-1 1,1-2 0,77 25 0,-95-36-37,0-1 1,1 0-1,0-2 1,-1 0-1,1-2 1,32 0-1,-41-2 17,0 0 0,1-1-1,-1 0 1,0-1 0,0 0 0,0-1 0,-1 0-1,0-1 1,1 0 0,-1 0 0,-1-1-1,18-13 1,-19 11 10,10-6 13,-1-2-1,0 0 1,-1-1-1,-1 0 1,-1-2 0,0 1-1,16-31 1,-14 22 182,56-105 1186,-54 89-564,-16 40-359,1 6 82,4 3-428,-1 1 0,-1 0 0,1 1 0,-1-1 0,-1 1 0,1 0 0,-1 0 0,-1 1-1,5 13 1,19 90 430,-16-62-374,3 27-15,-2 0 0,-4 0 0,-2 89 0,-25 237-24,11-285-173,-73 790-2079,72-840 1766,-2-1 0,-2-1 0,-4 0 0,-38 95 0,44-135 266,-1 0 0,-2 0 0,0-2 0,-2 0 0,0-1 0,-2 0 0,0-1 0,-2-1 0,0-1 0,-1-1 0,-1-1 0,-1-1 0,-33 19 0,26-20 161,-2-2 0,0-2 0,-1-1 0,0-1 0,0-2 0,-1-2 0,0 0 0,0-3 0,0 0 0,-1-3 0,-48-4 0,66 2 87,1-1 1,-1 0-1,1-2 1,-1 0 0,1 0-1,0-2 1,1 0-1,0 0 1,0-2-1,1 0 1,0 0 0,-23-21-1,27 20-62,1 0 0,0 0 0,1-1 0,0 0 0,0-1 0,2 0 0,-1 0 0,1 0 0,1-1 0,0 1 0,1-2 0,1 1 0,0 0 0,0-1 0,2 1 0,-1-21 0,3-5-41,2-1-1,1 1 0,3-1 1,1 1-1,2 1 0,24-64 0,9 2-758,65-113 0,232-310-3667,45 26-5975,-206 277 150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0.761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527 0 10801,'-32'39'780,"-93"116"4952,100-121-3869,2 1-1,-33 67 1,28-35 202,-33 128 0,-1 79 98,55-240-1973,-37 189 914,-16 243 0,56-119-4559,11-259-2870,34 166 0,-17-158-6178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1.165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1 498 13437,'1'-14'483,"-1"11"-374,0 0 0,0 1 0,0-1 1,0 0-1,1 1 0,-1-1 0,1 1 0,0-1 1,-1 1-1,1-1 0,1 1 0,-1-1 0,0 1 1,0 0-1,1 0 0,-1 0 0,1-1 0,0 2 1,0-1-1,0 0 0,2-2 0,4-2 230,7-6 54,0 1 1,0 0-1,1 2 0,0-1 0,0 2 1,31-11-1,12 2-340,1 3-1,0 3 1,63-4 0,188 2-951,-225 11 608,-1 0 5,467-26-1032,-501 22 1379,0-3 1,85-24-1,-110 24 267,1-1 0,-2-1 0,1-1 0,-2-1 0,0-2 0,33-25-1,-54 38-234,-1 0-1,0 0 0,0 0 0,0 0 0,0-1 0,0 1 1,-1-1-1,1 1 0,-1-1 0,0 0 0,0 0 0,0 1 1,0-1-1,0 0 0,0 0 0,-1 0 0,1-4 0,-1 5-30,0 1 0,0 0-1,0-1 1,-1 1-1,1-1 1,0 1-1,-1 0 1,1-1-1,-1 1 1,1 0-1,-1 0 1,0-1-1,0 1 1,0 0-1,1 0 1,-1 0-1,0 0 1,0 0-1,0 0 1,-1 0-1,1 0 1,0 0-1,0 0 1,0 1-1,-1-1 1,1 1-1,0-1 1,-1 1-1,1-1 1,0 1-1,-1-1 1,1 1-1,-1 0 1,1 0-1,0 0 1,-3 0-1,-3 0 170,-1 0-1,1 1 0,0 0 1,0 0-1,-1 0 1,1 1-1,0 0 1,0 0-1,1 1 1,-14 7-1,9-3 117,0 0-1,0 1 1,0 1 0,1 0 0,-13 15-1,2 2 194,1 0 0,1 2 0,2 0 0,-15 33 0,21-38-352,0 0 0,2 0 0,1 1 0,1 1 0,1 0 0,1-1 0,-3 43 0,8-54-248,0 1 1,0-1 0,2 0-1,0 0 1,0 0-1,1 0 1,1 0 0,0 0-1,0-1 1,2 1 0,-1-1-1,2-1 1,-1 1-1,2-1 1,-1 0 0,13 13-1,-2-6-509,2-1 0,-1-1 0,2 0 0,0-1-1,1-2 1,0 0 0,1-1 0,27 9 0,-11-7-1648,49 12 1,39-2-5695,-34-12-2822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0:01.290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71 25 11197,'-20'-6'2128,"-7"0"2521,14 0-3749,3 0 152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1:19.3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1:57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0 24575,'-4'0'0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9.6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315 12 8173,'-7'-12'6622,"6"26"4981,0-2-8091,-1-1-6277,-63 146 7372,31-60-3898,-53 167-351,71-206-376,3 0 1,-8 100 0,18-110 17,3 1 0,1 0 0,3-1 0,2 1 0,2-1 0,28 92 0,-26-111 0,2 0 0,1-1 0,1-1 0,1 0 0,20 26 0,-21-35 0,0-1 0,2 0 0,0-1 0,0-1 0,2-1 0,-1 0 0,32 18 0,-35-25 0,0 0 0,1 0 0,0-1 0,0-1 0,0-1 0,1 0 0,-1-1 0,1 0 0,0-1 0,0-1 0,0-1 0,18-2 0,-23 1 0,0-1 0,0 0 0,0-1 0,0 0 0,0-1 0,0 0 0,-1 0 0,0-1 0,0-1 0,0 0 0,-1 0 0,1-1 0,-2 0 0,1-1 0,-1 0 0,0 0 0,10-15 0,-9 11 0,0-2 0,-1 1 0,-1-1 0,0-1 0,-1 1 0,-1-1 0,0 0 0,-1 0 0,0-1 0,2-28 0,-6 36 0,1 0 0,-2-1 0,1 1 0,-1 0 0,0 0 0,-1-1 0,0 1 0,0 0 0,-1 1 0,0-1 0,0 0 0,-1 1 0,0-1 0,0 1 0,-1 0 0,1 1 0,-2-1 0,1 1 0,-1 0 0,0 0 0,0 1 0,-8-6 0,-3 0-13,0 2 0,0 0-1,0 1 1,-1 1 0,0 1 0,-1 0 0,0 1 0,0 1-1,0 1 1,0 1 0,0 0 0,0 2 0,-1 0 0,-32 5-1,17 0-754,0 1 0,-55 18 0,43-7-2136,-54 27 0,73-31 1507,-54 30-7426,37-11-2430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32.7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48 8845,'9'-5'737,"3"-1"77,-3 4 7019,-12-18-6762,4 19-1052,-1 1 0,0-1 0,0 1 0,0-1 0,0 1 0,0-1 0,0 1 0,0-1 0,0 1 0,0-1 0,0 1 0,0-1 0,-1 1 0,1-1 0,0 1 0,0 0 0,0-1 0,-1 1 0,1-1 0,0 1 0,0-1 0,-1 1 0,1 0 0,0-1 0,-1 1 0,1 0 0,-1-1 0,1 1 0,0 0 0,-1 0 0,1-1 0,-1 1 0,1 0 0,-1 0 0,0-1 0,-14 10-108,11-6-250,1-1-611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4.6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 55 4144,'-7'8'241,"-7"6"7660,4-35-7045,4 11 6133,2 6-7040,2 2 163,0-1 1,0 0 0,0 1 0,-1 0-1,1-1 1,-1 1 0,1 0 0,-1 0-1,-5-2 1,7 3-86,1 1-1,-1 0 0,1 0 0,-1-1 1,0 1-1,1 0 0,-1 0 0,1 0 1,-1 0-1,0 0 0,1 0 1,-1 0-1,1 0 0,-1 0 0,0 0 1,1 0-1,-1 0 0,1 0 0,-1 0 1,1 0-1,-1 1 0,1-1 1,-1 0-1,0 1 0,1-1 0,-1 0 1,1 1-1,0-1 0,-1 0 0,1 1 1,-1-1-1,1 1 0,-1-1 1,1 1-1,0-1 0,-1 1 0,1-1 1,0 1-1,0-1 0,-1 1 0,1-1 1,0 1-1,0-1 0,0 1 1,0 0-1,0-1 0,0 1 0,0-1 1,0 2-1,-4 8-221,3-8 397,-10-19-170,9 11 156,8 17-115,-4-7-50,1 2-145,-4-8-274,-6-17-1162,7 17 105,-4 0 457,0 1-1,0-1 1,1 1-1,-1-1 0,1 0 1,-6-5-1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8.9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17 7281,'-11'-16'951,"3"29"1594,-1 5 4757,-6 18-6955,2 1 0,2 0 0,1 1 0,-5 43 0,10-59-272,-7 53-178,3 0 0,3 0-1,4 1 1,3-1 0,14 103 0,19 27-3204,-1-69-3396,-16-82 427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5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1 421 5509,'0'-8'311,"0"-1"0,1 0 0,1 1 1,-1-1-1,1 1 0,1-1 1,-1 1-1,1 0 0,1 0 1,0 0-1,7-11 0,-3 8 64,1 0 1,0 0-1,1 1 0,0 0 1,0 1-1,21-14 0,11-5 174,1 3 0,1 2-1,2 1 1,0 3 0,56-17-1,-31 17-101,1 2-1,139-13 0,-159 26-312,0 3 0,0 2 1,0 2-1,85 16 0,-112-14-105,1 2 1,-1 0 0,0 2 0,-1 1-1,0 1 1,0 1 0,-1 0-1,-1 2 1,0 1 0,-1 1-1,22 21 1,-33-27-23,-1 1 0,0 1 0,-1-1 0,0 1 0,0 0 0,-1 1 0,-1 0 1,0 0-1,5 20 0,-5-12-6,-2 0 1,0 0-1,-2 1 1,0-1-1,-2 38 1,-4-17-11,-2-1-1,-1 0 1,-3-1 0,-1 0 0,-1-1-1,-21 43 1,-1-12-31,-2-2-1,-4-1 0,-73 95 1,-170 158 34,260-297-50,-2 1 50,1 2 0,1 1 0,-38 56 0,62-82 6,-1 1 1,0-1-1,1 0 1,-1 0-1,1 0 1,-1 0-1,1 0 1,-1 0-1,1 0 1,0 0 0,0 0-1,-1 0 1,1 0-1,0 0 1,0-1-1,0 1 1,0 0-1,0-1 1,1 2-1,-1-2 2,2 3 1,1-1 0,-1 0 0,1 0 0,0-1 0,0 1 0,-1-1 0,1 0 0,0 0 0,0 0 0,0 0 0,0-1-1,6 1 1,55-7 0,-38 3-2,84-8 39,176 4-1,-247 9-60,1 2 0,-1 1 0,-1 3 0,1 0-1,-1 3 1,-1 1 0,70 33 0,-93-37 6,0 1 1,0 0 0,-1 1-1,0 1 1,-1 0 0,0 1-1,12 15 1,-20-21 8,-1 0 1,1 0-1,-1 0 0,0 1 1,-1 0-1,0 0 0,0 0 1,0 0-1,-1 0 0,0 0 1,0 1-1,-1-1 0,0 1 1,0 0-1,-1-1 1,0 1-1,0-1 0,-2 13 1,-3-3-15,-1 1 0,-1-1 0,0-1 0,-1 1 1,-1-1-1,0-1 0,-1 0 0,-1 0 0,0-1 1,-1 0-1,-17 14 0,-18 17 41,-82 56-1,110-87-27,-74 50-44,-198 102 1,232-136 95,-105 46 120,159-73-151,0-1 1,-1 0-1,1-1 1,0 1-1,-1-1 1,1 0-1,-7 0 0,11-1-12,0 0-1,1 0 0,-1 0 0,1 0 0,-1 0 0,1 0 0,-1 0 0,0 0 1,1-1-1,-1 1 0,1 0 0,-1 0 0,1 0 0,-1-1 0,1 1 0,-1 0 0,1-1 1,0 1-1,-1 0 0,1-1 0,-1 1 0,1-1 0,0 1 0,-1-1 0,1-1 1,-1 1-1,1 0 1,0 0-1,0 0 1,1 0-1,-1 0 1,0 0-1,0 0 1,0 0-1,1 0 1,-1 0-1,0 0 1,1 0 0,-1 0-1,1 0 1,-1 0-1,2-2 1,9-12 16,0 0 0,0 1 1,1 0-1,23-20 1,65-46 29,-78 64-83,181-133 330,440-242 1,-639 389-280,180-84 767,-160 77-584,1 1-1,0 0 1,0 2-1,0 1 1,47-2-1,-65 6-150,-1 1 0,1 1-1,0 0 1,0 0 0,0 0-1,0 0 1,-1 1-1,1 1 1,-1-1 0,1 1-1,-1 0 1,0 0 0,0 1-1,0-1 1,-1 1-1,1 1 1,-1-1 0,0 1-1,0 0 1,-1 0-1,1 0 1,-1 1 0,0 0-1,3 7 1,0 1-31,-1-1 0,0 2 0,-1-1 0,-1 1 0,-1-1 0,0 1 0,0 0-1,-2 0 1,0 0 0,-1 18 0,-1 10-318,-2 4-1112,2 1 1,2-1 0,3 1-1,11 57 1,-4-60-2802,-3-1-2402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54 124 8661,'-54'-39'1712,"54"15"-652,0 6 780,0-3-1204,3 0-352,24 24-1808,3 0-20,-3 18-1748,20 18-1557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1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12237,'0'1'147,"-1"0"0,1 0 0,-1 1 0,1-1 0,-1 0 0,0 0 0,1 0 0,-1 0 0,0 0 0,0 0-1,0 0 1,0 0 0,0 0 0,0 0 0,-2 1 0,2-2 22,0-1-1,0 1 1,0-1-1,0 1 1,0-1-1,0 1 1,1-1-1,-1 0 1,0 0-1,0 1 1,1-1-1,-1 0 1,0 0-1,1 0 1,-1 0-1,1 0 1,-1 0-1,1 0 1,-1-1-1,0 0 1550,-1 5-7,-5 15-1006,0-1 1,2 2 0,0-1 0,1 1 0,0-1 0,0 23-1,1 120 316,4-101-629,14 255-1872,-1-48-3657,-7-102-3751,0-87-363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0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0 441 13333,'17'-48'1856,"16"12"-375,-2 5-269,12 4-304,7 0-188,21-6-140,22 0-116,18 3-264,16-9-448,17 8-324,17 1-696,13 0-724,17 6-2917,13 3-3872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0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123 221 11253,'-17'-16'944,"13"13"-597,1 0 0,-1 0 0,1 0 0,0-1 0,0 0 0,0 1 0,0-1 0,1 0 0,0 0 0,-4-8-1,5 10-127,1 1 0,-1 0 0,0-1 0,0 1 0,1 0 0,-1 0 0,0 0 0,0 0 0,0 0 0,-1 0-1,1 0 1,0 0 0,0 0 0,0 1 0,-1-1 0,1 0 0,0 1 0,-1-1 0,1 1 0,-2-1-1,1 0 104,-1 1 0,1-1 0,0 0 0,0 0 0,0 0 0,1 0 0,-1 0 0,0-1 0,-3-2 0,-17-21 2029,22 24-2280,1 0 0,0 0-1,-1 0 1,1 0 0,0 0 0,0 0 0,-1 0-1,1 0 1,0 0 0,0 0 0,0 1 0,0-1-1,0 0 1,0 1 0,0-1 0,0 1 0,0-1 0,2 0-1,-2 1 16,17-7 51,0 0-1,0 2 1,0 0 0,0 1 0,1 1 0,32-1-1,-16 1-145,671-28-5020,-636 30 4213,612-9-10681,-430 7 3263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6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403 1 10485,'-37'12'1396,"27"12"-116,3-3-56,-3 9-92,-13 21-83,9-14-257,-9 17-40,-1 9-176,-9 6-132,3 13-176,-7 5-428,3 22-520,-3 2-772,7 10-397,-3 6-2575,13-7-3425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4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0 422 7717,'4'-24'238,"-3"11"-52,1 1-1,0-1 1,1 1 0,0-1-1,1 1 1,0 0 0,1 0-1,1 0 1,-1 1 0,13-17 0,-2 8 210,0 1 1,2 0 0,0 1 0,1 2 0,0-1-1,2 2 1,0 1 0,25-13 0,-18 13-159,1 2 1,1 1-1,0 1 1,1 1 0,0 2-1,34-4 1,-18 6-134,0 2 0,0 3 0,0 1 0,0 2 0,0 3 0,-1 1 0,0 3 0,56 18 0,-68-17-74,0 2 1,0 2-1,-2 1 0,0 1 1,-1 1-1,-1 2 1,0 2-1,-2 0 1,0 2-1,-2 1 0,30 37 1,-43-46-39,-1 2 0,0 0 0,-2 0 0,0 1 0,-1 0 0,-1 1 1,-1 0-1,-1 0 0,0 1 0,-2 0 0,4 35 0,-7-29-57,-1 0 0,-2 0 1,0 0-1,-2-1 0,-1 1 0,-1-1 0,-1 0 0,-19 45 0,4-22-87,-3 0 0,-2-2 0,-36 48 0,-108 123-384,145-185 462,-455 512-1005,443-504 914,-35 50 0,64-79 131,1 0 0,1 0 0,0 1 0,0 0 0,1 0 1,1 1-1,0 0 0,1 0 0,-4 22 0,8-31 23,0 0 1,0 0 0,0 0-1,1-1 1,-1 1-1,1 0 1,0 0-1,1 0 1,-1-1-1,1 1 1,0-1 0,0 1-1,0-1 1,1 0-1,-1 0 1,1 0-1,0 0 1,1 0-1,-1-1 1,0 1 0,1-1-1,0 0 1,0 0-1,0 0 1,5 2-1,10 6-5,1-2-1,1 0 0,0-1 1,27 6-1,-23-7 34,67 21-48,-9-5-18,-1 4-1,111 52 1,-182-73 48,1 1-1,-1 0 1,0 0-1,0 1 1,-1 1-1,-1 0 1,1 0-1,12 16 1,-20-22 3,1 1 1,-1 0-1,0-1 1,0 1 0,0 0-1,-1 0 1,1 0-1,-1 0 1,0 0-1,0 0 1,0 0-1,-1 1 1,0-1-1,1 0 1,-1 0 0,-1 1-1,1-1 1,-1 0-1,1 0 1,-1 0-1,0 0 1,-1 0-1,1 0 1,-1 0-1,0 0 1,0 0 0,0 0-1,0-1 1,-5 6-1,-5 5 66,0-1 1,-2 0-1,1-1 0,-1-1 0,-1 0 1,0-1-1,-1 0 0,-17 8 0,-141 53 604,157-65-619,-306 92 1280,283-87-898,33-10-302,1 1 1,-1-1-1,0 0 0,0 0 1,1-1-1,-1 0 1,0 0-1,-11-2 0,18 2-132,0 0 2,0 0 0,1-1-1,-1 1 1,0 0 0,0 0 0,0 0-1,0 0 1,0 0 0,0 0 0,0 0-1,0 0 1,0 0 0,0 0 0,1 0-1,-1-1 1,0 1 0,0 0 0,0 0-1,0 0 1,0 0 0,0 0 0,0 0-1,0 0 1,0-1 0,0 1-1,0 0 1,0 0 0,0 0 0,0 0-1,0 0 1,0 0 0,0 0 0,0-1-1,0 1 1,0 0 0,0 0 0,0 0-1,0 0 1,0 0 0,0 0 0,-1 0-1,1 0 1,0-1 0,0 1 0,0 0-1,0 0 1,0 0 0,0 0-1,0 0 1,0 0 0,0 0 0,0 0-1,-1 0 1,1 0 0,0 0 0,0 0-1,0 0 1,0 0 0,0 0 0,0 0-1,0 0 1,-1 0 0,1 0 0,7-11 66,1 1 0,0 0 1,1 1-1,-1 0 1,2 0-1,12-9 1,71-43 43,-66 44-71,364-219 230,14 28 550,-177 113 162,-187 81-680,0 1 1,1 2 0,75-9-1,-107 19-247,1 1-1,0 0 1,0 0-1,0 1 1,0 0-1,0 1 1,0 0 0,-1 1-1,1 0 1,-1 1-1,19 9 1,-23-9-36,1 0 0,-1 0 0,-1 1-1,1 0 1,0 0 0,-1 1 0,0-1 0,0 1 0,-1 0 0,0 0 0,0 1 0,0-1 0,-1 1 0,0 0 0,0 0 0,-1 0 0,0 0 0,2 8 0,-1 7-199,0 0 0,-1 0 1,-1 0-1,-2 0 0,-2 25 0,-4 0-2798,-16 62 0,13-64-1795,6 3-2674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91 8909,'-36'-61'1676,"22"49"-448,1-6 1548,36 18-6020,11 9-104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7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671 0 8653,'-101'51'2288,"64"-14"-164,1 2-108,2-6-247,-3 3-249,4 12-344,-1 10-212,1 8-196,-4 9-144,7 16-32,-4 8-444,-3 7-340,-3-7-596,7 4-640,-1-4-532,1-8-873,6-16-1655,7 0-3481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7.9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0 203 10969,'144'-78'1736,"-67"47"-324,4 1-248,-4 12-208,7 3-191,16 3-173,7 3-496,10 6-260,1 3-624,2-3-565,-3 3-979,-3 0-1460,-13-3-2485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8.3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0 10049,'-1'3'298,"1"0"-1,-1-1 1,0 1 0,0-1-1,0 1 1,0-1 0,-1 0-1,1 1 1,-1-1 0,1 0-1,-1 0 1,0 0 0,0 0-1,1 0 1,-2 0 0,-2 2-1,-17 20 1606,17-15-1470,1 0 0,-1 1 0,1-1 0,1 1 0,-4 20 0,-3 8 386,-63 256 1702,65-243-2337,3 0 0,1 80 0,17 105-767,-10-194 324,-3-40 249,1 8-78,0 0 0,0 0 0,1 0 0,0 0 0,4 12 0,-5-20 64,0 0-1,0 0 1,0 0 0,0 0 0,0 0 0,1 0-1,-1 0 1,0-1 0,1 1 0,-1-1-1,1 1 1,0-1 0,0 1 0,-1-1-1,1 0 1,0 0 0,0 0 0,0 0-1,0 0 1,0 0 0,0-1 0,1 1 0,-1 0-1,0-1 1,0 0 0,0 0 0,1 0-1,-1 0 1,0 0 0,4 0 0,3-2-13,1 0 1,-1-1 0,0 0-1,0 0 1,0-1 0,0 0-1,-1-1 1,10-6 0,67-54-119,-26 18 57,-34 30 82,1 1 1,0 1 0,1 1 0,0 1-1,1 2 1,1 1 0,-1 1-1,54-10 1,-54 15 109,0 1-1,50 1 0,159 10 373,-214-8-421,1 0 0,-1-2 0,0-1-1,0-1 1,38-11 0,-51 12 3,-1-1 0,0 0 0,0 0-1,15-11 1,-20 13-27,-1 0 0,1-1-1,-1 0 1,0 0 0,0 0-1,0 0 1,0-1 0,-1 1-1,1-1 1,-1 1-1,0-1 1,0 0 0,0 0-1,-1 0 1,1 0 0,-1 0-1,0 0 1,0-1 0,0-7-1,0-4 23,-2 1 1,0-1-1,-1 1 0,-5-21 0,3 22-284,2 0 0,0-1 0,0 1 0,2-27 0,2 30-244,0 0 0,1 0 0,0 0 0,1 1 0,0-1 0,8-12 0,-6 12-585,1 0-1,-1 1 1,2 0-1,0 0 0,0 1 1,10-9-1,30-16-6387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8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1 10841,'-90'72'1728,"49"-45"-276,4 3-284,1 0-208,9-2-195,0 2-297,0 9-508,7 0-772,10-3-505,-3-6-975,-1-18-1464,24 16-2425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9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5 411 4564,'-5'13'5460,"18"-21"-4024,22-22-1034,56-56 806,2 4 0,108-70-1,-181 139-998,0 1 0,1 2 0,39-15 0,-58 24-186,1 0 0,-1 0 0,0 0-1,0 1 1,1-1 0,-1 1 0,0-1-1,1 1 1,-1 0 0,0 0 0,1 0-1,-1 0 1,0 1 0,1-1 0,-1 1-1,0-1 1,0 1 0,1 0 0,-1-1-1,0 1 1,0 1 0,0-1 0,0 0-1,0 0 1,0 1 0,0-1-1,0 1 1,-1-1 0,1 1 0,-1 0-1,1 0 1,1 2 0,0 2 33,0 1-1,0-1 1,0 1 0,-1 0 0,0 0-1,0 0 1,0 0 0,0 9 0,-1 10 32,-1 1 0,-1-1 0,-2 0 0,0 0 1,-2 0-1,-1-1 0,-12 35 0,-6 30-57,17-58-11,3-20-15,1-1-1,0 1 0,1-1 1,0 1-1,1 0 1,0 0-1,1-1 0,0 1 1,1 0-1,0 0 1,4 12-1,-5-22-3,1 0-1,0 0 1,0 0-1,0-1 1,0 1-1,1 0 1,-1 0 0,0-1-1,1 1 1,-1-1-1,1 1 1,-1-1 0,1 0-1,0 0 1,0 1-1,0-1 1,-1 0-1,1-1 1,0 1 0,0 0-1,0 0 1,1-1-1,-1 1 1,0-1-1,0 0 1,0 0 0,0 0-1,0 0 1,0 0-1,0 0 1,1 0-1,-1-1 1,0 1 0,0-1-1,0 1 1,2-2-1,9-2-2,-1-1 0,-1 0 0,1 0 0,18-13 0,-8 3-9,0-2 0,0-1 0,-2 0 0,32-36 0,59-92 388,-105 137-341,83-125 1743,-67 94-1055,-20 36 128,-19 7-496,14-2-340,0 0-1,1 0 0,-1 1 1,0-1-1,0 1 0,1 0 1,-1 0-1,1 0 0,0 0 1,-1 0-1,1 0 0,0 0 1,0 1-1,0-1 0,1 1 1,-1 0-1,-1 3 0,-2 3-44,1 0 0,-1 1 0,2-1 0,-3 12 0,4-13-281,0 1 1,1 1-1,0-1 0,0 0 1,1 0-1,0 0 0,1 0 0,0 0 1,0 0-1,1 0 0,4 11 1,-1-6-1535,0-1 0,1 0 0,13 20 0,8 10-6674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9.1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20 121 6009,'-20'-9'1708,"20"-12"-328,3-3 484,4 6-1624,0 6-528,6 0-1124,-3 0-1392,10 0-909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4.7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390 51 9577,'-65'-49'9910,"63"47"-8770,-3 3 404,-1 0-1305,0 0 0,-1 0 1,1 1-1,0 0 1,0 1-1,0-1 0,0 1 1,0 0-1,1 1 0,-1-1 1,1 1-1,-10 9 0,5-3 34,1 0 0,0 1-1,1 1 1,0-1-1,-9 18 1,-9 24 310,2 1-1,2 1 1,-28 115 0,33-88-345,4 0 1,-4 106-1,16-159-200,1 0-1,2-1 0,1 1 1,1 0-1,1-1 1,2 0-1,0 0 1,15 34-1,-12-42-21,0 1 0,1-2 0,0 0 0,2 0 0,1-1 0,0 0 0,1-1 0,0-1 0,2-1 0,0 0 0,20 13 0,-10-10-14,1-1 0,1-2 0,0 0-1,1-2 1,42 12 0,-54-20 0,1 0-1,1-1 1,-1-1 0,0-1 0,1-1 0,0 0-1,-1-2 1,1 0 0,-1-1 0,21-5-1,-35 5-4,0 1-1,-1-1 1,1 1-1,0-1 1,-1-1-1,0 1 1,1-1-1,-1 1 1,0-1-1,0 0 1,0-1-1,-1 1 1,1-1-1,-1 0 1,0 1-1,3-6 1,-4 6 2,0-1 1,-1 0-1,1 0 0,-1 0 1,0 0-1,0 0 0,0 0 0,-1 0 1,1 0-1,-1 0 0,0 0 1,0 0-1,-1 0 0,1 0 1,-1-1-1,0 1 0,0 0 1,0 1-1,0-1 0,-4-6 0,-4-6 2,0 0-1,-1 0 0,-1 1 0,0 1 0,-1 0 0,-1 0 0,0 1 0,-1 1 0,0 0 0,-1 1 0,-27-15 0,-76-36-1549,-2 12-4172,56 23-340,45 18 532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0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277 139 11421,'9'-7'331,"-4"3"-20,0 0 0,1-1 0,-1 0 0,-1 1 0,1-2 0,-1 1 0,0 0-1,0-1 1,-1 0 0,5-9 0,-6 10-96,1 1 1,0-1-1,0 1 0,1 0 0,-1 0 0,1 0 1,0 0-1,0 0 0,0 1 0,1 0 1,-1 0-1,1 0 0,-1 1 0,1-1 0,0 1 1,0 0-1,0 0 0,1 1 0,-1-1 1,0 1-1,0 1 0,1-1 0,8 1 1,3-1-61,-1 2 1,1 0 0,-1 1-1,1 0 1,-1 1 0,28 10-1,-30-7-111,0 0 0,0 1 1,-1 1-1,1 0 0,-2 1 0,1 0 0,-1 1 0,-1 0 0,0 1 0,0 1 0,-1-1 0,0 2 1,-1-1-1,-1 1 0,0 1 0,-1-1 0,0 1 0,-1 1 0,0-1 0,-2 1 0,1 0 0,-2 0 0,0 0 1,-1 1-1,0-1 0,-2 1 0,1-1 0,-2 1 0,-3 23 0,-4 1-13,-2-1 0,-2 0-1,-1-1 1,-2 0 0,-1-1 0,-24 39 0,-10 5 26,-88 111-1,-181 160 110,223-252-120,74-76 14,1 1 0,2 1 0,-18 30 0,37-54-57,-1-1 0,0 1 1,1 0-1,-1-1 0,1 1 1,0 0-1,-1 0 0,1 0 1,0 0-1,0-1 0,0 1 1,0 0-1,1 0 0,-1 0 1,0-1-1,1 1 0,-1 0 1,1 0-1,0-1 0,-1 1 1,1 0-1,0-1 0,2 3 0,0 0 0,0 1 0,0-1 0,0 0 0,1 0 0,6 4 0,-6-5-3,0 0 0,1-1 0,-1 1 0,1-1 0,0 0 0,0 0 0,0-1 0,0 0 0,0 0 0,0 0 0,10 0 0,58-4-221,-72 3 213,40-5-744,0-3-1,-1-1 0,1-1 1,58-25-1,-42 10-2617,-2-3-1,72-48 1,-62 34-3171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2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10 9093,'0'-1'119,"-1"0"0,1 1 1,-1-1-1,1 0 0,-1 1 1,1-1-1,-1 1 0,0-1 1,1 1-1,-1-1 0,0 1 0,1-1 1,-1 1-1,0 0 0,0-1 1,1 1-1,-1 0 0,0 0 1,0-1-1,0 1 0,1 0 0,-1 0 1,-1 0-1,1 18 4162,1 19-1095,-14 63 472,1 127 0,14-107-3412,5-1 0,26 140 0,14 6-3312,-24-138-549,1 0-3750,-9-36-3082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5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479 110 9489,'12'-11'667,"1"0"0,0 1 0,1 0 0,0 1 0,1 1 1,0 0-1,0 1 0,0 1 0,1 0 0,0 1 0,18-3 0,-17 4-415,0 2-1,0-1 0,0 2 0,1 0 0,-1 1 1,0 1-1,0 1 0,1 0 0,-1 1 1,-1 1-1,26 8 0,-32-8-204,0 0 1,0 1-1,0 0 1,0 1-1,-1 0 0,0 0 1,-1 1-1,1 0 0,-1 0 1,0 1-1,-1 0 1,0 0-1,0 1 0,-1 0 1,0 0-1,-1 1 1,0 0-1,0 0 0,4 13 1,-2 3 4,-2 1 0,0 0 1,-2 0-1,-1 1 0,-1-1 1,-4 47-1,-35 166 127,26-179-132,1 0-5,-6 123 1,17-157-36,1 1 0,1 0 0,1-1 0,2 1 1,0-1-1,18 48 0,67 107 17,-59-126 10,36 92-1,-64-139-25,0-1 0,-1 0 0,0 1-1,-1 0 1,1-1 0,-2 1 0,1 0 0,-1 0-1,-1-1 1,0 1 0,0 0 0,0-1-1,-5 13 1,3-11 10,-1 0 0,-1-1 0,0 0-1,0 0 1,-1-1 0,0 1 0,0-1-1,-1 0 1,0-1 0,0 1 0,-11 6-1,-7 5 27,-1-1 0,-1-2 0,0-1 0,-2-1 0,-33 12 0,-156 43 85,166-54-141,-16 4-331,-277 83-298,231-63-2725,3 2-3511,62-22-1890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6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5304 616 6357,'-63'-57'660,"-101"-86"1798,100 96-1423,-2 2 0,-2 3-1,-1 3 1,-2 3 0,-92-32 0,71 37-388,-1 4-1,0 5 1,-191-21 0,134 32-176,0 6 0,-1 8 0,1 6 0,-168 31 0,184-13-145,1 5 0,2 7 0,1 5 0,-215 106-1,195-69 77,4 6-1,4 7 0,-213 185 0,202-139 277,6 7-1,-208 270 0,290-328-213,-102 186-1,-155 380 933,284-571-1180,4 3 1,-29 113 0,36-89-48,5 1 1,5 1-1,6 0 1,4 1-1,14 213 1,2-243-109,4 0 1,3-1-1,4-1 1,3-1-1,4-1 1,3-1-1,4-1 1,68 114-1,-58-122-48,4-3 0,3-1-1,2-3 1,3-2-1,116 97 1,-115-115-80,1-1 1,3-4-1,0-2 0,3-3 1,1-3-1,1-2 1,73 19-1,-25-17-243,0-6 0,2-4 0,139 6-1,-101-22-461,305-30 0,-219-11 179,-3-10-1,-1-10 1,240-94 0,-36-12-5,619-324 0,-890 394 508,-5-8 0,203-162 0,-288 197 129,-2-3 0,-4-3 0,-3-4-1,-3-2 1,-4-3 0,57-96-1,-88 120 113,-2-1 0,-3-1-1,-2-2 1,-3 0-1,-3-2 1,16-89-1,-26 96-9,-3-1 0,-3 0 0,-2 1-1,-2-1 1,-3 0 0,-3 1 0,-21-90 0,10 81-3,-3 1 1,-3 1-1,-3 0 0,-42-71 1,24 60 1,-4 1 0,-105-120 0,56 92-16,-5 3 0,-4 6 0,-235-157 0,175 148-79,-4 7-1,-3 8 1,-5 7 0,-2 8-1,-4 8 1,-215-44 0,294 86-162,0 5 0,-1 4 1,-142 2-1,168 13-343,1 3 0,0 3 0,1 4 1,0 3-1,-80 28 0,119-30-272,0 2 0,1 2-1,1 1 1,-60 40 0,70-38-1116,0 2-1,1 0 0,-30 35 1,-31 49-8614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7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47 469 7901,'-1'3'5052,"4"-9"-2079,0-2-2371,1 0 1,0 0-1,1 0 1,-1 1-1,11-12 0,1 6-333,1 2 0,0 0 0,1 0 0,30-11 0,1-3 23,47-21 3,1 4 0,125-37 0,210-36-416,-356 96-24,-56 14-22,1 2 0,-1 0-1,27 0 1,-76 23-39,-37 8-43,-1-2-1,-1-4 1,-76 16 0,32-9 125,-523 156-276,477-126 522,314-97-67,655-216-2014,-666 207-2957,-424 109 2054,-59 15 1989,281-62 1437,55-14 351,5-4-831,1 0 0,0 0 0,0 1 0,0-1 0,0 1 0,7-3 0,234-75 570,-168 57-594,-36 11 31,72-20 16,-228 59-77,-189 68 1,291-90-25,-18 5 171,1 1 1,0 2-1,0 1 0,-27 19 0,54-31-19,4-2-140,1-1 1,-1 1 0,1 0 0,-1 0-1,1 0 1,-1 0 0,1 0 0,0 0-1,-1 1 1,1-1 0,-1 0 0,2 1-1,4 1 27,14-1-20,0-2 1,0 0-1,0-1 1,0-1-1,0-1 1,22-8-1,-13 5-4,114-33 63,164-68 0,-250 79 106,-97 17-32,-2 11-33,-1 3 0,1 2 0,0 1 0,1 2 0,-1 2 0,1 1-1,-64 27 1,101-36 95,14 5-114,-8-4-97,0 0 0,1 0-1,-1-1 1,1 1-1,-1-1 1,1 0-1,-1 0 1,1 0-1,0 0 1,0-1-1,-1 0 1,1 0-1,0 0 1,0 0 0,4-1-1,100-13 26,148-38-1,-227 41-249,-44 9-118,-47 8-703,59-6 490,-1 2-2109,-35 14-1778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8.2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580 1 4912,'0'0'5340,"-2"1"-4817,-16 18 435,16-17 16,5 0-610,1 2-305,0-1 0,1 0 0,-1 0 0,1 0 0,0 0 0,0-1 0,0 0 0,0 0 0,0 0 0,0-1 0,1 1 0,-1-1 0,0-1 0,11 1 0,78 6 303,-94-7-351,1 1 1,0-1-1,0 1 1,0-1-1,0 1 0,-1 0 1,1-1-1,0 1 0,0 0 1,-1-1-1,1 1 1,-1 0-1,1 0 0,-1 0 1,1 0-1,-1 0 0,1 0 1,-1-1-1,0 1 1,1 0-1,-1 2 0,4 14 175,-7-13-137,1 0-1,0-1 1,-1 1 0,0 0-1,0-1 1,0 0 0,0 0 0,-1 0-1,-6 5 1,3-2 34,-12 9 177,-1-1-1,-1-1 1,-39 20 0,-72 22 363,106-45-545,-249 105 681,257-108-704,1 1 1,0 1-1,0 0 1,1 1-1,0 1 1,0 0-1,2 1 1,-15 14-1,29-26-54,0 0-1,0 0 1,0 0-1,1 0 0,-1 0 1,0 0-1,0 0 1,0 0-1,0 0 1,0 0-1,0 0 0,0 0 1,0 0-1,0 0 1,1 0-1,-1 0 1,0 0-1,0 0 0,0 0 1,0 0-1,0 0 1,0 0-1,0 0 1,0 0-1,0 0 0,0 0 1,1 1-1,-1-1 1,0 0-1,0 0 1,0 0-1,0 0 0,0 0 1,0 0-1,0 0 1,0 0-1,0 0 1,0 0-1,0 0 0,0 0 1,0 1-1,0-1 1,0 0-1,0 0 1,0 0-1,0 0 0,0 0 1,0 0-1,0 0 1,0 0-1,0 0 0,0 1 1,0-1-1,0 0 1,0 0-1,0 0 1,0 0-1,29 2 39,0-2 0,0 0 0,0-2 1,0-2-1,36-8 0,145-46 4,-179 48-26,16-5-13,-1-1-1,59-32 0,-103 48-6,-1-1 0,1 0 0,-1 1 0,0-1 0,1 0 1,-1 0-1,0 0 0,0 0 0,0 0 0,0-1 0,0 1 0,0 0 0,0 0 0,1-3 0,-2 4-4,0-1 1,0 1-1,0 0 1,0-1-1,0 1 1,0-1-1,0 1 1,0 0-1,0-1 1,-1 1-1,1-1 1,0 1-1,0 0 1,-1-1-1,1 1 1,0 0-1,0-1 1,-1 1-1,1 0 1,0-1-1,-1 1 1,1 0-1,0 0 0,-1-1 1,1 1-1,0 0 1,-1 0-1,1 0 1,-1 0-1,1 0 1,-1-1-1,-4 0-11,-1 0-1,1 0 1,0 0-1,-1 1 1,1-1-1,-7 2 1,7-1-16,-1 1 1,1 1 0,0-1-1,-1 1 1,1 0 0,0 0 0,-9 6-1,11-6-13,0-1-150,4 2-1111,-1-2 1211,1 0 1,-1 0 0,1 0-1,-1 0 1,1 0 0,0 0-1,0 0 1,-1 0 0,1 0-1,0-1 1,0 1-1,0 0 1,0 0 0,0-1-1,0 1 1,0-1 0,0 1-1,0-1 1,0 1 0,0-1-1,1 0 1,-1 1-1,0-1 1,0 0 0,0 0-1,0 0 1,1 0 0,-1 0-1,0 0 1,0 0 0,2-1-1,3 0-302,1 0 63,0 0-5637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49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459 61 7001,'0'0'5800,"-1"-2"-4151,-2-6-480,-10-22 5447,7 10-2873,3 20-3642,1 0 0,-1 0 0,1 0 0,-1 1 0,1-1 0,-1 1 0,1 0 0,0 0 0,-1 0 0,1 0 0,0 0 0,-1 0 0,1 0 0,0 1 0,0-1 0,0 1 0,0 0 0,1-1 0,-1 1 0,-3 4 0,0 2 84,1 0-1,-1 1 1,1 0-1,-3 12 1,-6 12 324,-46 93 1159,-82 189-106,115-249-1560,4 1 0,-25 130 0,42-163-2,1 1 0,2 0 0,2 0 0,1 0 0,1 0 0,3 0 0,0-1 0,2 0 0,2 0 0,1 0 0,17 35 0,-17-45 0,2 0 0,1-2 0,0 1 0,2-2 0,1 0 0,0 0 0,2-2 0,0 0 0,1-1 0,1-1 0,0-1 0,1-1 0,1 0 0,0-2 0,38 17 0,-33-20 0,0-1 0,0-1 0,1-2 0,0 0 0,0-2 0,1-1 0,-1-1 0,1-2 0,56-6 0,-66 4 0,1-2 0,-1 0 0,1-1 0,-1-1 0,-1-1 0,1-1 0,-1 0 0,0-1 0,-1-1 0,0-1 0,-1 0 0,0-1 0,-1-1 0,0 0 0,13-17 0,-23 24 0,-1 1 0,1-1 0,-2 0 0,1 0 0,-1 0 0,0-1 0,0 1 0,0-1 0,-1 0 0,0 1 0,-1-1 0,1 0 0,-1 0 0,-1 0 0,1 0 0,-1-1 0,0 1 0,-1 0 0,0 0 0,0 0 0,0 0 0,-1 0 0,0 1 0,-1-1 0,1 0 0,-1 1 0,0 0 0,-1-1 0,0 1 0,0 1 0,0-1 0,-7-7 0,-5-1 0,-1 1 0,0 0 0,-1 2 0,0 0 0,-1 1 0,0 0 0,0 2 0,-1 0 0,-28-6 0,7 4 0,-1 1 0,0 3 0,-74-2 0,67 8-170,1 2 0,-1 3 1,-84 18-1,102-15-1037,-1 1 0,1 2 0,1 1 0,0 1 0,1 2 0,-43 28 1,67-39 671,0 0 1,-1 0 0,2 0 0,-1 1-1,1 0 1,-1 0 0,-3 6 0,5-6-414,1-1 0,0 0 1,0 1-1,0 0 0,-2 9 0,-1 31-9747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0.7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446 511 9977,'-2'-10'679,"0"-1"0,1 1 0,0-1 0,1 0 0,0 1 0,0-1 0,1 0 0,1 1 0,3-14 0,-1 9-126,1 1-1,1-1 1,0 1-1,1 0 1,16-23-1,-4 11-127,2 1-1,0 2 0,1 0 1,2 1-1,44-32 1,-48 39-255,0 2 0,1 0 0,1 1 0,0 1 0,1 1 1,0 1-1,0 1 0,25-4 0,-37 9-123,-1 2 0,1 0 0,0 0-1,-1 1 1,1 0 0,0 1 0,-1 0 0,1 1 0,-1 0 0,1 0 0,-1 1-1,0 1 1,0-1 0,0 2 0,-1 0 0,1 0 0,-1 0 0,0 1 0,-1 0-1,16 15 1,-14-10-19,0 0 0,-1 1-1,-1 0 1,0 1 0,0 0 0,-1 0-1,-1 0 1,0 1 0,-1 0-1,0 0 1,-1 0 0,-1 1-1,0-1 1,0 20 0,-1-8-1,-2 1 0,-1 0 0,-1 0 0,-1 0 1,-1-1-1,-2 0 0,-8 26 0,6-26-8,-1-1 0,-1-1-1,-2 0 1,0 0 0,-1-1 0,-1-1 0,-1 0-1,-2-1 1,-29 31 0,-6 3 25,-2-3-1,-79 62 1,-293 156 282,155-106 512,249-150-449,-38 32 0,59-46-371,0 1 1,0 0-1,0 0 1,0 0-1,0 0 0,0 0 1,0 0-1,1 0 1,-1 0-1,0 0 1,0 0-1,1 0 0,-1 1 1,1-1-1,-1 0 1,1 0-1,0 1 0,-1-1 1,1 0-1,0 1 1,0-1-1,0 0 1,0 1-1,0-1 0,0 0 1,0 1-1,0-1 1,1 0-1,-1 0 1,1 1-1,-1-1 0,1 0 1,-1 0-1,1 1 1,-1-1-1,1 0 0,0 0 1,0 0-1,0 0 1,-1 0-1,3 1 1,1 1 10,0 0 0,0 0 0,0-1 0,0 1 0,1-1 0,-1 0 0,0-1 0,1 1 0,0-1 0,6 1 0,44 6 146,92-1 1,62-12-96,-184 4-83,574-56-3328,-350 15-759,-86 2-4821,-88 17-1332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1.0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14253,'-36'20'6285,"31"-18"-5739,0 0 1,0 1-1,1-1 0,-1 1 1,1 0-1,0 0 1,-1 1-1,1-1 0,1 1 1,-1 0-1,1 0 0,-1 0 1,-4 8-1,-2 12 544,1 0-1,2 0 1,-10 48 0,7-25-900,-22 119-175,-21 285 1,48-226-1802,2-55-3434,3 17-5813,4-100-711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523 357 5977,'-3'-3'366,"0"0"0,0-1 0,0 1 0,0-1 1,1 0-1,-1 1 0,1-1 0,0 0 1,1 0-1,-1 0 0,1-1 0,-1 1 1,1 0-1,0-1 0,1 1 0,-1 0 0,1-1 1,0 1-1,0-1 0,0 1 0,1 0 1,-1-1-1,2-4 0,1 1-39,-1 0 0,1 1 1,0 0-1,1-1 0,0 1 0,0 1 0,0-1 0,1 0 0,0 1 1,1 0-1,-1 0 0,11-8 0,5-2 209,0 1-1,38-21 0,-26 21-308,0 0 0,1 2 0,0 2 0,1 1 0,1 2 0,-1 1 0,48-3 0,-70 9-199,-1 0-1,0 1 0,1 1 0,-1 0 0,1 1 1,-1 0-1,0 1 0,0 0 0,0 1 1,-1 0-1,1 1 0,-1 0 0,17 11 0,-19-11-13,-1 2 0,0-1-1,0 1 1,0 1-1,-1-1 1,0 1 0,-1 0-1,0 1 1,0 0-1,0 0 1,-2 0-1,1 0 1,-1 1 0,0 0-1,-1 0 1,4 15-1,-4-4 5,-1 0-1,-1 1 1,-1-1-1,0 1 1,-2-1 0,-1 0-1,0 1 1,-1-1-1,-2-1 1,-12 33-1,-11 18 35,-65 109 1,41-81-53,33-61 75,3-8-72,2 0 0,1 1 0,-13 43 0,25-65 8,-1 1 0,2 0 0,-1-1-1,1 1 1,1 0 0,0 0 0,0 0 0,1 0 0,0 0-1,1-1 1,0 1 0,0 0 0,1-1 0,1 1 0,7 15-1,1-5-15,1-1-1,0 0 1,1-1-1,1-1 1,1 0-1,23 18 1,116 81 53,-122-93 8,-2-2-56,-5-5-7,-1 2 0,-1 0 0,-1 1 0,0 2 0,37 44 0,-57-61 20,0 0 0,0 1 0,-1-1 0,1 1 0,-1-1 0,0 1 0,-1 0 0,1 0 0,-1 0 0,0 0-1,0 0 1,0 0 0,-1 0 0,0 0 0,0 0 0,0 0 0,-1 0 0,1 0 0,-1 0 0,0 0-1,-1 0 1,1 0 0,-1 0 0,0-1 0,0 1 0,-1 0 0,1-1 0,-1 0 0,0 0 0,0 0 0,-1 0-1,1 0 1,-7 5 0,-3 3 10,-2-1 0,1 0 0,-1 0 0,-1-2 0,0 0 0,0-1 0,-20 7 0,-17 4 32,-57 11 0,24-11-423,-103 8 0,-89-6-961,22-2-2132,2 20-3743,127-10-1450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2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64 682 8173,'-64'21'13075,"68"-22"-12324,59-3 558,94 4 0,-39 1-910,736-42 577,1-39-736,-828 78-226,2384-277-484,-1505 156-1046,-776 104 62,-1-5 0,141-46-1,-203 41-1520,-29 9-2283,-18 8-3422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4.2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19 6553,'-12'-8'1808,"-17"-1"8554,13 7-10647,12 2 982,-16 6 439,16-5-1284,-9 3 1311,30 3 66,16-2-1260,-1-1 0,1-1-1,0-2 1,32-3 0,4 1-465,112 3-1953,9 1-4579,-42-5-2374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5.0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737 18 4816,'-2'-1'314,"1"-1"0,-1 0-1,1 0 1,-1 1 0,0-1-1,0 1 1,0 0 0,0-1-1,0 1 1,-4-1 0,0 2-286,0 1 0,0 0 0,1 0 0,-1 1 0,0 0 0,1 0 0,0 0 0,-1 0 0,1 1 0,-8 5 0,-35 25-143,-73 64 0,118-95 866,8-2-587,29-2-5,0-2-1,34-8 1,-37 6-7,-72-8 381,-19 12-63,0 2-1,-84 12 1,47-3-14,97-9-455,-237 27 1223,232-26-992,29 11-255,-9-6-103,1-2 0,0 0 0,0 0 0,24 1 0,-16-2-17,189 24-1169,-139-18 764,-70-8 341,-27 0-1940,-1 0-350,-2-6-755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544 317 9341,'-23'-20'1921,"19"16"-150,-6-26 2305,7 24-3257,2 3 1139,0 3-1855,-1 1-1,1-1 1,-1 1-1,1-1 1,0 1-1,-1 0 0,1 0 1,0 0-1,0 0 1,-1-1-1,-1 4 1,-4 2 122,-8 4 90,2 1-1,-1 1 1,1 0 0,1 1 0,0 1 0,1 0 0,1 0 0,-13 23 0,-3 13 473,-29 73 0,35-71-488,2 1-1,2 1 1,-14 92-1,25-106-192,2-1 0,2 1 0,1 0 0,2 0 0,15 77 0,-13-100-91,1 0 0,1 0 0,0 0 1,1-1-1,1 0 0,0 0 1,1-1-1,1 0 0,0-1 0,1 0 1,1 0-1,25 22 0,-20-22 1,0-1-1,1-1 1,0-1 0,1 0-1,1-1 1,-1-1-1,2-1 1,-1-1-1,43 9 1,-42-13-12,1 0 1,-1-1-1,1-1 0,-1-1 0,1-1 0,-1-1 1,1-1-1,-1 0 0,0-2 0,21-7 1,-25 6-15,-1-1 0,0-1 1,0 0-1,-1-1 0,0 0 0,0-2 1,-1 1-1,-1-2 0,0 0 1,0-1-1,-1 0 0,20-28 1,-18 18 6,-1-1 0,-2 0 0,0-1 0,-1 0 0,-1-1 0,-2 0 0,0 0 0,-2-1 0,-1 1 1,-1-1-1,-1 0 0,-2 0 0,0 0 0,-2 0 0,-7-36 0,1 22-4,-2-1 0,-2 1 0,-1 1 0,-3 0-1,-1 1 1,-1 1 0,-3 0 0,-1 2 0,-28-35 0,-14-9-23,-114-108 0,146 158 5,0 2 0,-2 2 0,-1 0 0,-43-22 0,62 39-93,-1 1 0,0 0 1,0 1-1,0 1 0,-1 1 0,0 0 0,0 2 0,0 0 1,-1 1-1,1 0 0,-1 2 0,-19 1 0,28 1-95,0 0-1,0 0 0,0 1 1,1 0-1,-1 1 1,1 0-1,0 0 0,0 1 1,0 0-1,0 1 0,1 0 1,0 0-1,1 1 1,-1 0-1,1 0 0,0 1 1,1 0-1,0 0 0,0 0 1,1 1-1,-5 10 0,3-3-694,0 0 0,1 0-1,1 1 1,1 0-1,0 0 1,1 0-1,1 0 1,0 0-1,2 1 1,0-1-1,4 28 1,15 40-6666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1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43 13577,'-34'-42'10225,"21"63"-9313,-1 15-176,4 0-208,-7 6-104,7 12-328,0 4-616,-3 5-276,-4 0-532,0 7-824,-6-4-620,3 0-2873,3 4-4656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15 13753,'-16'-15'8358,"14"20"-7000,-25 90 1429,-11 39-1383,-14 182-1822,-25 109-7796,42-302 2118,1 0-3852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1.9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1109 10117,'-5'-6'4923,"6"7"-4704,0 0-1,0 0 1,1 0 0,-1 0 0,0 0 0,0-1-1,0 1 1,1 0 0,-1 0 0,0-1 0,1 1-1,2 0 1,2-2-31,1 0 1,-1-1-1,1 0 0,-1 0 0,0 0 0,0 0 1,9-6-1,18-6 226,301-77 1567,-236 68-1777,1149-217 769,-785 160-837,724-138 8,84-16-21,-358 83-2200,-849 141 1246,112-14-1676,-61 16-3901,-72 9-2150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3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8757,'2'3'371,"0"1"0,0-1 0,0 1 0,-1 0 0,1-1-1,-1 1 1,0 0 0,0 0 0,-1 0 0,1 0 0,-1 0 0,0 7 0,2 13 539,65 250 4742,57 127-4022,-84-292-2096,4-2 1,96 167-1,62 26-5012,-108-189 768,19-10-2477,-113-101 7172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3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131 21 9281,'-3'-21'2759,"1"33"2208,3 21-935,0-15-5265,21 191 2728,-9 331 0,-75 20-4626,-5-191-5481,33-202 543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4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17 492 10249,'-4'-19'837,"-1"1"0,-2-37 0,7 46-449,0 1 0,1 0 1,0 0-1,0-1 0,1 1 0,0 0 0,0 0 0,1 0 0,5-11 1,4-3-81,0 1 0,2 1 1,1 0-1,0 0 1,1 2-1,1 0 0,1 1 1,1 0-1,0 2 1,1 0-1,0 2 0,2 0 1,-1 1-1,1 1 1,1 1-1,0 1 0,37-10 1,-38 14-270,0 1-1,0 0 1,1 2 0,-1 1 0,0 0 0,1 2-1,-1 0 1,37 8 0,-42-5-4,1 1-1,0 1 0,-1 1 1,0 0-1,-1 1 1,0 1-1,0 0 1,0 1-1,-1 1 1,-1 1-1,16 15 0,-18-14-21,0 0-1,-1 1 0,0 0 0,-2 1 1,1 0-1,-2 0 0,0 1 0,-1 0 1,0 1-1,-1 0 0,5 29 0,-6-15 4,-1 0-1,-2 1 1,-2-1-1,0 0 1,-9 55-1,-2-29-3,-2 0-1,-2-1 0,-3-1 0,-2-1 0,-53 100 0,13-49 23,-134 175 1,-164 124 434,353-400-426,1 1-1,-1 0 1,1 0-1,1 0 1,-1 0-1,-3 8 1,7-12 12,5-2-4,288-117 27,-1-25-2301,-84 40-1271,-38 21-2441,10 2-3711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4:24.2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67 11385,'-20'-6'2312,"-7"-3"-256,0-3-11,7 6 39,0-6 1340,0 6-2160,6 3 1144,41-3-4044,3 0-376,-6 6-880,23 9-3173,-17 6-5324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5:59.4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10 3884,'0'0'9663,"-2"1"-9541,0 0-120,0 0-1,0-1 0,-1 1 0,1-1 1,0 0-1,0 1 0,0-1 0,0 0 1,0 0-1,0 0 0,-1 0 0,1-1 1,0 1-1,0-1 0,0 1 0,0-1 1,0 0-1,0 1 0,0-1 0,0 0 1,1 0-1,-1-1 0,0 1 0,-1-2 1,0 2-547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1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1 296 6113,'24'2'508,"0"-2"0,0-1 0,0-2 1,33-6-1,46-7 1185,125-5 0,-81 10-1199,75-9 29,486-61 1033,-437 17 80,-129 27-933,-98 24-847,14-4-927,-21 13-5559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2.7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215 507 10065,'-9'-9'2070,"1"0"-1,0-1 1,-13-20 0,17 25 1765,1 7-3384,1 0 0,-1 1 0,1-1 0,0 1 0,0 0 0,0 0-1,-2 5 1,-4 12 55,1-1-1,2 1 1,0 1-1,-5 39 0,4-21-41,-46 323 1117,15-102-1685,26-174-1031,11-83 373,-1-8-1335,-1-38 1548,2-1 0,9-79 0,-4 65 362,7-47 26,5 1 0,4 0 1,59-172-1,-60 216 129,4 2 0,58-108 0,-72 149 30,1 0 1,1 1-1,0 1 0,0 0 1,2 1-1,0 0 1,0 1-1,1 0 1,1 1-1,0 1 1,1 1-1,0 0 0,32-13 1,-37 20-3,0 0-1,0 0 1,0 1 0,0 1-1,1 0 1,-1 0 0,0 1 0,0 1-1,1 0 1,-1 1 0,0 0 0,0 1-1,0 0 1,-1 1 0,1 0 0,-1 1-1,12 6 1,-8-2 2,1 1 0,-1 0-1,-1 1 1,0 1 0,-1 0 0,0 0 0,-1 1-1,0 1 1,-1 0 0,0 1 0,8 16-1,-2 5-39,-1 0 0,-2 1-1,-2 1 1,11 54 0,-15-60-44,4 13-90,-6-24-157,0 1 1,-1 0-1,-1 0 0,-1 0 1,-1 29-1,-3-44 281,0 0 0,-1 0 0,0 0 0,0 1 0,0-2 0,-1 1 0,0 0 0,-1-1 0,0 1 0,0-1 0,0 0 0,-1 0 0,1-1 0,-1 1 0,-1-1-1,-6 5 1,-10 8-23,-1-1 0,-42 22 0,37-22 52,-109 61-72,-6 4 59,107-59 34,14-10 235,-39 31 1,81-38-49,2-6-151,1-1-1,-1-1 1,0-1-1,-1-1 1,28-8 0,4 0-13,84-18 6,-24 4 125,0 5 0,155-8-1,-251 28-71,-1 1 0,0 1 0,0 0-1,0 2 1,0 0 0,27 8-1,-37-9-49,-1 0-1,-1 0 1,1 0-1,0 1 0,0 0 1,-1 0-1,0 0 0,1 1 1,-1-1-1,-1 1 0,1 0 1,0 0-1,-1 0 0,0 0 1,0 1-1,0 0 1,-1-1-1,1 1 0,-1 0 1,0 0-1,0 0 0,-1 0 1,0 1-1,1 6 0,-1-5-34,0 0 0,0 0-1,-1 1 1,0-1 0,-1 0-1,0 0 1,0 1 0,0-1-1,-1 0 1,0 0 0,-3 7-1,-5 6-875,-1 1 0,-1-2 0,-28 35 0,-17 14-7581,57-68 8410,-13 17-7337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2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 10157,'4'-36'5868,"-4"57"-7148,3 3-376,0-9-2144,7 15-2505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3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9669,'2'0'254,"0"1"0,0 0 1,0-1-1,-1 1 0,1 0 0,0 0 0,-1 0 1,1 0-1,0 0 0,-1 0 0,0 0 0,1 1 1,-1-1-1,0 0 0,2 2 0,-3-1-10,1 0-1,-1-1 1,0 1 0,1-1-1,-1 1 1,0 0-1,0-1 1,0 1-1,-1-1 1,1 1-1,0 0 1,-1 2 0,-2 24 1397,5 14-24,-1 19-473,-3-38-818,2 0-1,0 0 1,1 0 0,1 0 0,7 25 0,-9-45 109,2-1-291,-1-1 0,1 1 0,0 0 0,-1 0 1,1-1-1,0 1 0,0-1 0,0 0 0,3 2 0,-1-5-88,0 1 0,0-1 1,0 0-1,0 0 0,0-1 0,0 1 0,3-4 0,0 2-5,21-18 148,-1 0 0,35-39-1,-14 13-94,-17 20-81,52-37-1,-68 55-15,1 0 0,0 1 0,1 0 0,-1 2-1,32-10 1,-40 15-10,1 1-1,0 0 1,0 1 0,0 0-1,0 1 1,0 0-1,0 0 1,0 1-1,0 0 1,-1 0-1,1 1 1,-1 0-1,1 0 1,14 10-1,2 3-4,-1 1-1,-1 1 0,-1 1 0,30 33 1,-33-31 31,2-1 1,0-1-1,0-1 1,49 29-1,-62-43-16,-1-1 0,1 0 0,0-1 0,0 0 0,0 0 0,0-1 0,1 0 0,-1 0 0,0-1 0,1 0 0,-1-1 0,0 0 0,0 0 0,9-3 0,-2 1-8,-1-2 1,1 0 0,-1 0 0,-1-1 0,1-1 0,22-15 0,-19 10-2,0-1 0,-1-1 1,17-19-1,-26 25-18,0 0 0,0-1 0,-1 1 0,-1-2 0,1 1 1,-2 0-1,1-1 0,3-12 0,-7 21 15,-1 0 0,1-1 0,-1 1 0,1 0 0,-1-1 1,0 1-1,0 0 0,1 0 0,-1-1 0,0 1 0,0 0 0,0-1 1,-1 1-1,1 0 0,0-1 0,0 1 0,-1 0 0,1-1 0,0 1 1,-1 0-1,0 0 0,1 0 0,-1-1 0,0 1 0,1 0 0,-1 0 1,0 0-1,0 0 0,0 0 0,0 0 0,0 0 0,0 1 0,0-1 1,0 0-1,0 0 0,-1 1 0,1-1 0,0 1 0,0-1 0,-1 1 1,-1-1-1,-3 0-19,0 1 1,0-1-1,1 1 1,-1 0 0,0 1-1,0 0 1,1-1-1,-9 4 1,-10 5-219,1 1-1,0 1 1,0 1 0,2 1-1,-1 1 1,-27 24-1,-12 6-583,-20 9-633,78-51 1312,23 1 140,-10-2 65,0-1 0,0-1 1,0 0-1,-1 0 1,1-1-1,0 0 0,-1 0 1,14-6-1,20-5 167,-24 9-127,0 0 0,1 2 0,-1 0 0,1 1 0,-1 1 0,1 1 0,20 3 0,-25-1-257,-1 1 0,1 0 0,-1 1 0,0 1 0,0 0 0,0 0 0,-1 2 0,0-1 0,20 17 0,27 29-3675,-21-13-3655,-11-9 41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3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33 9513,'10'-33'4723,"14"53"-264,-14-9-4168,-1 1 0,0 0-1,-1 0 1,0 1 0,-1 0 0,0 1 0,-1-1-1,7 27 1,-6-17-120,-1 1 0,-2-1 0,0 1 0,0 41 0,-13 60 264,5-94-325,1-13 215,0-1 0,-2 0 0,0 0-1,-1 0 1,0 0 0,-1-1 0,-1 0 0,-1-1-1,0 0 1,-13 15 0,6-5 1131,15-23-912,1-6-101,0-3-373,0-1 1,0 1-1,1-1 1,0 1-1,0 0 0,1-1 1,0 1-1,0 0 1,1 0-1,0 0 1,0 0-1,0 1 0,8-11 1,8-11-433,39-43 1,-49 60 169,67-76-3900,114-102 0,-147 153 2338,79-64-6752,-71 66 1135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0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1 8209,'-7'3'367,"1"1"0,0-1 0,0 2 0,0-1 0,-6 7 0,10-9-173,0 1 0,0 0 0,1 0 0,-1 0 0,1 0 0,-1 0 0,1 0 0,0 0 0,0 0 0,1 0 0,-1 1 0,0-1 0,1 6 0,0-1 74,0 1 0,1 0-1,0-1 1,0 1 0,1-1 0,0 1-1,1-1 1,0 0 0,6 13 0,2-1 153,21 32 1,-31-51-391,4 6 20,0-1 0,0 1 0,0-2 0,1 1 0,0 0 0,0-1 0,0 0 0,1-1 0,0 1 0,-1-1 1,2-1-1,-1 1 0,13 3 0,-12-3 23,-4-3-43,0 0-1,0 0 0,0 0 1,0 0-1,0 0 1,0-1-1,0 0 0,0 0 1,0 0-1,0 0 0,1-1 1,-1 0-1,0 0 1,0 0-1,0 0 0,-1 0 1,1-1-1,0 0 0,0 0 1,-1 0-1,1 0 1,-1 0-1,0-1 0,0 1 1,0-1-1,0 0 1,5-6-1,6-8 253,-1-1 0,-1 0 1,0-1-1,8-20 0,-6 13 82,-8 16-147,0-1 1,1 0-1,0 1 1,0 1-1,1-1 0,1 1 1,-1 0-1,2 1 1,9-8-1,-18 16-206,0 0-1,0-1 1,0 1 0,0 0 0,0 0-1,0 0 1,0-1 0,0 1-1,0 0 1,0 0 0,0 1 0,1-1-1,-1 0 1,0 0 0,0 0-1,-1 1 1,1-1 0,0 0-1,0 1 1,0-1 0,0 1 0,0-1-1,0 1 1,0-1 0,-1 1-1,1 0 1,0 0 0,0-1-1,-1 1 1,1 0 0,0 0 0,-1 0-1,1-1 1,-1 1 0,1 0-1,-1 0 1,0 0 0,1 0 0,-1 2-1,4 5 37,-1 0 0,0 0 0,4 15-1,-3 12 71,-1 0 0,-2 0-1,-1 1 1,-7 50 0,5-68-73,-10 81 197,-5-1 0,-4-1 0,-5-1 0,-3-1 0,-5-2-1,-3-1 1,-74 130 0,111-222-242,-4 8 149,0 1 0,-1-1-1,1 0 1,-2 0 0,1-1-1,-1 0 1,-1 0 0,1 0-1,-1-1 1,0 0 0,-12 8 0,18-13-124,0 0-9,1-1 0,-1 1 0,1-1 0,-1 0 0,1 1 0,-1-1 0,1 1 0,-1-1 1,0 0-1,1 1 0,-1-1 0,1 0 0,-1 0 0,0 1 0,1-1 0,-1 0 0,0 0 0,1 0 1,-1 0-1,0 0 0,1 0 0,-1 0 0,0 0 0,1 0 0,-1 0 0,0 0 0,1-1 0,-1 1 1,0 0-1,1 0 0,-1-1 0,0 1 0,1 0 0,-1-1 0,1 1 0,-1-1 0,1 1 0,-1-1 1,1 1-1,-1-1 0,1 1 0,-1-1 0,1 1 0,0-1 0,-1 1 0,1-1 0,0 0 0,0 1 1,-1-1-1,1 0 0,0 1 0,0-1 0,0 0 0,0 1 0,0-1 0,0-1 0,-2-4 12,1 0 0,0-1 0,0 1 0,0-1-1,1 1 1,0-1 0,0 1 0,1-1 0,0 1-1,0 0 1,1-1 0,-1 1 0,5-9 0,4-11-236,25-44 1,123-181-4160,-97 160 1979,-30 45-671,2 2 0,51-54 0,-1 17-6239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2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 21 10161,'17'-3'2380,"-24"24"-188,-10-30-103,7-3 3863,-3 3-4520,3 0 1604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4.6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11 311 13005,'0'0'168,"-1"-1"1,0 1-1,1 0 0,-1-1 1,1 1-1,-1 0 0,0-1 0,1 1 1,-1-1-1,1 1 0,-1-1 0,1 1 1,-1-1-1,1 1 0,-1-1 0,1 0 1,0 1-1,-1-1 0,1 1 1,0-2-1,10-3 2211,42 5 357,-27 1-1658,385 15 3011,-139-3-3325,1707-49 648,-353-143-2563,-1426 153 871,479-54-2706,-614 77 1581,-52 2-2428,1 1-3673,-41 0-1346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3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1 453 6265,'0'0'15088,"4"0"-13732,44-3 560,84-15 0,-10-1-1325,90-3 39,1200-148-4466,-777 68-643,-210 29-3113,-176 27-1279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62 441 11477,'-34'2'1672,"33"-2"-1485,0 0 1,-1 0 0,1 0 0,0 0 0,-1-1 0,1 1 0,0 0 0,0-1 0,-1 1 0,1-1 0,0 1-1,0-1 1,0 0 0,0 1 0,-1-1 0,1 0 0,0 0 0,0 0 0,1 0 0,-3-2 0,1 2 615,21-7 345,55-10-504,0 3 0,1 3 0,98-3 0,-100 10-473,1333-145-4660,-90-25-5374,-1091 144 5406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05.8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1 208 10509,'30'-12'1564,"-10"-9"-144,7 0-156,23-6-388,-7 6 69,11 3-185,13 3-320,20-3-860,13 3-1033,11-6-3195,10 2-3625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1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81 5489,'50'-12'1252,"-40"3"-180,14 0-44,-1 0-116,11 0-148,23-3-128,-7 6-204,10 0-184,14 3-396,10-3-556,-1 6-2548,8 0-1493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1.8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168 0 3508,'0'0'878,"-4"1"-115,-3 1-369,1 1 0,-1 0-1,1 0 1,-1 1 0,1 0-1,0 0 1,-7 6 0,11-8-441,1 1 38,-4 24-168,4-24-50,-9 6-83,2-3-151,0-1 0,1-1 0,-1 1 0,-1-1-1,1-1 1,-11 4 0,-1-1-856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1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64 5913,'0'0'5303,"3"-2"-4244,4-4-812,-1 1-1,2 0 1,-1 1-1,0 0 1,1 0-1,0 1 1,0 0 0,0 0-1,0 1 1,9-2-1,15-1 99,44-2 0,-40 4-114,93 0-59,229 22 0,-234-8-917,-76-7 9,91 7-717,-41-2-4228,-64-6 1028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3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22 4068,'-3'13'1320,"3"-11"-169,1-4-183,3-1-805,-1 0 0,1 0 0,0 0 1,0 0-1,0 0 0,0 1 0,1 0 0,-1 0 0,1 0 0,-1 0 0,1 1 0,0 0 0,-1 0 0,1 0 0,0 0 0,5 1 0,13-1-92,-1 1 0,27 4-1,-28-2 85,632 94-934,-408-54-2995,-123-23 665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2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3128,'114'-12'468,"-70"6"-388,3-1-1164,3 1 336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9.9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11 294 7109,'-10'-25'8591,"24"24"-8093,1-1 0,0 0 1,0-1-1,15-5 0,27-6-67,240-26 204,-101 15-446,25-2-177,-77 12-2331,236-57 0,-343 62 1482,103-25-4527,-61 21-271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1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77 8177,'-75'10'1856,"40"-11"4354,45-14-5033,-8 14-1147,-1-1 0,1 1-1,0 0 1,0-1 0,-1 1 0,1 0 0,0 0 0,0 0 0,0 0 0,0 0 0,0 1 0,1-1 0,-1 0 0,0 1 0,0 0 0,0-1 0,0 1 0,1 0 0,2 1 0,8-2 63,243-7 81,-106 6-1343,251-30-6302,-374 29 6354,83-7-4428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13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42 5949,'0'-19'1092,"11"6"-180,3 4 1440,-10 31-9673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5.1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800 57 3840,'-25'-12'1064,"20"9"2223,4 1-2705,-2-2-740,2 1 439,0 1 0,0-1 1,-1 1-1,1 0 0,-1 0 0,1-1 0,-1 1 1,0 0-1,0 0 0,0 0 0,0 1 0,-1-1 0,1 0 1,0 1-1,-1 0 0,-4-3 3291,6 8-3367,-2 25 298,2 59 0,2-11 81,-48 382 1459,27-308-1526,1 39 96,-19 124 31,-58 246-6,46-159-372,-6 172 117,55-559-375,-6 450 606,3-61 374,-25-114 136,4-66-585,-6 75 104,-7 99 223,33-314-751,-11 300 298,-1-17-249,11-192-82,-38 244 0,-29 97 62,-14-5 222,84-488-353,-9 65 60,11-78-71,1 1 0,0 0 0,0-1 0,1 1 0,1-1 0,2 14 0,-3-22-15,0-1 0,0 1 0,0-1 1,0 1-1,0-1 0,0 0 1,0 1-1,0-1 0,0 0 0,1 0 1,-1 1-1,0-1 0,0 0 0,0 0 1,0 0-1,0-1 0,0 1 0,0 0 1,0 0-1,0 0 0,2-2 0,-1 2-40,6-2-142,-1 0 0,1 0 1,-1-1-1,0 0 0,0 0 0,0-1 1,0 0-1,0 0 0,-1-1 1,0 0-1,0 0 0,0 0 0,7-10 1,9-10-2203,33-55 0,-36 51 529,19-33-4592,2-4-4207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6.1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1053 13 4368,'-23'-12'2764,"23"12"-2642,0 0-1,-1 1 0,1-1 0,-1 0 0,1 1 0,0-1 0,0 0 0,-1 1 1,1-1-1,0 1 0,0-1 0,-1 1 0,1-1 0,0 1 0,0-1 0,0 1 1,0-1-1,0 1 0,0-1 0,0 1 0,0-1 0,0 1 0,0-1 1,0 1-1,0-1 0,0 1 0,-4 27 1204,0-8-622,1 0 0,2 0-1,0 0 1,1 1-1,5 37 1,-1 9 417,2 106 955,5 797 3185,-50-73-2883,32-761-2180,-31 367 225,37-492-414,-50 319 237,-40 122-80,-180 602 380,89-436 150,41 10-54,125-539-561,-37 264 227,6 94 11,32-241-182,9-76-8,-40 209 0,36-239-146,5-67 22,-2 61-1,2-14-16,-1 29-34,5-63-274,1-29-155,0-16 355,0 1-1,0 0 1,1-1 0,-1 1 0,0-1 0,1 1 0,-1-1 0,1 1 0,-1-1 0,1 0-1,0 1 1,0-1 0,-1 0 0,1 1 0,0-1 0,0 0 0,0 0 0,0 0-1,1 0 1,-1 0 0,0 0 0,0 0 0,1 0 0,2 1 0,-1 0-236,11-28-7169,5-8 1399,7-19-3774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7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143 377 4748,'-3'-2'-6,"-1"1"300,0-1 0,0 0 0,1 0 1,-1 0-1,1-1 0,0 1 0,0-1 0,0 1 1,0-1-1,0 0 0,-3-4 0,5 5-103,-1 0 0,1 0 0,-1 0 0,0 0 0,0 0-1,0 1 1,0-1 0,0 1 0,0-1 0,0 1 0,0 0 0,0 0 0,-1 0 0,-2-1 0,-20-12 1515,0-3-520,22 15-39,-5-9-196,8 10-931,0 1 1,0 0-1,-1-1 0,1 1 0,0 0 0,-1 0 0,1-1 0,0 1 0,0 0 0,0-1 1,0 1-1,-1 0 0,1-1 0,0 1 0,0-1 0,0 1 0,0 0 0,0-1 0,0 1 0,0-1 1,0 1-1,0 0 0,0-1 0,0 1 0,0 0 0,0-1 0,0 1 0,0-1 0,0 1 0,1 0 1,-1-1-1,0 1 0,0 0 0,0-1 0,1 1 0,-1-1 0,40-5 392,0 2 0,0 2 1,74 4-1,-61 0-224,766 44 1304,-579-29-1227,537 27 490,584 18-193,-1105-55-479,951 19 105,1-32-119,1001-123-60,-10-110 50,-1480 162 23,-627 73-115,143 12 1,89 33 75,-283-37-19,42 0 0,-105-24-138,6 16-241,1 1-1,-1 0 1,0 1 0,0 0 0,0 2 0,-16 0 0,-49-2-4394,48-2 105,5 8-2676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19.6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84 252 5176,'-22'-22'1005,"21"21"-961,1 1 1,0-1 0,0 0 0,0 1 0,0-1 0,0 0 0,0 1-1,0-1 1,0 1 0,0-1 0,0 0 0,0 1 0,0-1 0,0 1-1,0-1 1,0 0 0,1 1 0,-1-1 0,0 1 0,0-1-1,1 1 1,-1-1 0,0 0 0,1 1 0,-1 0 0,1-1 0,-1 1-1,1-1 1,-1 1 0,1-1 0,-1 1 0,1 0 0,-1-1 0,1 1-1,-1 0 1,1 0 0,0-1 0,0 1 0,9-9 2807,-9 5-2695,1-1 0,0 1-1,0 0 1,0 0-1,0 0 1,1 0 0,0 0-1,0 0 1,0 1 0,0 0-1,0-1 1,1 1-1,-1 0 1,1 1 0,0-1-1,0 0 1,0 1-1,0 0 1,0 0 0,1 1-1,5-3 1,142-42 1003,-89 26-846,-21 5 0,1 3-1,0 1 1,1 2-1,88-7 1,-127 16-307,0 0 0,-1 1 1,1 0-1,-1-1 1,1 1-1,0 1 1,-1-1-1,0 1 1,1 0-1,-1 0 0,0 0 1,0 0-1,0 1 1,0-1-1,-1 1 1,1 0-1,-1 1 0,1-1 1,-1 0-1,0 1 1,-1 0-1,4 4 1,-1 2 19,1 0-1,-2 0 1,0 1 0,0-1 0,-1 1 0,0 0 0,-1 0-1,1 11 1,-2-4-1,-1-1 0,-1 1-1,0-1 1,-1 0 0,-1 0 0,-1 0-1,0 0 1,-2 0 0,0-1-1,0 0 1,-13 21 0,-8 11-29,-2-1 1,-44 53-1,40-56-20,-2-2 0,-1-1 0,-3-2 0,-60 49 0,53-54-11,-1-2 0,-84 43 0,78-48 32,-49 20 65,99-46 728,6-4-728,1 1 0,-1-1 0,0 1 0,1-1 0,0 1 0,6-2 0,-10 4-36,4-2 27,0 1 0,0 0-1,0 0 1,0 0 0,0 0-1,0 1 1,0 0 0,0 0 0,1 0-1,-1 0 1,0 1 0,0-1-1,7 3 1,13 1 165,136-4 464,-108-1-516,57-8 1,-21 2-18,158-11 30,135-7 44,-109 10-141,-208 6-77,-61 9 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25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31 109 4604,'20'0'905,"-27"-18"-189,-3 3 996,0-3-1368,4 3 232,-4 0-352,3 3-132,17-3-6281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27.9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439 272 5444,'0'0'76,"0"-1"0,0 1-1,-1 0 1,1-1-1,0 1 1,0-1 0,-1 1-1,1-1 1,0 1-1,0 0 1,0-1 0,0 1-1,0-1 1,0 1-1,0-1 1,0 1 0,0-1-1,0 1 1,0-1-1,0 1 1,0-1 0,0 1-1,0 0 1,0-1-1,0 1 1,1-1 0,-1 1-1,0-1 1,0 1-1,1-1 1,0-3 1561,-14 1-582,-2 3 109,12 0 1001,2-3-1198,0 0-831,0 0 0,0 0 0,0 0 0,1 0-1,-1 0 1,1 0 0,-1 0 0,1 0 0,0 0 0,0 0 0,1 0 0,-1 0 0,1 0-1,-1 0 1,1 0 0,0 0 0,0 0 0,0 0 0,1 0 0,-1 1 0,1-1 0,-1 0-1,1 1 1,0-1 0,0 1 0,4-4 0,8-10 41,1 1 0,0 1 0,1 0 0,0 1 0,1 0 0,1 2 0,0 0 0,0 1 0,1 1 0,0 0-1,1 2 1,0 0 0,0 1 0,29-4 0,-44 10-170,-1-1 0,1 1-1,-1 0 1,1 0-1,-1 0 1,0 1 0,1 0-1,-1 0 1,1 0 0,-1 0-1,0 1 1,0-1-1,0 1 1,6 4 0,-7-5-7,-1 1 1,0-1 0,0 1-1,0-1 1,0 1-1,0 0 1,-1 0 0,1 0-1,-1 0 1,1 0 0,-1 0-1,1 0 1,-1 0 0,0 1-1,0-1 1,0 1 0,-1-1-1,1 1 1,0-1-1,-1 1 1,0-1 0,1 1-1,-1-1 1,0 1 0,-1 3-1,-2 9-1,-1 0 0,0 0 0,-1-1 0,-1 0 0,0 0 0,-9 15 0,-56 77 13,37-58-6,0-3 17,25-34-24,0 0 0,1 0 0,0 1 0,1 0 0,-6 14 0,11-23 25,2 0-6,0-1-20,0 1 0,1-1 0,-1 1 1,0-1-1,1 1 0,-1-1 0,1 0 0,0 1 0,0-1 0,0 0 0,0 1 0,0-1 0,0 0 0,0 0 0,3 2 0,0 0 5,0 0 0,1 0 0,-1-1 0,1 1 0,0-1 0,7 3 0,104 59-32,-100-55 32,89 64 51,-94-65-46,1 1-1,-1 1 1,-1 0 0,0 0 0,-1 1 0,9 13 0,-16-22-3,0 1 0,0 0 0,0-1 0,0 1 0,0 0 0,-1 0 0,1 0 0,-1 0-1,0 0 1,-1 0 0,1 0 0,-1 0 0,1 1 0,-1-1 0,-1 0 0,1 0 0,0 0 0,-1 0 0,0 1 0,0-1 0,0 0 0,-1 0 0,1-1 0,-1 1 0,0 0 0,0 0-1,0-1 1,-1 1 0,1-1 0,-1 0 0,0 0 0,0 0 0,0 0 0,0 0 0,-4 3 0,-9 4 19,0 0 1,-1-1-1,1 0 0,-1-2 0,-1 0 1,-24 6-1,-4 0-473,1-3 0,-67 6 0,-92-5-2825,119-8 87,-155 24-1,185-15-4538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34.2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520 303 5224,'0'0'59,"0"1"-1,0 0 0,0-1 1,0 1-1,0 0 0,0-1 0,0 1 1,0-1-1,0 1 0,0 0 1,0-1-1,0 1 0,0-1 0,-1 1 1,1 0-1,0-1 0,0 1 1,-1-1-1,1 1 0,0-1 0,-1 1 1,1-1-1,-1 1 0,1-1 0,0 1 1,-1-1-1,1 1 0,-2-1 1,-7-17 2240,8 15-987,-19-4 997,-43-15 976,49 15-2328,0 0 0,0 2 0,-18-4 0,25 6-780,-1 2 1,0-1-1,1 1 0,-1 0 1,1 1-1,-1 0 1,1 0-1,-1 0 0,1 1 1,0 1-1,-1-1 1,-9 6-1,7-3 29,0 1 0,0 1 0,1-1 1,0 2-1,0-1 0,1 1 0,-11 14 0,3-1 138,1 1 0,0 0 0,2 2 0,1-1 0,1 2 0,-10 32-1,10-22-44,1 0-1,2 1 1,1 0-1,-3 60 0,10-73-201,1 1-1,1-1 1,0 0-1,2 0 1,1 0-1,0 0 1,2-1-1,13 30 1,-14-39-51,1 0 1,0 0 0,2-1-1,-1 1 1,1-2-1,1 1 1,0-2 0,0 1-1,1-1 1,1-1 0,-1 0-1,2 0 1,16 8 0,-11-8-20,1-1 1,0 0 0,0-2 0,0 0 0,1-2 0,0 0 0,0-1-1,0 0 1,25-2 0,-24-1-23,10 1 11,0-2 0,0 0 0,0-3 0,50-11 0,-66 11-14,0-1-1,0-1 1,0 0-1,16-10 1,-24 12-1,0-1 1,0 0 0,0 0-1,-1-1 1,0 1-1,0-1 1,0-1 0,-1 1-1,0-1 1,0 0-1,3-8 1,0-3-4,-1 0 1,-1-1-1,-1 0 0,0 0 1,-1 0-1,-2 0 0,0-1 1,-1 1-1,-1-23 0,-4-25-12,-16-85-1,11 95 6,-2-16-4,-39-137-1,44 191 6,-1 0 0,-1 0-1,-1 0 1,0 1-1,-1 1 1,-1 0-1,-1 0 1,0 1 0,-1 0-1,-1 1 1,-29-25-1,28 30 10,0 1 0,0 0-1,-1 1 1,0 1 0,0 0-1,-1 1 1,0 1 0,0 0-1,0 1 1,0 1 0,-33-1-1,16 4-120,0 1 0,1 2-1,-1 1 1,1 2 0,-40 12-1,66-16-363,-1 0 1,0 1-1,1 1 0,-1-1 0,1 1 0,0 0 0,1 1 0,-1 0 0,1 0 1,0 0-1,-8 9 0,-1 3-2419,-4 4-5045,6 1-1228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37.2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75 184 4808,'-50'-2'1209,"39"1"5172,1 8-5630,10-6-695,0-1-1,-1 0 1,1 1-1,0-1 0,0 0 1,-1 1-1,1-1 1,0 1-1,0-1 1,0 1-1,-1-1 1,1 1-1,0-1 0,0 1 1,0-1-1,0 1 1,0-1-1,0 1 1,0-1-1,0 1 1,0-1-1,0 1 1,0-1-1,0 1 0,0-1 1,1 1-1,-1-1 1,0 0-1,0 1 1,0-1-1,1 1 1,-1-1-1,0 1 0,1-1 1,0 1-1,21 19 1432,37 12 270,-53-29-1582,26 11 212,2 0 0,0-2 0,0-2 0,1-1 0,41 5 0,179 8 172,-243-22-524,1213 19 709,1-55-551,-876 23-73,1924-98 640,-1539 46-125,417-20 499,-986 86-1029,-1 7-1,312 57 1,-368-54-77,-44-7 12,-62-3-53,0-1 1,-1-1-1,1 1 0,0 0 1,0-1-1,0 1 1,0-1-1,-1 0 1,1 0-1,4-2 0,-1 0-21,-3 2-15,-12-29-387,8 29 408,1 0 1,-1 0-1,0 0 1,1 1-1,-1-1 1,0 0-1,0 1 1,0-1-1,1 0 1,-1 1 0,0-1-1,0 1 1,0-1-1,0 1 1,0 0-1,0-1 1,0 1-1,0 0 1,-2-1-1,-1 0-77,-74-30-1982,38 14-3558,-81-24 1,68 31-2131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0.0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25 257 5549,'-2'-3'1574,"1"2"-1479,-2-4 799,0 0 0,0 0 0,0 0 1,0 0-1,-2-9 0,4 12-721,1-1 0,0 0 0,-1 1 0,1-1 0,0 0 0,0 1 0,1-1 0,-1 0 0,1 1 0,-1-1 0,1 0 0,0 1 0,0-1 0,0 1 0,2-4 0,2-4-1,1 1-1,1 1 0,0-1 0,0 1 0,0 0 0,1 0 0,0 1 0,1 0 0,-1 1 1,13-7-1,3-1 130,0 1 1,49-17 0,-63 26-231,1 0 0,0 1 0,0 1 0,0 0 0,0 0 0,0 1-1,0 0 1,0 1 0,1 1 0,-1 0 0,20 4 0,-25-4-29,-1 1 0,1 1-1,0-1 1,-1 1 0,1 0-1,-1 0 1,0 1 0,0-1 0,0 1-1,0 0 1,-1 1 0,0-1 0,0 1-1,0 0 1,0 0 0,-1 0-1,1 0 1,-1 1 0,-1-1 0,1 1-1,-1 0 1,3 11 0,-1 2 58,0 0 0,-2 1 0,0-1 0,-1 1 0,-2-1 0,1 1 0,-2-1 1,-1 1-1,-6 22 0,-7 20 182,-36 85 0,-33 46 90,20-48-89,40-92-167,16-37-47,1 0 1,1 0-1,1 0 1,-9 36-1,16-51-59,-1 0-1,1 1 0,-1-1 1,1 0-1,0 0 0,-1 1 1,1-1-1,0 0 0,0 0 1,0 0-1,0 0 0,0 0 1,0 0-1,0 0 0,0 0 1,1-1-1,-1 1 0,0 0 1,0-1-1,3 2 0,6-2 9,-1 0-1,1-1 0,-1 0 0,0-1 0,1 1 1,-1-2-1,0 1 0,12-6 0,-11 5-11,97-29-250,1 6 0,175-20 0,-1 20-4050,-209 21 1973,5 1-2582,5 4-2853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3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503 55 4348,'-3'-9'807,"6"8"-299,4 11 5330,-9-12-5071,1 1-639,0 0 0,0 0 0,0 0 0,0 0 0,1 0 0,-1 0 0,0-1 0,1 1 0,-1 0 0,1-1 0,-1 1 0,1 0 0,-1-1 0,1 1 0,0 0 0,0-1 0,0 1 0,0-1 0,0 1 0,0 0 0,0-1 0,0 1 0,0 0 0,1-1 0,-1 1-1,0-1 1,1 1 0,0 0 0,-1 0 0,1-1 0,0 1 0,-1 0 0,1 0 0,0 0 0,0 0 0,0 0 0,0 0 0,0 0 0,3-3 2624,-1 15-1978,-3-7-693,1 1 0,0-1 0,-1 0 0,0 1-1,0-1 1,0 1 0,0-1 0,-2 5 0,1 12 122,-2 13 238,-2 1 0,-10 37 0,-108 444 2136,104-423-3656,-10 137 0,6-37-1173,-38 344-3261,3-16 3305,-43 13-2172,83-450 3247,-41 216-3855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46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71 5573,'0'0'1079,"3"-1"-162,1-2-319,0 0 0,0 0 0,-1-1-1,1 1 1,-1-1 0,4-4 0,-2-8 6232,-17-10-2706,-15 83-2650,3 2 1,-33 120-1,30-80-1315,-27 188 0,3-8-7046,30-179 245,3-3-4294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3.7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7245,'0'0'6600,"3"-1"-5638,19-1 65,-10 2 2090,-5-17-2588,-6 16-1314,4-8 2305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5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33 6353,'0'-3'206,"0"1"-31,0 0 0,0 0-1,0 0 1,0 0-1,0 0 1,1 0-1,-1 0 1,1 0 0,-1 0-1,1 0 1,0 0-1,2-4 4348,-13 23-4420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8286 3900,'-8'-5'761,"8"6"-110,14 11 444,-8-7-587,-4-3 366,1-1-183,4 0-93,-1 1 1,0 1-1,1-1 1,-1 1-1,0 0 0,0 1 1,8 6-1,-12-9 901,1 0-770,8 1 1126,0 0 0,0 1 0,20 7 0,-27-11-1759,-1 1-1,0-1 0,1 0 0,-1 1 0,1 0 0,-1 0 0,6 0 1,-1 0 3189,-6-1-3013,0 0-228,-1 0 1,1 1-1,0-1 1,0 0 0,0 1-1,0-1 1,0 1-1,0-1 1,0 1-1,0 0 1,0 0-1,0 0 1,0 0-1,0 0 1,0 0-1,0 1 1,0-1 0,0 1-1,3 0 1,40 20 524,-1 2 0,50 33 1,-75-44-447,1-2 0,1 0-1,0-1 1,0-1 0,1-1 0,40 7 0,140 8 94,-127-17-154,50 0 56,187-17 0,-137 2 46,-124 7-122,264-1 72,-86 7-139,-35-12 14,-148 5 14,62-14-1,-9 1 10,-13 2 39,116-35 1,82-45 32,-282 94-82,95-34 246,143-73 0,28-37 165,-203 109-327,42-27-32,13-6-55,-6 4 0,27-22 0,-56 37 0,87-69 0,-114 73 0,55-43 0,114-117 0,157-252 0,-44-33 0,92-253 0,-292 458 0,-11 17 0,-59 117 0,-39 75 0,-3-2 0,24-106 0,-9 29 0,-2-5 0,39-319 0,-53 193 0,-11 63 0,1-9 0,14-5 0,-18 162 0,6-13 0,-11 57 0,8-62 0,-4 41 0,-1 4 0,0-71 0,-6 73 0,17-67 0,-11 70 0,8-85 0,-10 50 0,-5 52 0,2-43 0,-4 32 0,2 0 0,10-47 0,6-50 0,11-189 0,-21 250 0,3-7 0,4-36-2,-8 59 4,-8 11-2,-1 10 0,9 1 0,-6-6 0,-3 35 0,2-26 0,27-75 0,-27 101 0,0 0 0,-1 0 0,0 0 0,0-1 0,0 1 0,-1-11 0,-1-3 0,11-111-39,0 42-15,-5 76 66,-5 13-8,1 0 0,0 0 0,-1-1 1,1 1-1,-1 0 0,1 0 0,-1-1 0,0 1 0,1 0 0,-1-1 0,0 1 0,0 0 0,0-1 0,0 1 0,0 0 0,-1-2 0,-1-27 0,2 27-3,-3 1-283,3 1 224,-1 0 0,0 0-1,0 1 1,0-1-1,0 0 1,0 0 0,0 1-1,0-1 1,0 0 0,0 1-1,0-1 1,0 1 0,0-1-1,0 1 1,-1 0-1,1-1 1,0 1 0,0 0-1,0 0 1,-1 0 0,1 0-1,0 0 1,0 0-1,0 0 1,-1 0 0,1 1-1,0-1 1,-2 1 0,-1 2-418,0 0 1,1 0 0,0 0 0,-1 1 0,2-1 0,-1 1 0,-3 4-1,3-3 93,-6 7-1220,1 0 0,0 0 0,1 1-1,0 0 1,1 0 0,-9 28 0,3 2-5044,8-22 899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1203 121 4360,'24'-12'2053,"-21"-21"1191,-3 30-453,1 1-2713,-1 1 0,1 0 0,0 0-1,-1 0 1,1 0 0,0 0 0,0 0-1,0 0 1,0 0 0,0 0 0,0 0-1,0 1 1,0-1 0,2-1 0,14-12 2563,3-9-1706,-18 21 522,-4 1-1407,1-1-1,0 0 0,-1 1 0,1 0 1,-1-1-1,1 1 0,-1 0 0,0 0 1,0 0-1,1 0 0,-1 0 0,0 0 1,-2 0-1,-40 6 112,0 2 1,1 3-1,0 1 1,1 2-1,0 2 1,1 1-1,1 3 1,1 1-1,0 2 1,2 1-1,-50 41 1,-235 219 242,115-99-2443,170-150 306,-41 49-1,15 0-5309,53-62 896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6:59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12 5961,'-9'-8'9543,"19"5"-7533,23 3-1828,-10 5 172,-1 1 1,1 1-1,-1 1 0,0 1 0,-1 1 0,27 16 0,114 86 667,-117-74-840,-1 1 1,-3 1-1,-1 3 0,-2 1 0,59 92 1,15 64-2492,-23 11-6402,-61-128 434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01.3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21 2340,'-3'-21'1340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6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1 125 5893,'21'-37'1414,"-17"29"-150,-5 4-63,-12-30 2574,13 32-3603,1-1-1,0 1 0,0 0 0,0 0 1,0 0-1,0 0 0,0 0 0,1 0 1,-1 0-1,0 1 0,1-1 0,0 0 1,-1 1-1,1-1 0,0 1 0,0 0 1,0 0-1,0-1 0,0 1 0,4-1 1,0-2-101,-4 3-359,2 2-250,131 25-7418,-65-14 2507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7.3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14 3264,'29'-11'580,"-23"9"1160,-6 2-1751,-1 0 0,1 0-1,-1 1 1,1-1 0,-1 0 0,1 1 0,-1-1 0,1 0 0,0 1-1,-1-1 1,1 0 0,0 1 0,-1-1 0,1 1 0,0-1 0,-1 1-1,1-1 1,0 1 0,0-1 0,-1 1 0,1-1 0,0 1 0,0 0-1,-1 0-76,1 0 0,0 1 0,-1-1 0,0 0 0,1 0 0,-1 0 0,1 0 0,-1 0 0,0 0 0,0 0-1,0-1 1,0 1 0,0 0 0,1 0 0,-3 0 0,0 0 64,1 0-1,-1 0 1,0 0 0,1 0 0,-1 0-1,1 1 1,-1-1 0,1 1 0,0 0-1,0-1 1,-1 1 0,1 0 0,0 0-1,1 1 1,-1-1 0,0 0-1,1 0 1,-1 1 0,-1 3 0,2-3 2030,-2-3-1698,-26 11 253,26-9 303,12 33-866,-8-32 29,-2 0-10,-17 40 978,15-36 1223,13-29-1520,-8 20 509,14-24-1014,-15 23-31,10-29 75,-11 30-243,1 0 0,-1 0 0,1 0 0,0 1 0,0-1-1,0 0 1,0 0 0,0 1 0,0-1 0,0 1 0,3-3 0,-3 2-173,-1 12-441,-1 0 1,0 0-1,0 0 0,-1 0 1,-1 0-1,0 0 0,0 0 1,-9 17-1,-12 15-3480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8.7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 4040,'-6'8'526,"-6"16"8507,10-52-8856,-3 24-254,-5 10-243,-34 36-5846,24-26 1937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9.1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1 437 7473,'10'-64'1516,"-10"45"-292,11-6-332,10-14-252,-14 27-52,11-17-148,7-19-180,-4 16-356,4-6-452,-4-7-528,8 1-2260,17 2-1657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29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103 67 3928,'17'-3'878,"-23"10"260,-5 2 3686,8-54-3361,-14 33-1270,14 9-153,-1 1 0,0-1 0,1 1 0,-1 0 0,0 1 0,0-1 0,-8-1 0,2-1-88,7 3 789,-10 19-729,-2 13-6408,11-13 2327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9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 3776,'21'-4'781,"-21"4"-740,0 0-1,1 0 0,-1 0 0,0 0 0,0 0 1,0 0-1,0 0 0,0 0 0,1 0 1,-1 0-1,0 0 0,0 0 0,0 0 0,0 0 1,0 0-1,1 0 0,-1 0 0,0 0 1,0 0-1,0 0 0,0 0 0,0 0 1,0 0-1,1 0 0,-1 0 0,0 1 0,0-1 1,0 0-1,0 0 0,0 0 0,0 0 1,0 0-1,0 0 0,0 0 0,1 1 0,-1-1 1,0 0-1,0 0 0,0 0 0,0 0 1,0 0-1,0 1 0,0-1 0,0 0 1,0 0-1,0 0 0,0 0 0,0 0 0,0 1 1,0-1-1,-21 22 3915,0-2-4811,2-4 957,17-15-91,0 1 0,0-1 0,0 0 0,0 1 1,0-1-1,0 1 0,1-1 0,-1 1 1,1 0-1,-1 0 0,1-1 0,0 1 0,-1 0 1,1 0-1,0 0 0,0 1 0,1-1 0,-1 0 1,0 3-1,-29 6 86,28-10 641,-1-22-590,3 19-351,0 1 0,0-1 0,0 1 0,0-1 0,-1 1 0,1-1 0,0 1 0,-1 0 0,1-1 0,-1 1 0,1 0 0,-1-1 0,0 1 0,1 0 1,-1 0-1,0-1 0,0 1 0,0 0 0,0 0 0,0 0 0,0 0 0,0 0 0,-1 1 0,-1-2 0,-12-8-2706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0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 55 3464,'4'10'235,"2"12"2394,-23-29-2087,2 2-305,12 4 160,0-3-237,-9-13 17,9 13 93,-3-14-1340,-9-3-799,1 12-319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404 39 5805,'0'0'6341,"0"-3"-5284,4-33 9413,-7 37-10416,0-1-1,1 0 1,-1 0 0,1 1-1,-1 0 1,1-1 0,-1 1-1,1 0 1,-1 0 0,1 0-1,0 1 1,-1-1 0,1 1-1,0-1 1,0 1 0,0 0 0,0-1-1,0 1 1,-1 3 0,-3 3 151,1 0 1,0 0-1,-7 17 1,2-4 31,-104 208 1562,93-179-1542,2 1-1,-21 88 1,29-89-158,2 0-1,2 0 1,-1 88-1,10-93-13,14 86-1,-13-116-74,0-1 1,2 1-1,-1-1 1,2 1-1,0-1 0,0-1 1,2 1-1,0-1 1,12 15-1,-15-23-5,1-1 0,-1 1 0,1-1-1,0-1 1,1 1 0,-1-1 0,1 0 0,-1-1 0,1 0-1,0 0 1,0 0 0,0-1 0,0 0 0,8 1 0,-14-2-6,12 1 9,-1 0 1,1-1-1,0 0 1,0-1-1,0 0 1,-1-1-1,25-7 1,-32 8-8,1-1 0,-1 0 0,1 0 1,-1 0-1,0-1 0,0 0 0,0 0 0,0 0 1,-1 0-1,1-1 0,-1 0 0,0 0 0,0 0 0,0 0 1,-1-1-1,1 1 0,-1-1 0,0 0 0,-1 0 0,3-6 1,-4 6-3,0 1 0,0-1 1,0 0-1,-1 1 0,0-1 0,0 0 1,0 0-1,-1 1 0,1-1 1,-1 0-1,0 1 0,-1-1 1,1 1-1,-1-1 0,0 1 0,0 0 1,0 0-1,-1-1 0,1 2 1,-1-1-1,-6-6 0,-3-3-5,-1 0 0,0 1-1,-1 1 1,-21-15 0,10 10 4,-1 1 0,-1 1 1,-51-19-1,63 28-57,-1 0 0,0 1 0,0 0 0,0 1 0,-1 1 0,1 1 0,0 1 0,-27 1 0,39 0-153,0 0-1,-1 0 1,1 0 0,0 0-1,0 1 1,0 0 0,1 0-1,-1 0 1,0 0 0,1 0-1,-1 1 1,1 0 0,0-1-1,-4 5 1,5-5-1179,3 3 295,1 0-1,0-1 0,0 0 1,0 1-1,0-1 0,1 0 1,-1 0-1,1 0 0,5 4 1,15 12-9000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26 130 11725,'-9'-9'1160,"-7"-13"1833,16 21-2898,0 0 0,0 0 0,0 0 0,0 0 0,0 0 0,0 1 0,0-1 0,0 0 1,1 0-1,-1 0 0,0 1 0,1-1 0,-1 0 0,0 0 0,1 0 0,-1 1 0,1-1 0,-1 0 0,1 1 0,-1-1 0,1 1 0,0-1 0,-1 0 0,1 1 0,0-1 0,-1 1 0,1 0 0,1-1 0,0-1 55,-1 1 0,1 0 0,-1-1 0,0 1-1,0-1 1,0 1 0,0-1 0,0 1 0,0-1-1,0 0 1,0 1 0,0-5 0,10-12 388,-7 15-429,0 0 1,1 0-1,-1 0 1,1 1-1,0 0 0,0 0 1,0 0-1,0 0 1,9-1-1,50-4-44,-52 6-173,10-1-616,0 1-1,0 2 0,0 0 0,39 8 1,-39-4-2254,0 2 0,33 13 0,-5 3-3652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2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107 135 9009,'-13'-1'1595,"1"-1"-1,-1 0 1,1 0 0,-14-6-1,-2 1 2124,25 6-2296,20-13 662,-9 9-1936,0 0 0,0 1 0,1 0-1,0 0 1,0 1 0,0 0 0,0 0 0,16-2-1,88-4-827,-17 1-889,-14-7-713,70-9-6301,-61 19-855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8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24 6357,'-14'-10'14762,"4"1"-11670,9 8-2940,1 1 1,-1-1 0,1 1-1,-1 0 1,0-1-1,1 1 1,-1 0-1,1-1 1,-1 1-1,0 0 1,1 0 0,-1-1-1,1 1 1,-1 0-1,0 0 1,1 0-1,-1 0 1,0 0-1,1 0 1,-1 0-1,0 0 1,1 0 0,-1 0-1,0 1 1,1-1-1,-1 0 1,0 0-1,1 1 1,-1-1-1,0 1 1,-18 20 2322,-6 35-1158,24-53-1282,-11 34-35,2 0 0,1 0 0,2 1 0,-4 63 0,3 116-502,6-159-1859,0-3-1450,5 0-4152,6 13-7183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8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17 7117,'14'-16'17080,"-22"42"-13977,4-3-2139,1 1 0,0 0 1,2 0-1,4 45 0,-1-3-382,-17 337-922,13-386-770,-1-1-1,-1 1 1,-11 30 0,8-26-1576,-8 39-1,8 21-4656,0 3-4879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6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19 608 11845,'-4'-12'699,"1"-1"0,-1 1 0,2-1 0,0 0-1,0 0 1,1 1 0,1-1 0,0 0 0,4-23 0,-2 18-145,0 0 1,2 1 0,0-1 0,1 1-1,1 0 1,0 0 0,1 1-1,1 0 1,1 0 0,17-24 0,-9 20-339,1 2 1,1 0-1,0 1 0,1 1 1,1 1-1,0 1 1,1 1-1,0 1 1,32-13-1,-10 8-65,0 2 0,2 2 0,-1 2 0,56-7 0,-78 15-106,0 1 1,1 1 0,-1 1-1,45 6 1,-61-5-35,1 0-1,-1 1 1,0 0 0,1 0 0,-1 1 0,0 0-1,-1 0 1,1 0 0,0 1 0,-1 0 0,0 0-1,0 1 1,0 0 0,-1 0 0,1 0 0,-1 1-1,0-1 1,6 12 0,-9-13-5,0 1 0,0-1-1,-1 0 1,0 1 0,0-1 0,0 1 0,-1 0 0,0-1-1,0 1 1,0 0 0,-1 6 0,-9 45-35,8-50 25,-6 18 22,-1 0-1,0 0 1,-2-2-1,-1 1 1,-16 22-1,10-16 2,-21 47-1,35-65-13,0 0 0,0 1 0,1 0 0,0-1 0,1 1 0,1 0 0,0 0 0,0 14 0,2-16-2,1 1 1,-1 0-1,2-1 0,0 1 1,0-1-1,0 0 0,2 0 1,-1 0-1,1 0 0,0-1 1,1 0-1,0 0 1,1 0-1,0-1 0,15 14 1,8 5-19,2-1 1,68 40 0,-27-19 39,-62-39-14,8 4-20,0 2 0,-1 0 0,-1 1 0,21 23 1,-34-34 10,-1-1 1,0 1-1,-1 0 1,1 0 0,-1 0-1,1 0 1,-1 1-1,0-1 1,-1 0 0,1 1-1,-1 0 1,0-1-1,0 1 1,0 0 0,-1-1-1,0 1 1,0 0-1,0 0 1,0-1 0,-1 1-1,1 0 1,-1-1-1,-1 1 1,1 0 0,-1-1-1,1 1 1,-4 5-1,-2 0 12,0 0 0,-1-1-1,1 1 1,-2-1 0,1-1-1,-1 0 1,-1 0 0,1-1-1,-17 10 1,-15 6 33,-49 19-1,70-32-18,-225 93 285,-130 62-2436,239-99-5595,120-57 1424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9.6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4 112 9197,'-4'-22'3948,"11"6"-2552,4 0 861,-4 0-1457,3 4-152,5 2-344,6 0-304,7 7-632,-3-3-588,11 12-297,-5-3-683,-2 1-1572,17 12-2453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09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48 9281,'-21'13'10581,"46"-3"-10109,-4-7-428,18-6-736,25-10-668,-7-9-785,6-1-2595,8 11-3717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1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386 35 4704,'0'0'15389,"-3"0"-14959,-72 9 2243,70-7-2644,0 0-1,0 0 0,1 0 1,-1 1-1,0 0 1,1-1-1,-1 2 0,1-1 1,0 0-1,0 1 1,1 0-1,-7 7 1,-2 3 81,-8 5 29,2 0 0,0 2-1,1 0 1,1 1 0,-15 29-1,3-1-41,16-30-28,0 2-1,1-1 1,2 1-1,-14 46 1,18-48-64,1-7 14,1 0-1,1 0 1,-1 17 0,3-26-15,0 1 0,0-1 0,1 1 0,-1-1 0,1 1 1,0-1-1,1 0 0,-1 1 0,1-1 0,0 0 0,0 0 0,0 0 0,4 6 0,0-2 0,0-1 0,0 1 0,1-1-1,0 0 1,0 0 0,0-1 0,1 0 0,0 0 0,0-1 0,1 0 0,0-1 0,-1 0-1,1 0 1,1 0 0,-1-2 0,16 4 0,-13-3 2,1-2 0,0 1-1,-1-2 1,1 0 0,-1 0 0,1-1 0,-1-1 0,1 0 0,-1 0-1,0-2 1,0 1 0,0-1 0,0-1 0,-1 0 0,1-1-1,-2 0 1,19-14 0,-10 5-12,-1 0 1,-1-1-1,-1-1 1,0 0-1,-1-1 0,-1-1 1,-1-1-1,20-36 1,-24 34-5,-2 0 0,0 0 0,-1-1 0,-1 1 0,3-33 1,0 0 10,-7 47-2,0 0 0,-1 0 1,0 0-1,0 0 1,-1 0-1,0 0 0,0 0 1,-1 0-1,0 1 0,0-1 1,-1 0-1,0 1 1,0-1-1,-9-12 0,6 11-5,0 0 1,-1 0-1,0 1 0,0 0 0,-1 0 0,0 1 1,0 0-1,-1 1 0,0-1 0,-11-5 0,13 9-30,-1-1 1,1 1-1,-1 1 0,1-1 0,-1 1 0,0 1 1,0 0-1,0 0 0,0 0 0,1 1 0,-1 0 1,0 0-1,0 1 0,-12 2 0,2 2-985,2 1 0,-1 1 1,1 0-1,0 1 0,-24 15 0,23-14-594,-16 9-4852,18-1-879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5.7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1350 4708,'-29'2'1188,"23"-1"799,2-2-1156,-230-33 5758,230 33-6353,-1 0-1,0-1 0,1 1 1,0-1-1,-1 0 0,-5-4 0,8 4 74,-1 0-1,-1 1 1,1-1-1,0 1 0,0-1 1,-1 1-1,1 0 1,0 0-1,-6 0 1,12-3-20,3-4-239,1 0 0,0 0-1,0 1 1,1 0 0,0 1 0,0 0 0,0 0-1,1 1 1,0 0 0,0 0 0,14-4 0,16-5 102,65-13 0,-59 16-51,483-87 469,10 34-326,-227 29-124,180-22-32,445-43 10,-368 41-43,533-50-7,379-40 3,-5-33-74,-1437 176-17,439-69-1,-10-38-2481,-358 74-255,-45 7-2500,-56 26 3043,0 0 0,0 0-1,9-11 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8.6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39 3780,'-35'-6'-516,"42"-10"-464,4 0 284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8.1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344 184 8533,'0'0'3841,"-2"-2"-2071,0 0-453,-15-22 8434,-3 39-8270,15-10-1332,0 0 1,0 0-1,0 1 0,1 0 1,0 0-1,0 1 0,1-1 1,-1 1-1,-3 12 0,-3 11 328,-6 33-1,1 0-23,1-14-168,2 1 0,3 1 0,1 0 0,-1 85 1,10-122-260,-1-1 1,2 1-1,-1-1 1,2 0 0,0 0-1,1 0 1,0 0 0,1 0-1,0-1 1,1 1-1,0-1 1,1-1 0,0 0-1,11 13 1,-8-13-16,1 0 0,1 0 1,-1-1-1,2 0 0,0-1 0,0 0 0,0-1 1,1-1-1,0 0 0,0-1 0,30 8 1,-17-7-2,-1-2 1,1-1 0,0-1 0,0-1 0,0-2 0,1 0 0,-1-2 0,0-1 0,-1-1-1,1-1 1,-1-2 0,0 0 0,40-18 0,-50 17-11,0 0 0,0 0 0,-1-1 0,0-1-1,-1-1 1,0 0 0,-1-1 0,0 0 0,-1-1 0,0 0 0,-1-1 0,0-1 0,-1 1-1,-1-2 1,-1 1 0,0-1 0,-1-1 0,0 1 0,-2-1 0,0 0 0,5-31 0,-8 28 0,0 0 1,-2 0-1,0 0 1,-1 0 0,-1 0-1,-1 0 1,-1 0-1,0 0 1,-8-19 0,3 16-15,-1 0 0,-1 1 0,-1 0 0,-1 1 1,-1 0-1,-33-36 0,20 27-163,-1 2 1,-1 1-1,-2 2 1,-1 1-1,-65-38 1,67 46-447,0 2 0,-1 2 1,0 0-1,-1 2 0,0 2 0,-1 1 0,-48-5 1,29 8-1891,-75 4 1,99 2 119,0 2 0,-35 8 1,-36 20-7991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29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55 15 4476,'-1'-1'56,"0"1"0,0 0-1,0-1 1,0 1-1,0 0 1,0-1 0,0 1-1,0 0 1,0 0-1,0 0 1,0 0 0,0 0-1,0 0 1,0 0-1,0 1 1,0-1 0,0 0-1,0 0 1,0 1-1,0-1 1,0 1 0,0-1-1,0 1 1,1-1-1,-1 1 1,0-1 0,0 1-1,1 0 1,-1-1-1,-3 5 4143,2-7-5187,-19-19-2627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2.3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1 12257,'-1'0'310,"0"0"0,1-1 0,-1 2 1,0-1-1,1 0 0,-1 0 0,0 0 0,1 0 0,-1 0 0,0 0 0,1 1 0,-1-1 0,0 0 1,1 1-1,-1-1 0,1 0 0,-1 1 0,1-1 0,-1 1 0,1-1 0,-1 1 0,1-1 0,-1 2 1,-10 20 2571,-3 38-1865,12-45 185,-14 83 1337,-4 129 0,16 103-1397,4-260-1227,2 29-824,0-23-2112,-9 79 0,-4 28-7183,7-87-593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6.6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26 4352,'-21'3'795,"20"-2"-650,0-1 1,0 0-1,1 0 1,-1 0 0,0 1-1,1-1 1,-1 1-1,0-1 1,1 0 0,-1 1-1,1-1 1,-1 1-1,1-1 1,-1 1 0,1 0-1,-1-1 1,1 1-1,-1-1 1,1 1 0,0 0-1,-1-1 1,1 1-1,0 0 1,0-1-1,-1 1 1,1 0 0,0 0-1,0 0 1,1-1-105,-1-1 0,1 0 0,0 0 0,0 1 0,0-1 1,0 1-1,-1-1 0,1 0 0,0 1 0,0 0 0,0-1 0,0 1 0,0 0 0,0-1 0,0 1 1,0 0-1,0 0 0,0 0 0,1 0 0,0 0 0,12-4 2631,-33 11-2479,8-3 5884,12-5-5992,0-1 0,0 1 0,0-1 0,0 1-1,0-1 1,0 1 0,0-1 0,-1 1-1,1-1 1,-1 0 0,1 0 0,0-2-1,-2 3 5,1-1 0,0 1-1,-1 0 1,1 0 0,-1 0-1,1 0 1,-1 0 0,0 0 0,1 0-1,-1 0 1,0 0 0,0 1-1,0-1 1,0 0 0,0 0-1,1 1 1,-1-1 0,-1 0-1,1 1 1,0-1 0,0 1-1,-2-1 1,10 12-72,-7-10 17,0 0 1,0-1-1,0 1 1,0 0-1,1 0 0,-1-1 1,0 1-1,1 0 1,-1 0-1,0-1 0,1 1 1,-1 0-1,1-1 1,-1 1-1,1 0 0,0-1 1,-1 1-1,1-1 1,-1 1-1,1-1 0,0 1 1,1-1-1,30 8-48,-28-7 9,32-1 10,-33 0 207,-25-26-20550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37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0 4152,'0'0'6233,"-21"16"-7021,7 0-468,7 7-4101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59.2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4068,'8'48'976,"2"-25"-359,-3 2-409,0 4-252,-7 0-1693,11 15 633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0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437 14 8525,'-24'-11'2091,"19"9"1681,-16 5-566,13-2-2724,0 0 0,0 1 0,0 0 0,0 1 0,0-1 0,1 2 0,-1-1 0,1 1 0,0 0 0,0 1 0,0-1 0,1 1 0,-1 1 0,1-1 0,1 1 0,-1 0 0,1 1 0,0-1 0,-7 12-1,-6 13 184,2 1-1,0 1 1,-13 42-1,10-24 502,-17 39-555,4 1 0,-21 101 0,45-154-625,1 0 0,2 0 1,2 1-1,2-1 1,1 1-1,2-1 0,2 1 1,9 42-1,-10-67 14,2 1 0,0 0 0,0-1 0,1 0 0,1-1 0,0 1 0,1-1 0,1 0 0,10 12 0,-10-16 0,-1 0 0,1-1 0,1 0 0,0 0 0,0-1 0,0-1 0,1 0 0,-1 0 0,2-1 0,-1 0 0,19 5 0,-19-8 0,-1 1 0,1-2 0,0 1 0,-1-1 0,1-1 0,0 0 0,0-1 0,0 0 0,-1 0 0,1-1 0,-1-1 0,1 0 0,-1 0 0,0-1 0,0 0 0,0-1 0,-1 0 0,1 0 0,-1-1 0,0 0 0,-1-1 0,0 0 0,13-14 0,-5 3 0,-2 0 0,0-2 0,0 1 0,-2-2 0,-1 1 0,0-2 0,-2 1 0,0-2 0,10-44 0,-7 15 0,-4-1 0,-1 0 0,-3 0 0,-2-1 0,-10-106 0,4 133 24,-1 1-1,-1-1 1,-1 1 0,-1 1-1,-2-1 1,0 2 0,-2-1 0,-1 1-1,0 1 1,-20-24 0,22 32-181,-2 1 0,0 1 0,-1 0 0,0 0 0,-1 1 1,-23-13-1,23 16-441,0 1 1,-1 1-1,0 1 0,0 0 1,0 1-1,-1 1 1,-29-4-1,-41 4-4423,29 8-1327,-16 10-6448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7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1511 5961,'15'-7'351,"0"0"0,0 1 0,0 1 0,1 1 1,-1 0-1,1 1 0,26-2 0,390-49 5002,-225 22-4324,454-51 477,580-88-518,-265-15-528,-3-26-259,321-66-74,-579 139-105,445-90-24,-1094 215-24,-1 2 34,107-36 0,-153 40 7,-18 5-167,-35 5-114,-305 52-4457,178-35-904,85-10 920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07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1013 6297,'0'0'53,"0"0"1,-1 0 0,1 1 0,0-1 0,0 0-1,0 0 1,0 0 0,-1 1 0,1-1-1,0 0 1,0 0 0,0 0 0,0 1 0,0-1-1,0 0 1,0 0 0,-1 1 0,1-1 0,0 0-1,0 1 1,0-1 0,0 0 0,0 0 0,0 1-1,0-1 1,0 0 0,0 0 0,1 1-1,-1-1 1,0 0 0,0 0 0,0 1 0,0-1-1,0 0 1,0 0 0,0 0 0,1 1 0,-1-1-1,0 0 1,0 0 0,0 0 0,1 1 0,-1-1-1,0 0 1,0 0 0,0 0 0,1 0-1,-1 0 1,0 1 0,22 2 1293,38-6 165,231-44 1295,-47 6-1854,159-15-213,834-144-391,892-331-5101,-2086 518 4586,253-85-1920,-282 92 1711,-8 4-43,0-1 0,0 0 0,0 0 0,0 0 0,-1 0 0,0-1 0,8-6 0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1.6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68 116 5052,'-25'-16'6486,"21"16"-5992,-35 6 12452,50 4-12725,25 19 84,-27-23-161,0 1 0,-1 0 0,1 0 0,-2 1 0,1 0 0,-1 0 0,11 17 0,5 17 499,2-2 0,37 48 0,-49-74-541,0 1 0,1-1 0,0-1 0,1-1 0,0 0 0,1-1 0,0 0 0,27 12 0,-19-14-67,0-2 0,1-1 0,0-1 0,0-1 0,0-1 0,0-2 0,26-1 0,163-16 113,-131 7-122,135-19 13,78-6-22,263-8-10,-447 32 3,-1-5 1,0-5-1,186-59 0,-280 73-9,8-3 4,39-18-1,-26 9 132,73-22-1,-44 17 72,90-42 360,-154 64-485,26-16 132,-26 15 97,-3 1-318,0 0 0,0 0 0,1 0 0,-1 1 0,0-1 1,0 0-1,1 0 0,-1 0 0,1 1 0,-1-1 0,1 0 0,-1 0 0,1 1 0,-1-1 0,1 0 1,0 1-1,-1-1 0,2 0 0,-2 1-59,1 0 0,-1-1 0,0 1 0,1 0 0,-1 0 0,0-1 0,1 1 0,-1 0 0,0-1 0,1 1 0,-1-1 0,0 1 0,0 0 0,1-1 0,-1 1 0,0-1 0,0 1 0,0 0 0,1-1 0,-1 1 0,0-1 0,0 1 0,0-1 0,0 1 0,0-1 0,0 1 0,0-1 0,0 1 0,0-1 0,0 1 0,-1 0 0,1-1 0,0 1 0,0-1 0,0 1 0,0-1 0,-1 1 0,1 0 0,0-1 0,0 1 0,-1-1 0,1 1 0,0 0 0,-1-1 0,1 1 0,0 0 0,-1 0 0,1-1 0,-1 1 0,1 0 0,0 0 1,-1-1-1,1 1 0,-1 0 0,0 0 0,-9-8-2562,-1 0 1,-23-13 0,6 10-4466,9 5-2845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2.7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26 381 6045,'-25'-4'7926,"27"2"-7158,22-22 697,-22 22-62,-2-3-1178,1 1 0,-1-1 0,1 1 1,0 0-1,0-1 0,0 1 0,1 0 0,-1 0 0,1 0 0,0 0 1,0 0-1,3-4 0,12-26 808,-13 16-776,-4 14-193,1-1 0,0 1 0,0 0 0,0 0 0,1 0 1,-1 0-1,1 0 0,0 0 0,3-5 0,10-10 203,-1 0 0,31-29 0,-35 38-213,1 0 0,1 0-1,-1 1 1,2 1-1,-1 0 1,23-10-1,64-11 100,-93 28-153,-1 0 1,1 0 0,-1 1 0,0 0 0,1 0 0,-1 0 0,1 1 0,-1-1-1,1 1 1,-1 0 0,0 1 0,0 0 0,0-1 0,0 2 0,7 2 0,-2 1-1,0 0 0,0 0 0,0 0 0,-1 2 0,0-1 0,8 9 0,-13-12-2,-1 1-1,0-1 1,0 1-1,0 0 1,0 0 0,-1 0-1,0 0 1,2 6-1,4 10 15,-3-8-5,0 0 0,0 1 0,-2 0 1,1-1-1,-2 1 0,2 28 0,-4-1-1,-5 44 0,3-61 28,-1-1-37,-1-1 1,-1 0 0,-1 0 0,-1-1 0,0 0 0,-13 25 0,-73 116 39,13-52-37,5-7 18,45-60-48,20-30 108,0 1 1,1 0-1,1 0 0,-11 26 0,18-37-12,0 0 0,0 0-1,0 0 1,1 0 0,-1 0 0,1 0 0,-1 0-1,1 0 1,0 0 0,0 1 0,1-1 0,0 4-1,0-5-31,-1 0-1,1 0 0,0 0 1,0 0-1,0-1 0,0 1 1,0 0-1,0-1 0,1 1 0,-1-1 1,0 1-1,1-1 0,-1 0 1,1 0-1,2 2 0,3 0 18,1 0-1,-1 0 1,1-1-1,0 1 0,0-2 1,-1 1-1,1-1 1,14-1-1,-1 2-26,-1-1 3,0 0 0,-1-1 1,1-1-1,32-6 0,0-5 15,93-35-1,-116 35-62,0-1 0,-1-1 0,-1-2 0,42-31 0,-36 22-205,-24 19-167,0 0 1,0-1-1,0 0 1,-1 0-1,0-1 1,-1 0 0,1 0-1,-1-1 1,-1 0-1,0 0 1,0 0 0,4-11-1,-9 17-43,-1 0-1,1 0 0,-1 0 1,1 0-1,-1 0 0,0 0 1,-1 0-1,1 0 0,0 0 1,-1 0-1,0 0 0,1 0 1,-1 0-1,0 0 0,-1 0 1,1 0-1,0 1 0,-4-6 1,2 2-1184,-8-13-6427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3.4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97 6785,'0'0'6995,"2"-3"-5949,9-17 1587,-9 16 469,-10 16-2114,4-3-836,-1 2 1,1-1-1,1 0 1,0 1-1,-3 13 1,-10 35 310,12-47-425,0 0 0,1 0 0,0 0 0,1 1 0,1 0 0,0-1 0,0 1 0,2 0 0,-1-1 0,2 1 0,-1 0 0,2-1 0,0 1 0,0-1 0,7 16 0,-6-20-30,1 0 0,0 0 0,0 0 0,1-1 0,0 0 0,0 0 1,1 0-1,0-1 0,0 0 0,0 0 0,1-1 0,-1 0 0,2 0 0,-1-1 0,0 0 1,1 0-1,0-1 0,15 4 0,-18-6-5,0-1-1,0 1 1,-1-1 0,1-1 0,0 1 0,0-1 0,0 0-1,-1 0 1,1-1 0,-1 1 0,1-1 0,-1-1 0,1 1-1,-1-1 1,0 0 0,0 0 0,-1 0 0,1-1 0,0 0-1,-1 1 1,0-2 0,0 1 0,0 0 0,-1-1-1,6-9 1,-1 1-4,-1-2 0,0 1 0,-1-1 0,0 0-1,-2 0 1,1-1 0,-2 1 0,2-17 0,-3 11-10,0 0 0,-2 0 0,0 0 0,-1 0 0,-5-26 0,2 24 43,4 17-37,0-1 0,-1 0-1,0 1 1,-1-1 0,0 1 0,1 0 0,-2-1 0,1 1 0,-1 0 0,0 0 0,-7-9 0,5 8 16,-2-1-17,-1 1 1,1-1 0,-1 1 0,-13-10-1,17 15 5,0 0 0,-1 0 0,1 0 0,-1 1 0,1 0 0,-1-1 0,0 2 0,1-1 0,-1 0 0,0 1 0,1 0 0,-10 1-1,4 0-168,1 1 0,0 0 0,0 0 0,0 1 0,0 1 0,0-1 0,1 1 0,-1 1 0,1 0 0,0 0 0,-8 7 0,13-9-489,-1 0 0,0 0 0,0 0 1,-1 0-1,1-1 0,-6 3 1,-18 11-4765,8 9-3146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7.9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1 5104,'-2'20'13733,"6"3"-9204,16 24-7011,-10-24 3833,86 190-876,-69-155-357,3-1 0,2-1 0,2-2 0,3-2 0,47 53-1,-42-56-24,87 78 0,210 176-4,-280-251-77,113 90 12,-107-96-7,2-3 1,1-2 0,133 55 0,831 252 55,-889-307 66,3-6 1,248 26 0,-261-54 516,21 2 475,-150-9-1129,-1 1-108,3 0-698,10 1 1218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8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136 353 6601,'-1'0'83,"0"1"-1,0-1 1,0 0 0,1 1 0,-1-1 0,0 0 0,0 1 0,0-1 0,0 0 0,0 0 0,0 0 0,0 0 0,0 0 0,0 0 0,0 0 0,0 0 0,0 0 0,0 0 0,0-1-1,0 1 1,0 0 0,0-1 0,0 1 0,-1-1 0,-8-21 3771,10 18-3257,-1 0 0,-1 0 0,1 0 0,0 1 0,-1-1 0,0 1 0,0-1 1,-3-4-1,2 4-350,0 0 1,1 0 0,0-1-1,0 1 1,0-1-1,0 1 1,1-1 0,0 0-1,0 0 1,0 1 0,0-1-1,1 0 1,0 0 0,0 0-1,0 0 1,1 0-1,-1 0 1,3-7 0,-1 3-97,1 1-1,0-1 1,0 1 0,0 0 0,1 0 0,0 0 0,1 1 0,0-1 0,11-12 0,-5 9-25,1 1 1,1 0 0,-1 1 0,1 1 0,1 0 0,0 0 0,0 2 0,0-1 0,1 2 0,0 0 0,0 1 0,0 0 0,0 2 0,1-1 0,16 1-1,-19 1-105,-1 1 0,1 0 0,-1 1 0,1 0-1,0 1 1,-1 1 0,0 0 0,1 0 0,-1 1 0,-1 1-1,1 0 1,-1 1 0,0 0 0,0 0 0,0 1-1,-1 1 1,0 0 0,16 17 0,-20-19-18,0 1 0,0 1 1,-1-1-1,0 1 0,-1 0 0,0 0 1,0 1-1,0-1 0,-1 1 0,0 0 1,-1-1-1,0 1 0,0 0 0,-1 1 1,-1-1-1,1 0 0,-1 0 1,-2 14-1,-1-3 3,0 1 0,-2-1 1,0 0-1,-2 0 0,0-1 0,-1 0 1,-1 0-1,-19 30 0,-11 8 25,-56 65-1,-40 26-29,-20 25 25,121-131 57,13-18 160,2 1 1,0 1-1,2 0 0,-18 38 0,34-62-215,0-1-1,0 1 0,1-1 1,-1 1-1,1 0 1,0-1-1,-1 1 0,1 0 1,0-1-1,0 1 1,0 0-1,0-1 0,0 1 1,0-1-1,1 1 1,-1 0-1,0-1 0,1 1 1,0-1-1,-1 1 1,1 0-1,0-1 0,-1 0 1,1 1-1,0-1 0,0 1 1,0-1-1,1 0 1,-1 0-1,0 0 0,0 0 1,1 0-1,-1 0 1,0 0-1,1 0 0,-1 0 1,4 1-1,1 0 18,1 1-1,0-1 0,-1-1 1,1 1-1,0-1 1,0 0-1,0-1 1,10 0-1,119-11 124,-1-6 0,209-54 0,-283 55-333,0-4-1,58-27 0,-114 44-203,1 1 0,-1-2 0,1 1 0,-1 0 0,0-1 0,-1 0-1,1 0 1,-1-1 0,1 1 0,-1-1 0,4-7 0,-5 9-71,-2 1 118,0 0 0,0 0 0,0 0 1,0 1-1,0-1 0,-1 0 1,1 0-1,-1 0 0,1 0 0,-1 0 1,0-1-1,0 1 0,0 0 1,0 0-1,0 0 0,0 0 0,-1 0 1,1 0-1,-1 0 0,1 0 1,-1 0-1,0 0 0,0 0 0,-1-2 1,-3-11-3678,-2-8-5601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29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120 97 6529,'10'-32'6754,"-7"30"-5169,26-9 4678,-28 8-5111,0-4-915,0 6-113,-1 0 0,0 0 0,1 0 0,-1 0 0,0 0 0,1 0 0,-1 0 1,0 0-1,0 0 0,0 0 0,0 0 0,0 0 0,0 0 0,0 0 0,0 0 0,-1 0 0,1 0 0,0 0 0,-1 0 1,1 0-1,-1 0 0,1 0 0,-1 0 0,1 0 0,-1 0 0,1 0 0,-1 0 0,0 1 0,0-1 0,1 0 1,-1 0-1,0 1 0,0-1 0,0 1 0,0-1 0,-2 0 0,-11-5 409,11 5 444,2 5-368,-14 70 1056,11-51-1224,-9 36-1,-21 87 508,6-21-1719,26-120 564,-28 118-6013,28-106 2614,0 0-1,0 31 1,7-3-8117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3.1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51 4760,'-3'-11'8479,"-11"1"-8507,7 6 4870,8 1-4541,5-8-463,1 0 3048,-14 17-1445,-2 4-1377,7-8 436,10 8-190,0 0-213,-6-7-28,-1 0 26,1 3-44,0 0 1,0 1 0,-1-1 0,1 1 0,-2-1 0,1 1 0,-1 8 0,0-9-21,-2 11 184,0 1 0,2 0 0,0-1 0,1 1 0,0 0-1,8 27 1,-1-6 310,-2 0 0,-1 0 0,0 55 0,-2-21 24,4 133 607,3-105-706,11 82 85,-10-132-375,3 0 0,2-1 0,2-1 0,49 93 0,59 55 537,-85-137-606,11 11 16,4-2-1,95 92 0,-85-99-72,108 78-1,-138-112-15,-23-17 19,1-1-1,0 0 0,0-1 1,22 11-1,-24-15 23,-1 1 0,20 14 0,11 6-37,-27-16-22,10 1 0,-16-12 0,-4 0 0,15-4-81,-9-1-805,-1 0 1,0-1-1,0 0 1,0-1-1,-1 0 1,15-18-1,-15 16-1511,1 0 0,0 0 0,0 2 0,24-16 0,-2 9-9121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3.8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107 101 5352,'0'0'17090,"1"-3"-16660,1-1-334,-1 0 1,1 0-1,0-1 0,1 2 0,-1-1 1,1 0-1,0 0 0,0 1 0,0-1 0,0 1 1,0 0-1,7-5 0,-1 3 6,0 0 0,0 1 0,0 0-1,20-5 1,-14 4-58,1 1 0,0 1 0,1 0 0,-1 1-1,0 1 1,18 1 0,-26 0-29,0 1 1,-1 0-1,1 1 1,0 0-1,-1 0 0,1 0 1,-1 1-1,0 0 0,0 0 1,0 1-1,0 0 0,-1 0 1,1 1-1,-1 0 1,6 6-1,-5-5-12,0 1 1,-1 0-1,0 0 0,0 1 0,-1-1 1,0 1-1,0 1 0,-1-1 1,0 0-1,-1 1 0,0 0 0,0 0 1,2 10-1,-3 2 10,-1 0 1,-1 1-1,-1-1 0,-1 0 0,0 0 1,-2 1-1,0-2 0,-2 1 0,-13 35 1,3-20 8,-2 0 0,-1-1 1,-1-1-1,-35 43 1,22-32 32,9-12 166,-2-1-1,-46 46 0,39-50 312,1 2 1,2 2 0,1 0 0,1 2-1,-28 47 1,55-80-502,0 0-1,1 1 1,-1-1-1,0 0 1,1 1-1,-1-1 1,1 1-1,0-1 1,-1 1-1,1-1 1,0 1-1,0-1 1,0 1-1,0-1 1,0 1-1,1 0 1,-1-1-1,0 1 1,1-1 0,-1 0-1,1 1 1,-1-1-1,1 1 1,0-1-1,-1 0 1,1 1-1,0-1 1,0 0-1,0 0 1,0 0-1,0 1 1,0-1-1,0 0 1,1-1-1,-1 1 1,3 2-1,0-1-1,0 0 1,0 0-1,1 0 0,-1 0 0,0-1 0,1 0 0,-1 0 0,1 0 0,7 1 0,18-4 20,1 0-1,-1-2 0,0-2 1,42-12-1,113-47-1418,-163 56 958,0 0-461,1 0-1,-2-2 1,1-1 0,21-16-1,-32 20-305,0-1 0,-1-1 0,0 0 0,16-20 0,0-2-4942,2 6-3780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67 4480,'11'13'19709,"-14"-32"-19613,2 3-63,1 13 53,11-7-78,-7 8-3,-1 0 0,1-1 0,0 2 0,0-1-1,1 0 1,6-1 0,-3 0-9,-5 2 14,15-2 36,42-7 117,-57 10-133,-3 4 10,1 2-11,-2-1 1,1 0-1,0 1 1,-1-1-1,0 0 1,0 1-1,-1-1 1,0 0-1,0 0 1,0 0-1,0 0 1,-4 6-1,5-10-16,1-1 0,0 1 0,-1 0 0,1 0 0,0 1 0,0-1 0,0 0 0,0 0 0,0 0 0,0 0 0,0 0 0,0 0 0,0 0 0,0 0 0,0 0 0,1 0 0,-1 0 0,1 1 0,0 4 38,-1 9 58,0 1-1,-1-1 1,-1 1-1,0-1 0,-1 0 1,-1 1-1,0-2 1,-1 1-1,-1 0 1,0-1-1,-1 0 0,-1 0 1,0-1-1,-1 0 1,-12 14-1,-9 12 156,18-21-103,-1-1 0,-1 0 0,-1-1 0,0 0 0,-26 19 0,29-26-34,10-7 655,6-2-721,29-7-62,0-2-1,0-1 1,-1-2-1,-1 0 0,0-3 1,41-24-1,-51 29-671,-1 1 0,2 1 0,-1 0 0,33-5 0,25-9-4738,-37 15-4515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5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7461,'0'0'3776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8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3104,'4'5'377,"4"5"-203,-6-3 4344,15-16-3547,-2-1-367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3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42 5857,'0'0'8220,"2"-2"-7209,14-24 5678,-19 24-8406,1 2 877,-18-6-471,10 1-5960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0.4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4360,'0'0'11691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1.3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10 4476,'-8'11'1352,"14"-15"1,10-12 2449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2.6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31 5152,'0'0'14740,"0"-4"-14559,-1 2-247,-6-21 749,6 23-656,0 0-1,1-1 0,-1 1 0,0 0 0,1 0 0,-1 0 0,0 0 0,0 0 1,1 0-1,-1 0 0,0 0 0,1 0 0,-1 0 0,0 0 0,0 0 0,1 1 1,-1-1-1,0 0 0,1 0 0,-1 1 0,0-1 0,1 1 0,-1-1 0,1 0 1,-1 1-1,1-1 0,-1 1 0,1-1 0,-1 1 0,1 0 0,-1-1 1,0 2-1,-1-1 1207,3 18-1224,1-4-44,0 0 0,1 0 0,9 27 0,-10-39-75,6-13-2276,2 2 77,-4-12-12557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5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16 4392,'0'0'12536,"2"-1"-11994,22-13 606,-21 13 431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47.0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4556,'-11'7'1240,"16"-8"-997,22-5 5752,-30 10-5529,1-2-303,0-2-89,1 1-1,0 0 0,-1 0 1,1 0-1,0 0 0,0 0 1,0 1-1,0-1 0,0 0 1,0 0-1,-2 5 4126,14-15-3505,0 3-2435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4.9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55 5100,'22'10'2044,"-37"-27"10134,19-1-10840,-4 17-1163,0 0-1,0 0 1,1 0 0,-1 1 0,0-1 0,0 0-1,0 0 1,0 0 0,0 0 0,0 1 0,-1-1-1,1 0 1,0 0 0,0 0 0,0 1 0,-1-1-1,1 0 1,-1 0 0,1 1 0,0-1 0,-1 0-1,1 1 1,-1-1 0,1 0 0,-1 1 0,-1-2-1,-20-5 1874,19 6-968,2 5-498,-18 120 2756,-14 71-2998,2-28-340,13-57 0,14-89-722,0 41 0,4-7-5580,0-21-2299,0-5-4835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6.0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41 5320,'5'0'7837,"-6"-4"-5065,-10-15 2688,8 18-5305,-1 0 0,1 0 0,0 0 0,0-1 1,0 0-1,1 1 0,-5-4 0,2 2 202,4 3-226,-1 0-1,1 1 1,-1-1 0,0 1 0,1-1 0,-1 1 0,1 0-1,-1-1 1,1 1 0,0 0 0,-1 0 0,1 0-1,0 0 1,0 0 0,0 1 0,-1-1 0,0 3 0,1-3 107,-9 11 202,2 1 0,0 0 0,0 1 0,1-1 0,1 1 0,0 1 0,1-1 0,-4 22 0,-9 20 180,-6 13-400,-25 130 1,40-113-2572,7-27-2141,1-5-4833,0 6-2124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17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136 41 5489,'0'0'8102,"3"-1"-7300,8-2-1172,4 2 7901,-24 9-7041,6-6-448,0 0 0,0 1 0,0 0 0,1 0 0,-1 0 0,1 0 0,0 0 0,0 0 0,0 1 0,0-1 0,0 0 0,-1 5 0,-9 17 159,3-8 45,1 0-1,-10 33 0,-1 3 30,10-35-127,1 0 0,1 1 0,1 0 0,1 0 0,1 0 0,-3 27 0,1-4-52,4-32-56,0 1 0,1 0 0,0 0 0,1 0-1,0 0 1,1 0 0,4 18 0,0-5-14,2-1 1,0 0-1,20 39 1,-21-50-12,1-1 0,0-1 0,0 1 0,1-1 0,1-1 0,0 1 0,0-1 0,0-1 0,17 11 0,-9-7 2,1-2 0,0 0 1,34 13-1,-45-20-13,-1-1-1,1 0 1,0 0 0,0 0 0,0-1-1,0 0 1,0-1 0,0 0 0,0 0-1,0 0 1,0-1 0,0 0-1,0 0 1,0-1 0,11-3 0,-5-2-4,-1-1 0,0 0 0,0-1 0,-1 0 0,0-1 1,0 0-1,-1-1 0,-1 0 0,0 0 0,0-1 0,-1 0 0,-1-1 1,12-25-1,5-14 117,-3 0 1,-2-2-1,-2 0 1,-2-1 0,-3-1-1,-3 0 1,5-103-1,-14 152-96,0 0 0,-1 1-1,0-1 1,0 0-1,-1 1 1,0-1 0,0 0-1,0 1 1,-1 0 0,0 0-1,0 0 1,-1 0-1,0 0 1,-7-9 0,7 11-22,0 0 1,0 1 0,0-1-1,0 1 1,-1 0 0,1 0-1,-1 1 1,0-1 0,1 1-1,-1 0 1,0 0 0,0 1-1,-1-1 1,1 1 0,0 0-1,0 1 1,-1-1 0,1 1-1,-7 0 1,-12 3-453,0 1 1,1 2-1,-1 0 0,-31 13 0,-90 46-6594,108-44 1433,7 1-3360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8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4 4544,'21'-4'2985,"-42"8"-5730,7 2 945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2.8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163 288 5216,'13'-2'1676,"-20"-3"-489,6 4-998,-1 1 0,1-1-1,-1 0 1,1 0 0,0 0 0,0 0-1,-1 0 1,1 0 0,0 0 0,0 0-1,0 0 1,0 0 0,0-1 0,0 1-1,1 0 1,-1-1 0,0 1 0,1-1-1,-1 1 1,0-1 0,1 1 0,0-1-1,-1 1 1,1-3 0,4-13 552,1 0 0,0 0 0,2 1 0,-1 0 0,2 0 0,0 1 0,1 0-1,1 0 1,0 1 0,1 0 0,22-21 0,-28 30-684,1 1 0,0-1-1,1 1 1,-1 1-1,0-1 1,1 1 0,0 0-1,0 1 1,0 0 0,0 0-1,0 0 1,0 1 0,1 0-1,-1 0 1,12 1-1,-9 1-44,1 0 0,-1 1-1,0-1 1,0 2 0,0 0-1,0 0 1,0 1 0,-1 0-1,1 0 1,12 9-1,-15-8-4,0 0 0,0 1-1,-1-1 1,0 1 0,0 1-1,0-1 1,-1 1 0,0 0-1,0 0 1,-1 1 0,0-1-1,0 1 1,3 9 0,-5-10-3,-1-1 0,1 0 1,-1 1-1,0-1 1,0 1-1,-1 0 1,0-1-1,0 1 0,-1-1 1,1 1-1,-1 0 1,-1-1-1,1 0 0,-1 1 1,0-1-1,-1 0 1,-5 11-1,-6 4 0,-1-1-1,-1 0 1,-1-1-1,0-1 1,-1 0-1,-1-2 1,-1 0-1,0-1 1,-1-1-1,-42 21 1,-23 6 17,-125 44 0,181-72 87,27-11 110,6-4-226,0 0 1,0 1-1,0-1 1,0 1-1,1 0 1,-1 0-1,0 1 1,6-2-1,-2 1-16,228-52-1107,-205 47 63,61-3 0,-21 3-2073,-8 3-3686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3.1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142 38 8237,'-8'-38'10967,"4"40"-10490,0 0 0,0 0 0,1 1 0,-1-1 0,0 1 1,1 0-1,-5 5 0,-1 3 6,1 0-1,1 0 1,0 1 0,0 0 0,1 0-1,1 1 1,0-1 0,-5 22-1,0 9 451,-6 59 0,11-50-995,2 1-1,2 0 1,2 0 0,3 0-1,19 97 1,12 36-4765,-22-61-4586,-12-48-2220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8:19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71 100 4004,'0'0'4831,"-3"-2"-4720,0 1-113,1 0 24,-1 0 0,1-1 1,0 1-1,-1 0 1,1-1-1,0 0 1,0 1-1,0-1 1,0 0-1,1 0 1,-1 0-1,0 0 0,1 0 1,-1 0-1,-1-5 1,2 4 8,-1-1 0,0 1 0,0 1 0,1-1 0,-1 0 0,-1 0 0,1 1 0,0-1 0,-1 1 0,-3-3 0,2 1-37,2 2 489,16-23-1770,-17 40-1274,-1 2-728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2.1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149 603 4032,'-40'-22'2642,"32"19"-2164,0-1-1,0 0 1,0-1 0,0 0-1,1 0 1,0 0 0,-10-11 0,15 14-97,-2 1-33,1-1-212,-1 1 0,0-1 0,0 0 0,1 0 0,-1 0 0,-5-5 0,30-2 201,4 0-234,0 2-1,0 0 0,52-5 0,-32 6 12,1006-118 913,-721 90-933,-32 4-51,414-47 13,-350 35-32,226-31 22,-482 59-4,94-17 72,-196 31-145,0-1-1,0 0 1,-1 0-1,1-1 0,0 1 1,-1-1-1,1 0 1,-1 0-1,1 0 0,-1 0 1,4-4-1,-7 6 17,0 0-1,1-1 1,-1 1-1,0 0 0,0 0 1,0-1-1,0 1 1,0 0-1,1 0 1,-1-1-1,0 1 0,0 0 1,0 0-1,0-1 1,0 1-1,0 0 1,0-1-1,0 1 1,0 0-1,0 0 0,0-1 1,0 1-1,0 0 1,0-1-1,0 1 1,0 0-1,-1 0 0,1-1 1,0 1-1,0 0 1,0 0-1,0-1 1,0 1-1,-1 0 1,1 0-1,0 0 0,0-1 1,0 1-1,-1 0 1,1 0-1,0 0 1,0 0-1,-1-1 0,1 1 1,-3-1-100,0 0 0,0 1 0,1-1 1,-1 0-1,0 1 0,0 0 0,0 0 0,-4 0 0,-103 6-4635,54 3 114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2.5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1 202 5380,'128'-48'1197,"-75"41"-429,3 1-116,8-7-104,4 0-132,13 4-60,25-4 80,15 0-348,21 7 28,14-4-20,7 1-32,10 2 20,1-5 24,0 8-412,-1-2-260,-13-7-368,-11 7-1532,-4 0-597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3.3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1 845 5621,'37'-12'307,"96"-27"1145,696-192 3293,429-102-4542,130 120-478,-1326 205 129,-36 5-160,0 0 1,-1 1-1,1 1 1,27 4-1,-49-3-1174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9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377 393 10585,'-22'-36'5078,"20"31"-4643,0 1 1,0 0 0,0 1-1,0-1 1,-1 0 0,0 1 0,0-1-1,0 1 1,0 0 0,-1 0-1,1 0 1,-1 0 0,1 1 0,-1 0-1,-7-4 1,7 6-81,0-1 0,-1 1 0,1 0 1,0 1-1,-1-1 0,1 1 0,0-1 0,-1 1 0,1 1 0,-6 1 0,6-1-200,0 0-1,1 0 1,-1 0 0,1 0-1,0 1 1,0-1-1,0 1 1,0 0-1,0 0 1,0 0-1,1 0 1,-4 6-1,-21 43 996,26-51-1121,-29 79 994,3 2-1,-27 145 1,37-150-1052,1 0 29,3 0 0,3 1 0,1 155 0,10-197 0,0 34 0,3 1 0,15 80 0,-11-111 0,2 1 0,1-1 0,3-1 0,0 0 0,3-1 0,33 55 0,-39-75 0,1 0 0,1-1 0,0-1 0,1 0 0,1-1 0,0 0 0,1-1 0,1-1 0,0-1 0,1 0 0,0-1 0,1-1 0,0-1 0,33 11 0,-26-13 0,0-1 0,1-1 0,0-1 0,0-1 0,0-2 0,0-1 0,1 0 0,-1-3 0,0 0 0,28-8 0,-20 2 0,-1-2 0,0-1 0,-1-2 0,0-1 0,-1-2 0,-1-1 0,30-23 0,-17 6 0,-2-1 0,-1-2 0,-1-2 0,-3-2 0,-1-1 0,-3-2 0,-1-1 0,-2-2 0,42-92 0,-43 71 0,-4-2 0,-3 0 0,-2-2 0,-4 0 0,-4-1 0,6-98 0,-16 115 0,-2 1 0,-3-1 0,-3 0 0,-1 0 0,-4 1 0,-1 1 0,-3 0 0,-44-103 0,46 130 0,-2 1 0,-1 0 0,-2 1 0,0 1 0,-1 0 0,-26-24 0,28 33 0,0 1 0,-1 0 0,-1 1 0,0 1 0,0 1 0,-2 1 0,1 0 0,-1 2 0,-23-7 0,32 12-17,0 1 1,-1 1-1,0 0 1,1 0-1,-1 1 1,0 1-1,0 0 0,1 1 1,-1 1-1,0 0 1,1 0-1,-1 1 1,-17 7-1,15-3-316,0 0 0,0 1 0,1 0-1,-1 2 1,2-1 0,0 2 0,0 0 0,1 0 0,-18 22-1,13-12-631,2 0-1,1 0 1,0 2-1,2-1 1,-19 46-1,24-45-1319,0 0 0,1 1-1,-4 38 1,7 19-9000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0.4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469 138 12749,'-1'-31'1987,"3"-24"5625,0 8-2557,-2 43-2169,0 9-1960,-27 153 729,-2 25-1758,17-73 103,-35 472 0,47-504 0,3 0 0,3 0 0,4-1 0,3 0 0,33 109 0,-33-147 0,2-1 0,1 0 0,2-1 0,1-1 0,2-1 0,45 57 0,-53-77 0,0-1 0,1-1 0,1 0 0,0-1 0,1 0 0,0-1 0,18 9 0,-22-14 0,1-1 0,-1-1 0,1 1 0,0-2 0,0 0 0,0 0 0,0-2 0,0 1 0,0-2 0,1 1 0,15-3 0,-16 0 0,0 0 0,-1-1 0,1 0 0,-1-1 0,0 0 0,0-1 0,-1 0 0,1-1 0,-1 0 0,16-12 0,-13 6 0,-1 0 0,0 0 0,-1-1 0,0-1 0,-1 0 0,17-28 0,-10 8 0,-1-1 0,-2 0 0,-2 0 0,-1-2 0,-2 0 0,8-55 0,-9 22 0,-3-1 0,-3 0 0,-4 1 0,-2-1 0,-3 1 0,-4 0 0,-3 0 0,-2 1 0,-4 1 0,-35-86 0,35 111 3,-1 2-1,-2 0 1,-2 1 0,-1 1-1,-3 2 1,-50-55 0,60 73-20,-1 1 1,-1 1-1,-1 1 0,0 1 1,-1 0-1,-1 2 1,0 1-1,-1 1 1,0 0-1,0 2 0,-1 1 1,0 1-1,-30-4 1,33 9-460,1 1 1,-1 2-1,1 0 1,-1 1-1,1 1 1,0 1-1,0 1 1,0 1-1,1 0 0,-38 19 1,19-5-1935,0 1-1,2 2 1,0 2 0,-40 36-1,-24 32-9876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0.9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87 150 9525,'-3'-111'9099,"3"110"-8876,0 0 0,0-1 1,-1 1-1,1 0 1,0-1-1,-1 1 0,1 0 1,-1 0-1,0 0 0,1-1 1,-1 1-1,0 0 1,1 0-1,-1 0 0,0 0 1,0 0-1,-2-1 0,2 1-83,1 0-1,-1 1 0,0-1 0,0 0 0,1 0 0,-1 1 1,0-1-1,1 0 0,-1 0 0,1 0 0,0 0 0,-1 0 1,1 0-1,-1 0 0,1 0 0,0-2 0,-21 14 2196,19-10-2222,0 1 0,0 0 0,0-1 0,0 1 0,0 0 0,0 1 0,1-1 0,-1 0 0,1 0 0,-1 1 0,1-1 0,0 1 0,0-1 0,0 1 0,-1 4 0,-5 44 735,5-37-574,-3 51 224,4 0 1,2-1-1,2 1 1,23 116-1,-17-142-497,1-1-1,2 0 1,2-1-1,1-1 1,2 0 0,1-1-1,2-1 1,1-1 0,2-1-1,1-1 1,1 0-1,2-2 1,1-2 0,49 39-1,-37-36-9,1-2-1,2-1 1,0-3-1,2-1 1,0-3-1,2-1 1,0-3-1,0-1 1,2-3-1,-1-2 1,60 5-1,-81-13-681,0-2-1,0 0 1,0-2-1,0-1 0,0-1 1,49-15-1,-1-9-4012,-4-9-3290,-23 8-4145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1.3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145 47 12505,'2'-3'416,"0"0"0,0-1 0,0 1 0,0 0 1,1 0-1,-1 0 0,1 1 0,0-1 0,0 0 0,0 1 0,0 0 0,1 0 0,-1 0 0,6-2 0,-7 3-272,-1 0 0,1 1-1,0-1 1,0 0 0,0 1-1,0 0 1,0-1 0,0 1-1,0 0 1,0 0 0,0 0-1,0 0 1,0 1 0,0-1-1,0 0 1,0 1 0,0 0-1,0-1 1,0 1 0,-1 0-1,1 0 1,0 0 0,0 0-1,-1 0 1,1 0 0,-1 1-1,1-1 1,-1 1 0,1-1-1,1 4 1,1 0-47,-1-1 0,1 2 0,-1-1 0,-1 0 0,1 0 0,-1 1 0,0 0 0,0-1 0,0 1 0,-1 0 0,0 0 0,0 7 0,0 6 6,-1 0-1,-2 0 1,0 0 0,0 0 0,-2-1 0,-10 31-1,-49 111 296,35-97-267,-42 79 229,45-95 365,-37 95-1,60-137-632,0 1 0,1 0 0,0-1 0,0 1 0,0 0 1,1 0-1,0 0 0,0 0 0,1-1 0,-1 1 0,1 0 0,3 9 0,-3-12-62,0 0-1,1 0 0,-1 0 0,1 0 0,0 0 1,0 0-1,0 0 0,0 0 0,0 0 0,1-1 1,-1 0-1,1 1 0,0-1 0,-1 0 1,1 0-1,0 0 0,0-1 0,1 1 0,-1-1 1,0 1-1,6 0 0,13 2-31,0 0 0,0-2 0,0 0 0,0-2 0,0 0 0,0-2 0,0 0 0,0-2 0,23-6 0,3-3-1538,-1-3 0,89-42 0,-22-6-5296,-86 47 3380,39-21-7986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1.7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235 36 8325,'7'-36'10807,"-10"39"-10520,0-1 1,1 1-1,-1 0 0,1 0 1,0 0-1,0 0 1,0 0-1,-2 5 1,-1 7 186,1 0 0,1 0 0,-3 22 0,-7 32 837,11-60-1165,-38 140 1625,35-124-1566,2 0 0,0-1 1,2 1-1,2 31 0,-1-46-142,1 0-1,0 0 1,1-1-1,0 1 0,5 14 1,-5-21-51,-1 0-1,1 0 1,0 0 0,0 0 0,0 0-1,0-1 1,1 1 0,-1-1 0,1 1-1,-1-1 1,1 0 0,0 0-1,0 0 1,0 0 0,0 0 0,0-1-1,0 1 1,0-1 0,5 1 0,-5-1-6,0 0 1,1-1 0,-1 1-1,1-1 1,-1 0-1,0 0 1,1 0 0,-1 0-1,0-1 1,1 1 0,-1-1-1,0 0 1,1 0 0,-1 0-1,0 0 1,0-1-1,0 1 1,0-1 0,0 0-1,0 0 1,-1 0 0,1 0-1,0 0 1,-1-1 0,0 1-1,0-1 1,4-5-1,1-2 6,-1-1-1,1 0 0,-2 0 0,0 0 0,0-1 0,3-14 1,-5 17-12,-1 1 0,0-1 0,0 0 0,0 0 1,-1 0-1,-1-1 0,0 1 0,0 0 0,-1 0 1,0 0-1,0 0 0,-1 0 0,0 0 0,-1 1 1,0-1-1,-7-15 0,7 18-126,0 1 0,0-1 0,-1 1 0,1 0 0,-1 0 1,0 1-1,-1-1 0,1 1 0,-1-1 0,0 2 0,0-1 0,0 0 0,0 1 0,-1 0 1,0 0-1,1 1 0,-1-1 0,0 1 0,0 0 0,0 1 0,0 0 0,-13-1 0,8 1-714,-1 1 0,0 1-1,0 0 1,1 1-1,-22 5 1,21-3-1009,0 0 1,1 0-1,-15 9 0,-20 17-8580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9:59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238 0 16137,'-29'4'8119,"42"17"-3829,-4-2-3666,0 0 0,-1 1 1,-1 0-1,-1 0 0,0 0 0,3 28 0,8 132-901,-16-161 406,0 51-129,-2 0 0,-3 0 0,-3 0 0,-4-1 0,-2 0 0,-45 132 0,-58 165-2233,82-242-2313,6 0-3929,5-8-6054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2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254 9 12125,'-1'-1'567,"-1"0"1,1 0-1,-1 0 0,0 1 0,1-1 1,-1 0-1,0 1 0,1-1 1,-1 1-1,0-1 0,0 1 0,1 0 1,-1 0-1,0 0 0,0 0 1,0 0-1,1 0 0,-4 1 0,2 0-227,0 0-1,1 0 0,-1 1 1,1-1-1,-1 1 0,1-1 1,0 1-1,0 0 0,0 0 1,-4 4-1,-2 4-51,1 0 0,0 1 0,1 0 0,-6 14 0,9-20 337,-19 50 398,2 0 1,3 2 0,-12 66 0,23-98-1053,-12 64-345,3 2 0,5 0 0,1 93 0,15-31-4911,12-2-5588,-4-67-1256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2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119 100 13565,'9'-12'1610,"-1"1"0,2 0-1,20-19 1,-10 10 2224,-19 18-3761,0 1 0,0 0 0,0 0 0,0 0 0,0 0 0,0 0 0,0 0 0,0 0 0,1 1 0,-1-1 0,0 0 0,1 1 0,-1-1 0,0 0 0,1 1 0,-1 0 0,0-1 0,1 1 0,-1 0 0,1 0 0,-1 0 0,1 0 0,-1 0 0,3 0 0,12 0 130,-1 1-1,0 1 1,0 0 0,1 1-1,-2 1 1,1 0-1,0 1 1,-1 1 0,0 0-1,0 1 1,-1 0 0,21 15-1,-24-14-156,0 0 1,-1 1-1,1 0 0,-2 1 1,1-1-1,-2 2 0,1-1 1,-1 1-1,-1 0 0,0 1 0,0-1 1,-1 1-1,-1 0 0,0 1 1,3 19-1,-4-10-21,-1 0 0,-1 0 0,-1 0 1,-1 0-1,-1 0 0,-1 0 0,-1 0 0,-1-1 0,-1 1 1,-1-1-1,0-1 0,-20 37 0,-6 1 90,-2-1 1,-83 98-1,-69 43 843,69-79 890,110-104-1625,7-14-223,1 0 1,0 0 0,0 1 0,0-1-1,0 0 1,0 1 0,0-1 0,1 0-1,-1 1 1,0-1 0,1 0-1,-1 0 1,1 1 0,-1-1 0,1 0-1,0 0 1,-1 0 0,1 0 0,0 0-1,0 0 1,0 0 0,0 0-1,0 0 1,0 0 0,0 0 0,0-1-1,0 1 1,0 0 0,0-1 0,1 1-1,-1-1 1,0 1 0,0-1 0,1 0-1,-1 1 1,0-1 0,0 0-1,1 0 1,-1 0 0,2 0 0,9 0-3,-1 0 1,1 0 0,21-5 0,-11 2 3,79-9-2,-54 6 0,223-40 0,48-26-4128,-214 45-657,0-4-3759,-42 11-3782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3.3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29 13973,'-28'-28'8068,"25"28"-5935,-27 8 1101,30-7-3129,0 0 0,-1-1 0,1 1 0,0 0 0,0-1 0,-1 1 1,1 0-1,0 0 0,0-1 0,0 1 0,0 0 0,0 0 0,0-1 0,0 1 0,1 0 1,-1-1-1,0 1 0,0 0 0,0 0 0,1-1 0,-1 2 0,1-1 161,5 45 372,-1 0 0,-3 0-1,-4 65 1,0-16-2569,-4 10-3301,-2-36-1309,5-48 3737,-7 52-10241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3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25 380 15101,'-21'-16'1698,"18"6"-415,3 10-1147,1-1 0,-1 0 0,1 1 0,0-1 0,-1 1 0,1 0 0,-1-1 0,1 1 0,0-1 0,-1 1 0,1 0 0,0 0 0,0-1 0,-1 1 0,1 0 0,0 0 1,0 0-1,-1 0 0,2 0 0,26-6 2081,32-11 1,-11 2-1278,376-86 2177,3 20-4115,-182 36-1274,28-3-2702,-91 24-2668,-51 14-2783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3.5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28 613 15297,'-3'16'1969,"-11"-7"-129,3 1 4876,36-36-5620,32-18-267,13 12-197,19-10-292,28-6-508,14-9-840,18-10-569,7-13-903,0-3-1148,10-3-2273,15 3-5072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5.8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104 96 10049,'-21'-19'1803,"20"19"-1688,0-1 1,0 1-1,0 0 0,1 0 1,-1 0-1,0-1 1,0 1-1,0 0 0,0 0 1,0 0-1,0 1 1,0-1-1,0 0 0,1 0 1,-1 0-1,0 1 0,0-1 1,0 0-1,0 1 1,0-1-1,1 1 0,-1-1 1,0 1-1,0-1 1,1 1-1,-2 1 0,1-2 218,-36 13 4046,17-7 1996,25-6-5531,417-19 1601,-156 3-2048,337-13-16,-419 17-425,120-7-486,-128 13-1553,-148 6 981,-3 5-1317,-20-4-1604,-87 9-4701,31 2 512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6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0 15173,'12'115'6528,"-2"-12"-1103,13 145-40,-26 125-5129,-33-79-2213,-2-146-3213,7-29-5723,20-64-870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4.8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583 234 6897,'0'-23'1834,"1"0"0,1 0 0,8-38 0,-10 60-1693,1 0 0,-1 0 0,0 0-1,0 0 1,0 0 0,0-1 0,0 1 0,0 0-1,0 0 1,0 0 0,0 0 0,-1 0-1,1 0 1,0 0 0,-1 0 0,1 0-1,-1 0 1,0-1 0,-1-4 348,-15-60 4835,11 61-4038,-1 3-998,1 1 1,-1 0-1,0 0 0,0 1 1,0-1-1,0 1 0,0 1 1,0-1-1,0 1 0,0 1 1,0-1-1,0 1 1,1 0-1,-1 1 0,-11 6 1,0 1 205,1 1 0,0 1 1,1 1-1,0 1 0,1 0 1,-19 23-1,0 5-151,-35 58 0,52-70-343,-17 38 0,-50 125 0,71-159 0,1 0 0,2 1 0,1 1 0,2 0 0,-5 55 0,8-50 0,-1 5 0,2 0 0,2 0 0,2 0 0,3 0 0,1 0 0,19 76 0,-17-99 0,0 0 0,2 0 0,1-1 0,1-1 0,0 0 0,19 24 0,-19-31 0,0 0 0,1-1 0,1 0 0,0-1 0,0-1 0,1 0 0,1-1 0,0-1 0,21 11 0,-9-9 0,0-1 0,0-1 0,1-1 0,0-1 0,0-2 0,1-1 0,0-1 0,-1-2 0,1-1 0,0-1 0,0-1 0,-1-1 0,1-2 0,-1-1 0,0-1 0,0-2 0,-1 0 0,0-2 0,-1-1 0,-1-1 0,1-1 0,-2-1 0,0-2 0,-1 0 0,-1-1 0,0-2 0,-2 0 0,34-43 0,-29 28 0,-2-1 0,-1 0 0,-2-2 0,-2 0 0,-2-1 0,-1-1 0,-2-1 0,-2 0 0,-1 0 0,-2-1 0,3-67 0,-10 77 0,-1-1 0,-2 0 0,-1 1 0,-1 0 0,-2 0 0,-1 0 0,-1 0 0,-2 1 0,-2 1 0,0-1 0,-2 2 0,-1 0 0,-2 1 0,0 0 0,-35-40 0,33 48 0,-1 1 0,0 1 0,-2 0 0,0 2 0,-1 1-1,0 0 1,-1 2 0,-1 0 0,-39-13 0,24 13-1008,-1 2 0,1 1 0,-2 3 0,1 1 0,-65-1 0,79 7-684,0 1-1,-31 7 1,-15 7-4546,-16 7-6181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5.2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3 287 12177,'-3'-12'10834,"5"3"-4404,12-7-2791,-7 13-3980,-1-1 0,1 1 0,0 1 0,10-4 0,-13 5 1098,47-11-549,1 2 0,62-4 0,-62 8-197,403-37-11,-142 15 0,-33 4 48,195-23-4036,-381 33 1314,-32-1-2818,-41 7-1198,-3-2-4297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5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1 17222,'1'0'244,"0"0"1,0 0 0,0-1-1,0 1 1,0 0 0,0 0 0,0 0-1,0 0 1,0 0 0,0 0-1,-1 0 1,1 1 0,0-1-1,0 0 1,0 0 0,0 1 0,0-1-1,0 1 1,-1-1 0,1 1-1,1 0 1,5 20 3539,-7-20-3841,8 60 4931,-2 1-3382,5 39-1423,-4-32-69,-2 0 0,-3 0 0,-10 84 0,-7-48 0,-55 200 0,61-272 0,-34 105-1113,-13-6-4907,14-48-2434,6-1-5742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3 12789,'0'0'5491,"-3"1"-3763,-3 3-1312,0-1 0,0 1 1,0 1-1,1-1 0,-1 1 1,1 0-1,0 0 0,0 0 1,1 1-1,-1 0 0,1 0 0,1 0 1,-1 0-1,-5 14 0,-3 11 339,2 2-1,1-1 0,-8 51 0,2-8 75,1-14-315,3 2-1,3 0 0,2 0 1,5 120-1,3-155-506,1-1 1,2 1-1,0-1 0,2 0 1,1 0-1,1-1 0,1 0 0,1 0 1,2-1-1,0-1 0,2 0 0,0-1 1,30 33-1,-27-39-7,0-1 0,1 0 0,1-2 0,0 0 0,1-2 0,1 0 0,-1-1 0,2-1 0,0-2 0,0 0 0,0-1 0,1-1 0,0-1 0,0-2 0,0 0 0,40-1 0,-36-2 0,1-2 0,-1-1 0,0-1 0,0-1 0,-1-1 0,0-2 0,0 0 0,0-2 0,-1-1 0,-1-1 0,0-2 0,0 0 0,-1-1 0,23-21 0,-31 21 0,0-2 0,-1 0 0,-1 0 0,-1-2 0,0 1 0,-2-2 0,0 1 0,-1-2 0,-1 1 0,0-2 0,-2 1 0,-1-1 0,-1 0 0,0 0 0,-2 0 0,2-37 0,-5 28 0,0 0 0,-2-1 0,-2 1 0,0 0 0,-2 0 0,-2 1 0,0 0 0,-2 0 0,-2 1 0,0 0 0,-25-40 0,15 34 0,-3 1 0,-1 2 0,-1 0 0,-2 2 0,0 1 0,-3 1 0,0 2 0,-1 1 0,-2 1 0,0 2 0,-2 2 0,0 1 0,-53-18 0,74 32-110,0 1 0,0 0 0,-1 1 0,1 1 0,-1 0 0,0 1 0,0 1 0,-20 3 0,20-1-658,0 1 0,1 1 0,-1 1-1,1 0 1,0 1 0,1 1 0,-29 16 0,14-5-1717,-20 12-5646,17 4-3901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4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14 16502,'5'-1'570,"16"-1"930,-20 2-1449,-1 0 0,0 0 1,0 0-1,0 0 0,1 0 0,-1 0 1,0 0-1,0 0 0,0 0 0,1 0 0,-1 0 1,0 0-1,0 0 0,0 0 0,0-1 1,1 1-1,-1 0 0,0 0 0,0 0 0,0 0 1,0 0-1,1 0 0,-1 0 0,0-1 1,0 1-1,0 0 0,0 0 0,0 0 0,0 0 1,0-1-1,-3-6 6541,15 23-2616,49 71-3296,3-3-1,79 80 1,-34-48-1110,6-7-1693,-22-29-2552,-45-41-1768,-24-20 1375,5 4-5976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7.6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745 58 14125,'-16'-13'690,"11"9"-394,1 0-1,-1 0 0,0 0 1,0 0-1,0 1 0,-1 0 1,1 0-1,-1 0 0,1 1 1,-1-1-1,0 1 0,0 1 1,0-1-1,0 1 0,-1 0 0,-6 0 1,-10 3 2621,1 0 0,-43 10 0,50-8-2463,1 1-1,1 0 0,-1 1 0,1 1 0,0 0 1,0 1-1,1 0 0,-19 16 0,-10 17-735,1 1 0,2 2 0,1 1 0,-34 60 0,29-44-2486,11-20-103,-15 25-6286,13-7-4319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364 120 12825,'30'-67'7441,"-29"64"-5328,3-19 1206,-4 21-3248,0-1 0,1 1 0,-1 0 0,0 0 0,1 0 0,-1-1 0,1 1 0,-1 0 0,1 0 0,-1 0 0,1 0 1,0 0-1,0 0 0,0 0 0,-1 0 0,1 0 0,0 0 0,0 0 0,0 1 0,0-1 0,1 0 0,1 0 0,-1 0 30,1 0-1,-1 1 0,1-1 1,-1 1-1,1-1 1,0 1-1,-1 0 0,1 0 1,-1 1-1,5 0 0,2 1 71,1 0-1,-1 1 1,0 0-1,0 1 1,9 5-1,-10-4-117,-1 0 0,1 1 0,-1 0 0,0 0 0,-1 0 0,0 1-1,0 0 1,0 0 0,-1 1 0,0-1 0,0 1 0,-1 0 0,0 1-1,0-1 1,-1 1 0,0-1 0,0 1 0,-1 0 0,1 12 0,-1-2-16,0 1 1,-2-1 0,0 1 0,-1-1-1,-1 0 1,-1 1 0,-1-1-1,-6 19 1,-4 4 3,-2-1-1,-2-1 1,-1 0-1,-46 67 1,-118 132 75,29-43-83,120-150-21,19-27-12,0 1-1,1 0 1,1 1-1,1 1 0,-11 26 1,23-45 2,-1 1 0,0-1 1,1 0-1,-1 0 0,1 1 0,0-1 1,0 0-1,0 0 0,1 1 0,-1-1 0,1 0 1,-1 0-1,1 0 0,0 0 0,1 1 1,-1-1-1,0-1 0,1 1 0,0 0 1,2 3-1,-1-1-9,1-1 1,-1 0-1,1 0 1,0-1-1,1 1 0,-1-1 1,1 0-1,-1 0 1,1 0-1,8 3 1,7 1-113,-1-2 1,1 0-1,0-1 1,1-1 0,-1-1-1,0-1 1,36-2-1,-2-4-1109,91-20 1,-114 19 244,1-2 0,-2-1 1,1-1-1,-1-2 1,-1-1-1,0-1 1,-1-2-1,33-23 1,3-12-5147,0 8-3704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.4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189 170 9873,'0'-1'115,"1"1"-1,-1-1 1,1 1 0,-1-1 0,0 0-1,1 1 1,-1-1 0,0 0 0,1 0-1,-1 1 1,0-1 0,0 0-1,1 0 1,-1 1 0,0-1 0,0 0-1,0 0 1,0 1 0,0-1 0,0 0-1,0 0 1,-1 0 0,1 1-1,0-1 1,0 0 0,0 0 0,-1 1-1,1-1 1,0 0 0,-1 1 0,1-1-1,-1 0 1,1 1 0,-1-1 0,1 1-1,-1-1 1,1 1 0,-2-1-1,-24-20 2932,23 18 268,3 1-3108,0 1 1,0-1-1,0 1 0,0-1 1,0 1-1,0-1 0,-1 1 0,1-1 1,0 1-1,-1-1 0,1 1 0,-1-1 1,1 1-1,-1-1 0,-1-1 0,1 3-122,1 0 0,-1-1 0,1 1 0,-1 0 0,1 0-1,0 0 1,-1 0 0,1 0 0,-1 0 0,1 0 0,-1 0-1,1 0 1,-1 0 0,1 0 0,-1 0 0,1 0 0,-1 1-1,1-1 1,-1 0 0,1 0 0,0 0 0,-1 1 0,1-1-1,-1 0 1,1 1 0,0-1 0,-1 0 0,1 1 0,0-1-1,-1 1 1,-3 4 126,0-1-1,1 1 1,-1 0-1,1 0 1,1 0-1,-5 10 1,2 0-56,0 0 1,1 0 0,0 1-1,1 0 1,1-1 0,0 31-1,3-37-127,-1 0 0,2 0 0,-1 0 0,1 0-1,0 0 1,1 0 0,0 0 0,1-1 0,-1 1 0,2-1-1,-1 0 1,12 15 0,-7-14-17,0-1-1,0 0 0,1 0 1,1-1-1,-1 0 1,1-1-1,0 0 1,18 7-1,-10-5-1,-13-5-7,0-1-1,0 0 1,0 0-1,1-1 1,-1 0-1,0 0 1,1-1-1,-1 1 1,1-1-1,-1-1 1,1 1-1,-1-1 1,1 0-1,-1-1 1,0 1-1,0-1 1,0-1-1,0 1 1,0-1-1,0 0 1,-1 0-1,1-1 1,-1 1-1,0-1 1,0-1-1,8-7 1,-11 9 1,0 0 1,0 0 0,0-1 0,-1 1-1,1 0 1,-1 0 0,0-1 0,0 1-1,1-6 1,2-6 10,-1-1 0,0 0 1,-1 0-1,-1 0 0,-1 0 0,0 0 1,-1 0-1,-1 0 0,0 0 0,-5-16 0,1 16-45,0-1 1,-1 2-1,-1-1 0,0 1 0,-1 0 0,-1 1 0,0 0 0,-1 0 0,0 1 0,-1 0 0,-1 1 1,-22-16-1,30 25-203,1 1 0,-1-1 1,-1 1-1,1 0 0,0 0 0,0 1 1,-1 0-1,1 0 0,-1 0 0,1 0 1,-10 1-1,-3 1-957,-1 1 1,-19 5-1,36-7 1030,-13 3-1505,0 0 0,0 1 0,0 1 0,1 0 1,-18 9-1,-12 16-8163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8.6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 42 13753,'0'0'6453,"-7"-22"-8437,3 3-957,-17 25-1491,0 0-3433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3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80 4536,'1'0'111,"-1"-1"-1,1 1 1,-1 0-1,0-1 1,1 1-1,-1 0 1,0-1-1,0 1 1,1 0-1,-1-1 1,0 1 0,0-1-1,1 1 1,-1 0-1,0-1 1,0 1-1,0-1 1,0 1-1,0-1 1,0 1-1,0-1 1,0 1-1,0-1 1,0 1-1,0-1 1,0 1-1,0 0 1,0-1-1,0 1 1,0-1-1,0 1 1,-1-1-1,1 1 1,0-1-1,0 1 1,0 0-1,-1-1 1,1 1-1,0 0 1,-1-1-1,1 1 1,0 0-1,-1-1 1,1 1-1,0 0 1,-1-1-1,1 1 1,-1 0-1,1 0 1,-1 0-1,1-1 1,0 1-1,-1 0 1,1 0-1,-1 0 1,0 0-1,-10-7-139,10 5 1249,-3 3-854,-31 8 3593,35-10-3884,1-1 0,-1 1 0,1 0 0,-1 0-1,1 0 1,-1 0 0,1 0 0,0 0 0,0 0-1,0 0 1,-1 0 0,1 1 0,0-1 0,0 0-1,0 0 1,0 1 0,1-1 0,-1 1 0,0-1-1,2 0 1,24-9 330,14 1-105,-1 1-1,74-4 1,84 9-316,-153 3-114,91 4-3037,-127-4 2610,1 1-1,-1 0 1,1 1 0,-1 0-1,0 1 1,11 3 0,-16-4 131,1 0-3059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90 6717,'-10'11'3596,"36"-19"706,0-1-3996,240-23 1250,-25 3-3951,-206 25 1508,26-5-4563,-29 0 689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37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 4988,'0'0'1429,"28"0"-329,-3 0-224,3-3-252,-3 3-52,3-3-284,26 6-384,-15-6-1124,0 0-1264,0 9-609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2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30 10369,'25'-29'15581,"-25"35"-14241,2 94 1544,-4 126-291,-48 363-4346,47-567-434,-2 0 0,0-1 1,-16 40-1,5-18-4331,3 9-6247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0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24 11713,'3'-2'2199,"26"-16"1514,-27 17-3575,-1 1-1,0-1 1,0 1-1,1 0 1,-1-1 0,0 1-1,1 0 1,-1 0-1,0 0 1,1 0 0,-1 0-1,0 0 1,1 0 0,-1 0-1,0 1 1,1-1-1,-1 0 1,2 2 0,2-1 282,10 0-74,-1 2 0,1-1 0,-1 2-1,0 0 1,0 1 0,-1 0 0,1 1 0,-1 0 0,24 16 0,167 124-874,15 9-7500,-159-114 1290,-29-26 897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514 86 6373,'-28'-47'1448,"3"43"1600,7-8-1676,4 5 1200,-7-2-1372,0 2-187,-11 14-209,-11 5-320,4 4 28,0 7-168,0 5-392,-3 1-800,-4 3-860,-8 6-3165,1 4-3836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53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280 149 10717,'1'-17'657,"0"1"468,1 1 6000,-2 14-7009,0 0-1,0 1 1,0-1 0,0 0 0,0 0-1,-1 0 1,1 0 0,0 0 0,0 1-1,-1-1 1,1 0 0,-1 0 0,1 1-1,0-1 1,-1 0 0,1 0 0,-1 1-1,0-1 1,1 1 0,-1-1 0,0 0-1,1 1 1,-1-1 0,0 1 0,1 0-1,-1-1 1,0 1 0,0 0 0,0-1-1,1 1 1,-1 0 0,0 0 0,0-1-1,0 1 1,0 0 0,0 0 0,1 0-1,-1 0 1,0 0 0,0 0 0,0 1-1,0-1 1,1 0 0,-1 0 0,0 1 0,-1 0-1,-17 10 64,1 0 0,0 2 0,1 0 0,1 2 0,0-1 0,0 2 0,2 0 0,0 1 0,1 0 0,1 1 0,0 1 0,1 0 0,1 0 0,1 1 0,1 0 0,1 0 0,1 1 0,0 0 0,2 1 0,0-1 0,-1 30 0,5-42-174,1 1-1,0-1 1,0 1 0,1-1-1,0 0 1,0 1 0,1-1-1,0 0 1,1 0 0,0-1 0,1 1-1,-1-1 1,2 0 0,-1 0-1,1-1 1,0 1 0,1-1-1,-1 0 1,1-1 0,1 0-1,-1 0 1,1-1 0,0 0-1,1 0 1,-1 0 0,1-1-1,0-1 1,-1 1 0,2-2 0,-1 1-1,0-1 1,1 0 0,-1-1-1,19 0 1,-15-1-15,0 0 1,-1-1-1,1 0 0,-1-1 1,1-1-1,-1 0 0,0 0 1,0-1-1,0-1 0,0 0 1,-1-1-1,0 0 0,0 0 0,-1-1 1,0-1-1,0 0 0,0 0 1,-1-1-1,0 0 0,-1-1 1,0 1-1,-1-2 0,1 1 1,-2-1-1,0 0 0,7-16 1,-5 4 8,-1 0 0,-1 0 0,-1 0 0,0 0 0,-2-1 0,-1 0 0,-1 1 0,-1-1 0,-1 0 0,-6-35 0,5 46-56,-1-1 1,0 1-1,-1 0 1,-1 0-1,0 0 1,0 1-1,-2 0 1,1 0-1,-1 0 0,-1 1 1,0 0-1,-1 0 1,0 1-1,-1 0 1,0 1-1,0 0 1,-1 0-1,0 1 1,-16-8-1,22 14-119,0 0 0,0 0 0,0 0 0,0 1-1,-1 0 1,1 0 0,0 0 0,-1 1 0,1 0-1,0 0 1,-1 0 0,-9 2 0,3 1-384,1 0-1,-1 0 1,1 1 0,-17 9-1,15-7-550,2 1 0,-1 0 0,1 1 0,0 0 0,0 1 0,1 0 0,0 1 0,1 0-1,-13 17 1,-11 24-7465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05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26 4376,'0'0'4951,"-2"-2"-4757,0 0-536,-11-11 1116,9 4-5474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7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 13241,'8'-3'363,"0"-1"0,0 1 0,0 0 0,1 1 0,-1 0 0,1 0 0,-1 1 0,17-1 0,75 7 1565,-34 0-1048,766 20 2374,-2 16-3787,-698-33-616,40 2-1814,-57-2-3361,-43-5-2293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9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216 0 15361,'2'10'553,"0"-1"0,-1 0 0,-1 1 0,1-1 0,-2 1 0,1 0 0,-1-1 0,-3 11 0,-4 12 747,-12 32 0,-1 1 368,-7 52 325,-20 188-1,15 123-3052,31-389 677,-25 249-4460,7-82-3979,11-79-1677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4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485 36 8877,'-32'-35'12000,"18"51"-8655,7-6-2825,2 1 0,0-1-1,0 1 1,1 0 0,0 1 0,1-1 0,0 1 0,1-1 0,-1 14 0,-3 5 354,-11 65 1001,-48 195-1278,-11-48-597,-53 179 0,96-292 0,-21 171 0,39-93-3443,14-195 1027,0 0-1,1 1 1,0-1-1,1 0 1,4 22-1,1-12-9424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4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1 152 13277,'16'-17'1265,"1"1"-1,1 1 0,1 1 1,0 0-1,34-18 0,-43 27-782,2-1-162,-1 0 1,1 1-1,1 0 1,-1 1 0,1 1-1,-1 0 1,1 0-1,0 1 1,0 1-1,0 0 1,0 1 0,0 1-1,22 2 1,-16-1-64,8 1-71,1 0 0,-1 2 0,0 2 1,-1 0-1,1 1 0,-1 2 0,33 18 0,-45-21-127,-1 1-1,-1 1 0,1 0 0,-2 0 1,1 1-1,15 18 0,-21-20-36,0-1 1,-1 2-1,0-1 0,0 0 0,0 1 0,-1 0 0,-1 0 1,1 0-1,-2 1 0,4 18 0,-4-10 6,-1 1 1,0-1-1,-2 0 0,0 0 0,-1 0 0,-1 0 0,-5 19 1,0-9 2,-1-1 1,-2-1-1,-25 48 1,-7-7 58,-3-1 1,-64 71-1,-78 68 484,-4 4 675,181-197-1080,6-7-72,1-1 1,-1 1-1,1 0 1,0 0 0,1 1-1,-1-1 1,1 1-1,0-1 1,0 1 0,1 0-1,-3 11 1,5-16-81,0 0 1,0 0-1,0 0 1,0 0-1,0 0 1,1 0-1,-1 0 1,0 0-1,1 0 1,-1-1-1,1 1 1,-1 0-1,1 0 1,-1 0-1,1 0 1,0 0-1,-1-1 1,1 1-1,0 0 1,0-1-1,-1 1 1,1 0-1,0-1 1,0 1-1,0-1 1,0 1-1,0-1 1,0 0-1,0 1 1,0-1-1,0 0 1,1 0-1,36 2 123,-35-2-134,46-5-25,0-2 1,89-24 0,96-45-1714,-148 46 335,143-60-3654,-84 14-4657,-66 28-2105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5.4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170 193 7757,'1'-11'689,"1"-10"11427,-6 21-11577,-34-3 504,34 3 1231,4-1-2194,0 1 0,-1-1 1,1 1-1,0-1 1,-1 0-1,1 1 1,0-1-1,-1 1 1,1-1-1,-1 1 1,1-1-1,-1 1 0,1-1 1,-1 1-1,1 0 1,-1-1-1,1 1 1,-1 0-1,0-1 1,0 1-1,0-1 69,-1 1 0,1-1 1,0 0-1,0 0 0,0 0 0,0 0 0,0 0 0,0 0 0,0 0 1,0 0-1,0 0 0,0 0 0,-1-2 0,1 0-89,0 1 1,1 0-1,-1 0 0,1 0 0,-1 0 0,1-1 1,0 1-1,-1 0 0,1-1 0,1 1 0,-1 0 1,0 0-1,0-1 0,1 1 0,1-4 0,-1 3-3,2-1 0,-1 0 0,0 1 0,1-1 0,0 1 0,0 0 0,0 0 0,4-4 0,2-1 1,1 1-1,0 0 1,0 0-1,1 1 1,0 0-1,0 1 1,16-5-1,-24 9-54,-1 1-1,0-1 0,1 1 1,-1-1-1,1 1 0,-1 0 1,1 0-1,-1 0 0,1 0 1,-1 1-1,0-1 0,1 1 0,-1 0 1,0-1-1,1 1 0,-1 0 1,0 0-1,0 0 0,0 1 1,0-1-1,0 0 0,0 1 1,0-1-1,0 1 0,0 0 0,-1 0 1,3 3-1,-2 0 0,-1 0 1,0 1-1,0-1 0,0 0 0,-1 1 0,0-1 1,0 1-1,0-1 0,-1 1 0,-2 9 1,-18 56-7,0-27 8,-1 0 0,-3-2 0,-1 0 0,-41 49 0,29-40 9,-33 47 30,71-97-41,0 0 0,0 0-1,0 1 1,0-1 0,0 0 0,0 0 0,0 0 0,0 0 0,0 1 0,0-1 0,1 0-1,-1 0 1,0 0 0,1 0 0,-1 0 0,1 0 0,0 0 0,0 1 0,0 1 0,0-1-13,0 0 0,0 0 0,0-1 0,1 1-1,-1 0 1,0 0 0,1-1 0,0 1 0,-1-1 0,1 0 0,0 1 0,-1-1 0,1 0 0,0 0 0,0 0 0,0 0 0,0 0 0,0-1-1,0 1 1,0-1 0,0 1 0,3 0 0,7 0-211,0 0-1,22-1 1,-17-1-77,18-1-881,-1-2-1,0-2 1,0-1 0,0-1-1,33-13 1,-20 6-1366,35-11-3835,5-5-3736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1.9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745 377 9729,'1'-6'1600,"0"-9"-882,0-2 71,1 0 0,1 1 0,0-1 0,1 1 0,0 0 0,11-23 0,-8 27-599,1-1 0,0 2 0,0-1 1,1 1-1,1 1 0,0 0 1,1 0-1,-1 1 0,2 0 0,-1 1 1,1 0-1,1 1 0,-1 0 1,26-9-1,4 2 5,0 1 1,1 2-1,72-9 1,-71 16-131,1 2 0,0 1 0,-1 3 0,1 1 0,-1 2 0,0 3 0,44 12 0,-77-17-59,0 1-1,0 0 1,0 1-1,-1 0 1,1 0-1,-1 1 1,0 0-1,-1 1 1,0 0-1,0 1 1,0 0-1,-1 0 1,0 1-1,-1 0 1,0 0-1,0 1 1,-1 0-1,0 0 1,6 15-1,-8-14 0,-1 1 0,-1-1 0,1 1 0,-2 0 0,0 0-1,0 0 1,-1 0 0,-1 0 0,0 0 0,0 0 0,-1-1-1,-1 1 1,0 0 0,0-1 0,-1 0 0,-1 0 0,-9 17-1,-4 3 4,-1-1 0,-2-1-1,-1 0 1,-45 44-1,-118 91 5,124-113 13,24-20-10,0 0-16,-40 41 1,69-63 2,-1 0 0,1 1 1,1 1-1,0-1 0,1 1 1,-1 0-1,2 1 0,0-1 0,-6 20 1,10-26-2,1 0 0,-1 0 0,1 0-1,0 0 1,0 0 0,1 0 0,-1 0 0,1 0 0,0 0 0,1 0 0,-1-1 0,1 1 0,0 0 0,0-1 0,0 1 0,1-1 0,0 0 0,0 0 0,6 7 0,2 1 1,1 0 0,0-1 0,1 0 0,24 14 0,38 19 16,131 55 0,-127-64-38,121 72 1,-183-96 23,0 0 0,-1 1 0,0 1 1,-1 0-1,0 1 0,-2 1 0,14 17 1,-25-29-5,-1-1 0,1 1 1,-1 0-1,0-1 1,0 1-1,0 0 0,0 0 1,-1 0-1,1 0 0,-1 0 1,1 0-1,-1 0 1,0 0-1,0 0 0,-1 0 1,1 0-1,-1 0 1,1 0-1,-1 0 0,0 0 1,0 0-1,0-1 0,0 1 1,-1 0-1,1-1 1,-1 1-1,0-1 0,1 1 1,-1-1-1,-5 5 0,-2 1 3,-1 1 0,0-2-1,0 1 1,-1-1-1,0-1 1,-16 7 0,-18 7 11,-1-3 0,-53 13 0,-103 16-1,114-27-26,-201 44-403,-279 62-2102,188-44-5831,245-54 449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2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14 9513,'20'-13'2496,"-20"13"-2406,1 0 0,-1 0 0,1 0 0,-1-1-1,1 1 1,-1 0 0,1 0 0,-1 0 0,1 1 0,-1-1-1,1 0 1,-1 0 0,1 0 0,-1 0 0,1 0 0,-1 1 0,1-1-1,-1 0 1,0 0 0,1 1 0,-1-1 0,1 0 0,-1 0 0,0 1-1,1 0 1,1 3 292,1 0 0,-2 0 0,1 1-1,0-1 1,-1 1 0,0 0 0,1 6 0,-1-6-284,25 136 3425,12 238 1,-33 152-1310,-60 254-841,-51-2-790,52-410-354,19-124-120,-123 965-58,109-387-2268,52-660-935,7-1-1,64 321 1,-41-362-2431,8-14-3280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2.7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1379 436 6561,'-34'-174'1538,"3"48"1300,23 100-1031,2 0 0,-6-47 0,10 62-812,-3 27-177,3-9-631,-37 224 2145,18-88-1661,-9 25 16,-35 222 584,-20 195 164,-37 290 193,58-288-904,-65 529 183,-56-9-508,136-874-606,-119 527-1169,-56-20-6524,173-608 1832,5-14-3809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3.3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1566 5793,'-6'-26'1483,"5"21"16,-2 3 68,2 2-1422,-1 0 1,1-1-1,0 1 1,-1-1-1,1 0 1,0 1 0,-1-1-1,1 0 1,0 0-1,0 0 1,0 0 0,0 0-1,0 0 1,0 0-1,0 0 1,0-1-1,0 1 1,0 0 0,0 0-1,1-1 1,-1 1-1,1 0 1,-1-1-1,1 1 1,-1-1 0,1 1-1,0-1 1,0 1-1,0-1 1,0 1-1,0-1 1,0 1 0,0-1-1,0 1 1,1-1-1,-1 1 1,1-3-1,0-2-27,1 0-1,-1 0 1,1 1-1,0-1 1,1 0-1,-1 1 1,1 0-1,0-1 1,1 1-1,-1 0 1,1 1-1,0-1 1,0 1-1,0-1 1,1 1-1,0 1 1,5-5-1,17-11 158,1 2-1,1 0 1,0 2-1,39-14 1,138-36 328,322-39 230,20 39-438,-519 62-380,400-38 168,1039-58 130,11 31-113,-888 43-137,-190 8-38,1396-70 84,-7-62-36,-1145 61-58,-22-51 15,-565 123-160,-1-3 0,-1-1 1,85-46-1,-131 60-32,-1 1 1,0-2-1,0 1 1,-1-1-1,0 0 1,0-1-1,13-16 1,-19 22 42,-1 0 1,0-1-1,0 1 0,1 0 1,-2 0-1,1-1 1,0 1-1,0-1 1,-1 1-1,1-1 0,-1 1 1,0-1-1,0 1 1,0-1-1,0 1 0,0-1 1,0 0-1,-1 1 1,1-1-1,-1 1 0,0 0 1,0-1-1,0 1 1,0 0-1,0-1 0,0 1 1,-1 0-1,1 0 1,-1 0-1,1 0 0,-1 0 1,0 0-1,0 1 1,0-1-1,0 0 0,-4-2 1,-4-3-900,-1 1 1,0 0 0,0 0-1,-18-5 1,-66-22-6931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35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342 304 5240,'-21'-19'1455,"20"19"-1289,0-1 0,0 0 1,1 0-1,-1 0 0,0 0 0,0 0 1,1 0-1,-1 0 0,0 0 1,1-1-1,-1 1 0,1 0 1,0 0-1,-1 0 0,1-3 0,-6-12 3382,3 12-3293,1 0 0,0-1 0,0 1 0,0-1 0,0 0 1,1 1-1,0-1 0,0 0 0,0 0 0,0 0 0,1 0 1,0 0-1,0 0 0,0 0 0,1 0 0,0 0 1,0 0-1,0 1 0,0-1 0,1 0 0,0 1 0,0-1 1,0 1-1,0-1 0,6-6 0,-2 3-133,0 0-1,0 0 0,1 1 1,0 0-1,0 0 1,0 1-1,1 0 1,0 0-1,1 1 1,-1 0-1,1 0 0,15-5 1,1 2 7,1 1-1,0 1 1,0 1 0,1 2 0,51-1 0,-65 4-110,0 1 0,-1 0 1,1 0-1,0 2 1,-1-1-1,0 2 1,1 0-1,-1 0 1,-1 1-1,1 0 1,-1 1-1,0 0 1,0 1-1,16 14 1,-20-14-12,-1 0 0,-1 0 0,1 1-1,-1 0 1,-1 0 0,1 0 0,-1 1 0,-1-1 0,0 1 0,0 0 0,-1 0 0,0 0 0,0 1 0,-1-1 0,0 0 0,-1 1 0,0-1 0,-1 14 0,-2 3 4,-2 0 1,0 0 0,-1 0 0,-2-1 0,-15 36 0,-1-9-3,-3-2 0,-1-1 0,-40 51 0,-118 128 49,18-47 40,73-83 95,-92 124 0,140-150 429,47-71-605,-1 0 0,1 0 0,-1-1 0,1 1 0,0 0 0,-1 0 0,1 0 0,0 0 0,0 0 0,0 0 0,-1 0 0,1 0 0,0 0 0,0 0 0,1 0 0,-1 0 0,0 0 0,0 0 0,0 0 0,1 0 0,-1 0 0,0 0 0,1 0 0,-1-1 0,1 1 0,-1 0 0,1 0 0,0 0 0,-1-1 0,1 1 0,0 0 0,-1-1 0,1 1 0,0 0 0,0-1 0,-1 1 0,1-1 0,0 1 0,0-1 0,1 1 0,4 1 38,0 1-1,-1-1 1,1 0-1,13 2 1,-3-2 4,1-1 1,0-1-1,-1-1 1,1 0-1,17-4 0,-12 2-16,220-35-1050,334-99 1,-313 59-2402,-91 25-2678,-155 48 5175,116-37-8733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2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43 107 13429,'0'-7'402,"1"0"0,-1 0-1,0 0 1,0 0 0,-1 0-1,0 1 1,0-1 0,-1 0-1,0 0 1,-4-8 0,3 9 1744,2 5-1653,0 0-1,0-1 0,-1 1 1,1-1-1,-1 1 0,1 0 0,-1 0 1,1 0-1,-1 0 0,0 0 0,0 0 1,1 1-1,-1-1 0,0 1 0,-3-2 1,18 290 3330,-1 69-3774,-21-110-2983,0-21-1699,6-6-4595,3-83-2736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2.4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833 87 7249,'-7'-27'831,"-14"-32"10117,16 69-10340,1 1-1,1-1 1,0 1 0,-3 21 0,-3 12 79,-58 138 1327,24-72-1334,-115 299 63,-20-5-3867,-35 51-6554,97-226-727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4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 6179 8841,'-2'3'340,"0"1"-1,0 0 1,0-1 0,0 1 0,0-1 0,-1 0 0,1 0-1,-1 0 1,-6 5 5132,7 27-3415,1-28-1882,0-1-1,1 1 0,0-1 0,0 1 1,0-1-1,1 1 0,0-1 0,0 0 1,1 1-1,0-1 0,5 12 0,-1-7-43,1-1-1,1 0 0,-1 0 0,2-1 0,-1 0 1,2 0-1,-1-1 0,1 0 0,0-1 0,0 0 1,1 0-1,0-1 0,0-1 0,21 8 1,13 2 126,0-1 1,75 12 0,20-6 45,1-5-1,247-7 0,288-65 156,-67-32 433,350-89-48,-826 151-751,870-196 236,1190-395-49,-61-191-200,-1128 333-60,-798 363-27,-5-10 0,313-250 0,-412 285 1,-3-6 1,-4-3-1,160-215 0,-207 241-5,-2-2 0,-4-1 0,-3-3-1,-4 0 1,-3-3 0,-3-1-1,25-116 1,-37 96 3,-4 0 1,-5-1-1,-4 1 0,-4-1 0,-16-111 0,-3 72-21,-7 0-1,-6 1 1,-52-140 0,59 212 7,-4 2 1,-2 1-1,-3 1 1,-3 2-1,-2 1 1,-3 3-1,-84-91 1,72 84 93,38 44-90,-37-37-1,51 56-94,-34 16-4716,28-11 4323,0-1 0,0 2 1,1-1-1,-1 1 0,-6 4 0,-124 83-10761,124-79 5834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4.8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1563 29 8405,'-1'-10'512,"1"9"-300,0-1-1,0 1 1,-1 0 0,1 0-1,0 0 1,0 0 0,-1 0-1,1 0 1,0-1 0,-1 1 0,1 0-1,-1 0 1,0 0 0,1 0-1,-2-1 1,1 2-79,0 0 0,0 0 0,0 0 1,-1 0-1,1 0 0,0 1 0,0-1 0,0 0 0,0 0 0,-1 1 0,1-1 1,0 1-1,0-1 0,0 1 0,0-1 0,0 1 0,0 0 0,0 0 1,-1 0-1,-74 51 2892,-109 96 1,-57 80-1972,76-69-601,-7-2-856,-100 95-1865,22 19-2604,164-160 219,8-7-2692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 8929,'50'-3'1704,"-19"19"-68,16 9-88,-5 1-156,-6 9-248,10 9-219,10 11-273,15 15-100,7 6-124,11 7-96,6 10-316,15 9-424,-7 3-576,3 0-565,-6 1-351,-8 2-2244,-4 4-3145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09:57:45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6029,'49'-22'-1793,"-10"9"541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2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 2908,'11'-19'556,"10"19"-2340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4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2106 42 4316,'-38'-9'1821,"0"1"0,-77-4 0,-408-1-544,-385 22-1118,520-2-2965,325-7 376,31 0-565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6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983 4 4900,'-153'-3'2733,"132"3"-2653,1 0 0,-1 2 0,1 1 0,-1 0 0,1 2 0,1 0 0,-1 1 0,-31 15 0,7-3-364,0-1 0,-2-2 0,1-3 0,-70 11 0,69-21 300,20-1-97,-17-1-482,-68-9-1,59 2-943,8-2 257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07.8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500 17 7033,'-153'-10'1224,"86"7"-220,3 0-204,-17 3 100,42 0-1040,3 3-400,4 6-2532,4 1-1153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1.7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46 183 14833,'-38'-37'3005,"30"29"-435,9 5-331,-1-1-1932,1 0 1,0 1 0,0-1-1,0 0 1,0 0-1,1 1 1,-1-1 0,1 1-1,0-1 1,0 1-1,1 0 1,-1 0 0,0 0-1,1 0 1,0 0 0,0 1-1,0-1 1,0 1-1,0 0 1,0-1 0,1 2-1,-1-1 1,7-2-1,21-7 28,1 1-1,0 2 0,0 1 0,46-4 1,140 0-2388,-152 9 744,115 2-3717,-62 7-3272,-29 2-3733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1.8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32 192 14101,'-31'10'6585,"34"6"-4521,1 6-340,27-28-396,26 3-288,11-4-443,20-9-750,22-6-731,14-10-700,0-6-872,11 3-236,10-4-3157,-3-2-4988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4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61 3948,'18'10'7873,"-20"-13"-7749,-30-43 1264,30 44-1290,23-13-1638,-14 10-2813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2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204 224 7477,'11'-24'1991,"-8"19"-141,-4 2-73,-1-1-1056,0-1 0,1 1 1,0-1-1,0 1 0,0-1 1,0 1-1,1-1 0,0 1 1,0-1-1,0 0 0,0 1 1,2-6-1,-2 9-601,0 0 0,0 0 0,-1 0 0,1 0 0,0 1 0,-1-1-1,1 0 1,0 0 0,-1 1 0,1-1 0,-1 0 0,1 1 0,-1-1 0,0 0 0,1 1 0,-1-1 0,0 1 0,1-1-1,-1 1 1,0-1 0,0 1 0,1 0 0,-3-1 0,-7-8 6578,-7 25-5979,6-2-719,1 0 0,1 1 0,0 0 0,1 0 0,1 1 0,1 0 0,0 0 0,-4 19 0,-10 25 0,6-19 0,1 2 0,-12 85 0,8 59 0,14-148 0,3 0 0,0 0 0,3-1 0,1 1 0,2 0 0,2-1 0,1 0 0,2 0 0,29 66 0,-32-86 0,1 0 0,0-1 0,1 0 0,1-1 0,1 0 0,0 0 0,1-2 0,1 0 0,0 0 0,1-1 0,1-1 0,-1 0 0,2-1 0,0-1 0,0-1 0,1 0 0,0-1 0,0-1 0,1-1 0,0 0 0,23 3 0,-18-6 0,0 0 0,0-2 0,1-1 0,-1 0 0,0-2 0,0-1 0,0-1 0,0-1 0,0-1 0,-1-1 0,28-12 0,-35 12 0,0-1 0,0-1 0,0-1 0,-1 0 0,-1-1 0,0-1 0,0 0 0,-1 0 0,-1-2 0,0 0 0,0 0 0,-2-1 0,0 0 0,-1-1 0,14-29 0,-12 12 0,0-1 0,-2 0 0,-2-1 0,-1 0 0,-2 0 0,-1 0 0,-2 0 0,-1-1 0,-7-51 0,0 40 0,-1 1 0,-3 1 0,-2 0 0,-1 0 0,-3 1 0,-38-72 0,33 78 0,-2 1 0,-1 2 0,-2 0 0,-2 2 0,0 1 0,-2 1 0,-2 2 0,0 1 0,-41-25 0,59 45-23,1 0-1,-1 1 1,0 1-1,-1 0 1,1 1 0,-1 1-1,0 0 1,-1 1-1,1 1 1,-26 0 0,28 2-757,0 1 1,0 0-1,0 1 1,0 1-1,-18 5 1,21-4-824,1 0-1,0 1 1,0 0-1,1 0 1,0 1-1,0 0 1,-12 10-1,-3 10-10417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5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26 9737,'0'1'104,"-1"-1"1,1 0-1,0 1 1,0-1-1,-1 0 1,1 1-1,0-1 0,-1 0 1,1 0-1,0 1 1,-1-1-1,1 0 1,-1 0-1,1 0 0,0 0 1,-1 1-1,1-1 1,0 0-1,-1 0 1,1 0-1,-1 0 1,1 0-1,-1 0 0,1 0 1,0 0-1,-1 0 1,1 0-1,-1 0 1,1 0-1,0-1 0,-1 1 1,1 0-1,0 0 1,-1 0-1,1 0 1,-1-1-1,1 1 1,0 0-1,-1 0 0,1-1 1,0 1-1,0 0 1,-1-1-1,-1-25 14980,15 41-12636,29 25-2154,1-2 0,59 39 0,-14-11-273,156 106-21,-132-105-2202,-32-24-6404,-57-27 1472,-1 5-4707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5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763 25 13241,'-1'-2'217,"0"1"-1,-1-1 1,1 0-1,0 1 1,-1-1-1,1 1 0,-1-1 1,1 1-1,-1-1 1,0 1-1,0 0 1,1 0-1,-1 0 1,0 0-1,0 0 1,0 1-1,0-1 0,0 0 1,0 1-1,0 0 1,0-1-1,-1 1 1,1 0-1,0 0 1,-4 1-1,-3 1 1031,0 0 0,0 1 0,0 1 0,0-1 0,-9 7 0,17-10-1096,-11 7 1110,0 0-1,1 0 0,-18 16 0,-56 62-73,61-59-1150,-239 299-1366,183-230-3398,-1 2-5553,30-19-3167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6.2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144 138 10569,'0'-2'2035,"0"-3"-1542,0 0 0,0 0 0,1 0-1,0 0 1,0 0 0,0 0-1,1 0 1,-1 0 0,1 1-1,0-1 1,1 1 0,-1-1-1,1 1 1,0 0 0,0 0-1,0 0 1,6-5 0,-3 4-261,0 0 0,1 1 0,-1-1 0,1 2 0,0-1 0,0 1 0,1 0 0,-1 0 0,0 1 0,14-3 0,-9 3-188,0 1 1,0-1 0,0 2 0,0 0-1,0 0 1,0 1 0,0 1 0,0 0 0,0 1-1,0 0 1,0 0 0,-1 1 0,0 1-1,22 12 1,-26-11-25,1 0 0,0 1-1,-1 0 1,-1 0 0,1 1-1,-1 0 1,0 0 0,-1 0-1,0 1 1,0-1 0,-1 1-1,0 1 1,-1-1 0,0 0-1,0 1 1,-1 0 0,0 0-1,-1-1 1,0 1 0,0 14-1,-2-1 5,-1 0 0,-1-1-1,0 1 1,-2-1 0,-1 0 0,0 0-1,-19 40 1,-100 185 280,93-194 145,-2-1 1,-59 70 0,61-86-130,-150 190 2207,181-223-2438,-1 0 0,0-1 0,1 1 0,-1 0 0,1 0 0,0 0 0,0 0 1,0 0-1,1 0 0,-1 3 0,0-5-56,1 1 1,1-1-1,-1 0 0,0 1 1,0-1-1,0 0 1,1 1-1,-1-1 0,1 0 1,-1 1-1,1-1 1,-1 0-1,1 0 0,0 0 1,-1 0-1,1 0 1,0 0-1,2 2 1,2 0 8,0 0 0,0 0 0,0-1 0,1 0 1,-1 0-1,1 0 0,-1 0 0,1-1 0,0 0 0,0-1 1,0 1-1,-1-1 0,8 0 0,64-1 303,79-10 0,-99 5-373,264-33-1466,-112-6-2288,-181 37 2269,0-2 0,30-15 1,14-13-6874,-23 11-3096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6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83 8781,'2'-2'2098,"14"-18"3030,-15 17-3747,1-1-1207,0 1 0,0 0-1,0 0 1,1 0 0,-1 0 0,1 0-1,0 1 1,0-1 0,0 1 0,0 0-1,0-1 1,0 1 0,1 1 0,-1-1-1,1 0 1,-1 1 0,1 0-1,0 0 1,0 0 0,4 0 0,14-3 188,0 0 1,27 1 0,-45 3-321,13-1 84,-1 1-1,1 1 1,-1 1-1,1 0 1,23 7-1,-33-7-97,0 0 0,1 1 0,-1 0 0,0 0 0,-1 1 0,1-1 0,0 1 0,-1 1 0,0-1 0,0 1 0,-1 1 0,1-1 0,-1 1 0,6 8 0,-7-7-2,0 0 0,0 1 0,-1 0 0,-1 0-1,1-1 1,-1 2 0,-1-1 0,1 0 0,-1 0 0,-1 0 0,1 1 0,-1-1-1,-1 0 1,-2 16 0,-3-2 53,0 0-1,-2 0 1,0-1-1,-11 21 1,-4 7 36,1-3 242,-48 72 1,24-44 411,-27 40 1772,74-113-2502,0 0 0,0 0 0,0 0 1,0 0-1,0-1 0,0 1 0,0 0 0,0 0 0,0-1 0,0 1 0,0 0 0,1-1 0,1 1 0,-3-1 8,6 3-4,0-1 0,1 0 0,-1 0 1,0-1-1,1 0 0,-1 0 1,1-1-1,-1 0 0,11 0 0,62-12 17,-75 11-59,203-50-2474,-71 10-2301,-4 2-5541,-73 25 1513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8.8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45 10981,'0'1'96,"0"-1"-1,-1 1 1,1 0-1,-1 0 1,1-1-1,-1 1 1,0 0-1,1-1 1,-1 1 0,0-1-1,1 1 1,-1-1-1,0 1 1,0-1-1,1 1 1,-1-1-1,0 0 1,0 1 0,0-1-1,0 0 1,1 0-1,-1 0 1,0 1-1,-1-1 1,-15-12 2447,10 5 1270,3 8-3219,-1 0 0,1 0-1,0 0 1,0 0 0,0 0-1,0 1 1,0 0-1,0 0 1,0 0 0,0 0-1,1 0 1,-1 1-1,1 0 1,-4 4 0,5-6 768,3 1-1160,1-1 0,0 1 0,-1-1 0,1 1 0,0-1 0,-1 0 0,1 0-1,0 0 1,0 0 0,2 1 0,-1-1 41,6 3-201,0 0 0,1-1 0,-1 0 0,1-1 0,0 0 0,-1 0 0,20 0 0,78-5-91,-52 0 72,1250-56-23,-1276 58 0,891-40 0,-867 43 0,-35 3 0,-17-5 0,-1 1 0,0-1 0,0 0 0,0 0 0,0 1 0,0-1 0,0 0 0,0 1 0,0-1 0,0 0 0,0 1 0,0-1 0,0 0 0,0 0 0,0 1 0,0-1 0,0 0 0,0 1 0,0-1 0,0 0 0,0 0 0,0 1 0,0-1 0,-1 0 0,1 1 0,0-1 0,0 0 0,0 0 0,0 1 0,-1-1 0,1 0 0,-18 14 0,18-14 0,-44 23-2754,21-13-2230,2-1-3319,3-2-5439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19.1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22 15445,'-78'-22'16078,"91"52"-14834,2 197-1244,-10-154 0,-3 0 0,-9 84 0,3-95 0,-6 104 0,-36 199 0,39-335-952,-1 0 0,-1-1 1,-16 37-1,16-45-1550,2 1 0,0 0-1,1 0 1,-3 26 0,0 21-10963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0.4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38 13073,'-18'-38'11146,"11"51"-7336,5-7-3461,0-1-1,1 1 0,-1 0 1,1 0-1,1 0 1,-1 0-1,1 0 0,0 0 1,0 0-1,1 1 1,1 5-1,0 15 42,-20 200-213,1-52-187,16-140 10,-18 242 0,14-219-130,2 0-1,3-1 1,14 110 0,-12-154-1185,1 1 1,1-1-1,0 0 1,8 17-1,13 18-7342,0-11-5375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0.8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15245,'-17'-28'7243,"18"32"-5100,3 8-1517,1 1 1,1-1-1,0-1 1,0 1 0,1-1-1,1 0 1,0-1-1,0 0 1,12 11-1,100 83 1062,-91-81-1535,321 239-125,-230-176-26,53 25-2174,10-18-5889,-100-60-1813,-40-17 198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1.0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1057 1 16998,'-39'4'1396,"23"-3"-150,1 1-1,0 0 0,-19 6 0,25-4-424,0-1-1,0 2 0,0-1 0,1 1 1,0 0-1,0 1 0,0-1 0,-9 10 1,-57 61 1302,68-70-2237,-98 114 114,-98 101 0,14-58-204,60-54-4512,50-34-4373,6 5-6685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4.2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95 311 7773,'-3'-6'1217,"0"0"-1,0 1 1,1-1 0,0 0 0,0-1 0,-1-11 0,2 12-512,1-1 0,0 1 1,0-1-1,0 1 0,4-13 0,0 4 74,1 0 0,1 1 0,0 0 0,17-27 0,-18 33-582,1 1 0,0-1 0,0 1 0,1 0 0,0 1 0,1 0 0,-1 0 0,1 0 0,0 1 0,0 0 0,1 1 0,-1-1 1,1 2-1,0-1 0,0 1 0,13-2 0,-3 1-65,-1 1 0,0 1 1,1 0-1,-1 2 0,1 0 1,-1 1-1,30 5 0,-29-2-85,-1 1-1,0 1 0,0 1 1,0 0-1,-1 1 0,0 1 0,0 0 1,-1 1-1,-1 1 0,1 1 1,-2 0-1,22 23 0,-26-24-30,-1 1 0,0 0-1,-1 0 1,0 1 0,0 0-1,-2 1 1,0-1 0,0 1-1,-1 0 1,-1 1 0,0-1 0,-1 1-1,-1 0 1,0-1 0,-1 1-1,-2 27 1,-2-16-5,-1-1 0,-2 1 0,-1-1 0,0 0 0,-2 0 0,-1-1 0,-1-1 0,-1 1-1,-29 41 1,-11 4 13,-98 102 0,128-148-15,-119 121 60,-45 50 285,157-160 127,-40 63 1,67-95-451,1-1 1,0 1 0,-1 0 0,1 0-1,0 0 1,0 0 0,0 0 0,1 0 0,-1 0-1,1 0 1,-1 1 0,1-1 0,-1 0-1,1 0 1,0 0 0,0 1 0,0-1 0,0 0-1,1 0 1,-1 0 0,1 0 0,-1 1-1,1-1 1,0 0 0,0 0 0,0 0-1,0 0 1,0 0 0,0 0 0,0-1 0,0 1-1,1 0 1,-1-1 0,1 1 0,0-1-1,-1 1 1,1-1 0,2 2 0,4 1-2,-1 0-1,1 0 1,0-1 0,-1 0 0,1-1 0,1 0-1,-1 0 1,12 1 0,88 3-24,196-13 1,-223 2-6,7 1 5,34-1-2597,164-28 0,-260 27 565,44-15-1,-30 6-2193,-12 4-549,14-5-6796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24.5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188 26 14445,'7'-13'4416,"-16"8"1245,-6-2 23,14 8-5518,0 1 0,1 0-1,-1 0 1,1 0 0,-1 0 0,1 0-1,0 0 1,0 0 0,0 0 0,0 0 0,0 0-1,1 2 1,-1 4 75,-4 116-336,-6-1 1,-5 0-1,-43 170 1,28-185-5712,8-38-1717,17-54 5282,-18 48-11429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6.0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1278 180 6429,'-24'-2'1741,"23"1"-1498,0 1 1,0-1-1,0 0 0,0 0 1,0 1-1,0-1 0,0 0 1,1 0-1,-1 0 1,0 0-1,0 0 0,1 0 1,-1 0-1,1 0 0,-1 0 1,1-1-1,-1 1 0,1 0 1,-1 0-1,1 0 0,0-1 1,0 1-1,0 0 0,0 0 1,0-2-1,-1 1 744,0-6-524,0 1 0,-1 0 0,0-1 0,0 1 0,-1 0-1,0 0 1,0 0 0,-1 0 0,1 1 0,-2-1 0,1 1 0,-1 0 0,-9-10 0,8 12-330,0-1 1,0 1 0,0 0-1,-1 0 1,1 1-1,-1 0 1,0 0 0,0 0-1,0 1 1,0 0-1,0 1 1,-1 0 0,1 0-1,0 0 1,-1 1 0,-14 1-1,-5 2 177,0 2-1,1 1 1,-34 12 0,36-11-7,-62 19 250,3 3 0,0 4-1,2 4 1,2 3-1,-102 69 1,149-86-430,2 2 0,1 1 1,1 1-1,1 1 0,-28 40 0,43-53-88,1 1-1,0 1 1,2 0-1,0 1 1,1 0-1,0 0 1,2 0-1,0 1 1,1 0-1,1 0 1,1 1-1,-1 24 0,5-32-27,0 0 0,1 0 0,0 0 0,0 0-1,2-1 1,-1 1 0,2-1 0,-1 0 0,2 0-1,-1-1 1,1 1 0,1-1 0,0 0 0,0-1-1,1 0 1,1 0 0,-1-1 0,1 0-1,18 13 1,-4-5-4,1-1 1,1-1-1,1-1 0,0-1 0,0-2 0,1 0 1,36 7-1,-41-12 3,-1-2 0,1 0 0,0-2 0,0 0 0,0-1 0,0-1 0,0-1 0,0-2-1,-1 0 1,1-1 0,-1-1 0,0 0 0,25-13 0,-23 7-8,0 0-1,-1-2 1,-1 0-1,-1-1 0,0-2 1,0 0-1,-2 0 1,0-2-1,-1 0 1,-1-2-1,14-23 0,4-14-2,-3-1-1,-3-2 0,-2-1 1,-3-1-1,-3-1 0,19-103 0,-22 93-9,-18 58 140,-6 23 438,-8 28 65,8-2-375,1 1 0,1-1-1,0 54 1,3-19-253,3 1 0,3-1 0,3 0 0,18 75 0,-13-95-264,23 63 1,-28-94-548,1 0 0,0-1 1,2 1-1,-1-2 1,2 1-1,23 25 1,-18-25-2102,32 25 1,-1-11-4027,2-4-3883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2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149 201 4320,'0'0'12161,"1"-3"-11792,-2-70 4682,-28 61-4513,26 11-229,1 1-291,0 1 1,-1 0-1,1-1 0,0 1 1,-1 0-1,1 0 0,0 0 1,0 0-1,0 1 0,0-1 1,0 1-1,0-1 0,1 1 1,-1 0-1,0-1 1,-1 4-1,-20 30 149,9-9 73,-17 51-1,28-67-207,0-1-1,1 1 1,1 0 0,-1-1 0,1 1 0,1 0 0,0 0 0,0 0-1,3 11 1,-2-13-27,1 1-1,0-1 1,1 0-1,0 0 1,0 0 0,8 13-1,-9-18 4,1 1-1,-1-1 1,1 1 0,0-1-1,0 0 1,1 0 0,-1-1-1,0 1 1,1 0 0,0-1-1,-1 0 1,1 0 0,0 0-1,7 2 1,12 3 10,0-1 1,0-1-1,33 3 1,-49-7-21,1-1 0,-1 0 1,1-1-1,-1 0 0,1 0 1,-1 0-1,1-1 0,-1 0 0,0 0 1,0-1-1,0 0 0,0 0 1,0-1-1,-1 0 0,7-5 1,4-4 1,-1-2 0,27-29 0,-36 36-4,-1-1 1,0 0-1,0 0 0,-1 0 1,0 0-1,-1-1 0,0 0 1,3-12-1,-2 4-7,-1 0 1,0 0-1,1-35 0,-5 45 15,-1 1 0,0 0-1,0 0 1,-1 0 0,1 1-1,-2-1 1,1 0 0,-1 1-1,0-1 1,0 1 0,-1 0-1,1 0 1,-7-8 0,3 6-10,1 1 1,-2-1 0,1 1-1,-1 0 1,0 1 0,-1 0-1,1 0 1,-11-4 0,-3 0 0,0 0 0,-33-8 0,38 15-35,1 1 0,-1 0 0,0 1-1,1 1 1,-26 3 0,33-2-82,2 0-330,1 0 1,0 0-1,-1 1 1,1-1-1,0 1 1,0 1-1,0-1 1,0 1 0,1 0-1,-7 5 1,11-8 129,1 1 0,-1-1 1,0 1-1,1 0 1,-1 0-1,1-1 0,-1 1 1,1 0-1,-1 0 0,1-1 1,-1 1-1,1 0 0,0 0 1,-1 0-1,1 0 1,0 0-1,0 1 0,-2 3-1596,-8 11-6192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7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70 9369,'0'0'8801,"1"-2"-7786,2-2-882,0 1 0,-1 0-1,1 0 1,0 0 0,1 0-1,-1 1 1,0-1 0,1 1 0,-1 0-1,1 0 1,0 0 0,0 0 0,0 1-1,0-1 1,0 1 0,8-1-1,13-2 0,43-2 0,-32 3-310,15-2-843,31-3-2367,-1 6-4390,-45 5 1422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7.9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99 10921,'0'2'134,"1"-1"1,-1 1-1,1-1 0,-1 1 1,0-1-1,0 1 0,0-1 1,0 1-1,0-1 0,0 1 1,0-1-1,0 1 0,-1-1 1,1 0-1,-1 1 0,1-1 0,-1 1 1,1-1-1,-1 0 0,0 1 1,0-1-1,1 0 0,-1 0 1,0 1-1,-7 4 6737,25-2-5293,-9-2-1416,0-1 0,0 0 1,0 0-1,-1-1 0,1 0 0,0 0 0,16-3 1,55-12-111,-75 14-70,16-6-585,1 0 0,-2-1 0,1-1-1,23-14 1,12-6-2509,-7 6-2613,4-2-3498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8.1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178 0 12061,'-32'16'8790,"12"-13"-5869,15-1-2728,1 0 0,-1 0 0,1 1 1,0 0-1,0 0 0,0 0 0,0 0 1,0 1-1,1-1 0,-1 1 0,1 0 1,0 0-1,0 0 0,1 1 0,-1-1 1,1 1-1,0-1 0,0 1 0,1 0 1,-3 9-1,-2 12 556,1 1 0,-2 48 0,4-43-387,-11 368-748,4-247-3296,-1-10-2330,11-65-553,0-4-4245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8.8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768 101 4496,'-4'-4'231,"-1"-1"0,-1 1 0,1 0-1,0 0 1,-1 1 0,0-1 0,0 1 0,0 1-1,-7-3 1,-13-6 978,9 3-372,6 3-242,0 0 1,-1 0 0,-15-3-1,5 3-13,9 1-319,0 1 0,0 0 1,-1 1-1,1 0 0,-1 1 0,1 0 1,-1 1-1,1 1 0,-1 0 1,1 1-1,-16 4 0,17-1-55,1-1 0,0 2 0,0-1 0,0 1 0,1 1 0,0 0 0,0 1 0,0-1-1,1 2 1,1-1 0,-1 2 0,1-1 0,1 1 0,-9 14 0,-8 16 483,3 2-1,-25 65 1,34-77-512,-18 44 183,4 2 0,2 1 0,4 1 0,4 1 1,3 0-1,3 1 0,1 139 0,12-157-274,2-1 0,3 1 0,3-1 0,2-1 0,3 0 0,3-1-1,44 97 1,-47-125-62,1-1 0,2 0 1,1-1-1,1-2 0,2 0 0,37 35 0,-40-44-20,1-2 1,1 0-1,0-1 1,1-2-1,1 0 1,0-1-1,0-1 1,1-2-1,34 9 1,-31-11-9,1-1 0,1-2 0,-1 0 0,1-2 1,-1-2-1,1 0 0,-1-2 0,1-1 0,33-8 0,-57 9 1,27-4-18,0-1 1,-1-3-1,0 0 1,52-25-1,-56 18-3,1-1 0,-2-1 1,-1-1-1,0-2 0,-2-1 0,0 0 0,-2-2 0,0 0 0,-2-2 1,-1 0-1,-1-2 0,-2 1 0,22-51 0,-21 36 12,-2 0 0,-2 0 0,-2-2 1,-1 1-1,-3-1 0,-2-1 0,-1 1 0,-3-1 0,-6-65 0,-4 52 7,-3 1-1,-3 0 0,-2 1 1,-2 0-1,-42-83 1,41 99-2,-1 1 0,-3 1 0,-1 1 0,-35-41 0,42 58-79,0 2-1,-1 0 1,-1 1-1,-1 2 0,-1 0 1,0 1-1,0 0 1,-37-15-1,45 25-239,0 0 1,0 1-1,0 0 0,0 1 1,-1 1-1,1 0 0,-1 1 1,0 1-1,-21 1 0,19 1-1164,-1 1-1,1 1 0,0 0 0,-23 10 0,-30 16-7712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0:49.0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48 8069,'4'-16'2312,"3"0"-2952,0 0-2244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07.7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41 4012,'18'-16'1188,"-15"13"1005,-3 2-2117,0 1 0,0-1 0,1 0 0,-1 0 0,0 1 0,0-1 1,0 0-1,-1 0 0,1 1 0,0-1 0,0 0 0,0 0 0,-1 1 0,1-1 1,0 0-1,0 1 0,-1-1 0,1 1 0,-1-1 0,1 0 0,-1 1 0,1-1 1,-1 1-1,1-1 0,-1 1 0,1-1 0,-1 1 0,0-1 0,1 1 0,-1 0 1,1-1-1,-1 1 0,0 0 0,0 0 0,1-1 0,-1 1 0,0 0 1,1 0-1,-1 0 0,0 0 0,0 0 0,1 0 0,-2 0 0,-26 10 748,25-9-480,-19 27 2483,10-4-2965,11-21-72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0.3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1 3712,'28'22'6497,"-29"-20"-6660,-7 17 182,2 0 0,0 1 0,1-1 0,0 1 0,2 0 0,-2 31 1,-1 8 138,5 11-90,0-62-49,0 0 0,1-1 0,0 1-1,1 13 1,0-18 1149,2-4-1109,62-19-546,-62 19-149,12 7-3313,5 0 278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0.9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0 3532,'21'0'794,"-17"0"715,-8 14-965,3-11-477,0 0 0,1 1 0,-1-1-1,1 1 1,0-1 0,0 1 0,0-1 0,0 1-1,1-1 1,1 7 0,-2-7 43,0 19-112,1-18-4,-1 0-1,0 0 1,0 0 0,0 0 0,0 0-1,-1 0 1,1 0 0,-1 0-1,0 0 1,0-1 0,-1 1 0,1 0-1,-1-1 1,-3 6 0,-2 4 17,-28 65-505,34-76 285,-2-1 15,0 0-1,1 0 1,-1 0 0,1 0 0,-1 0 0,1 0-1,-1 0 1,1 1 0,-3 2 0,3-3-190,0 0-742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3.7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688 157 3044,'0'0'2425,"-1"-3"-1948,-4-11 279,1 0 0,0 0 0,-2-19 0,4 18-282,-1 0 0,0 1-1,-7-18 1,9 30-49,-2 6-55,-4 10-122,0 2 0,0-1 1,2 1-1,0 0 0,-5 28 0,-5 16 241,-178 514 938,119-366-1144,-160 555-2302,169-520-3069,41-133-169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4.5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1223 4092,'-18'4'701,"9"-3"442,22-13-532,-1 4-408,0 0 1,1 1 0,-1 0 0,19-7 0,-1 1-15,46-19 286,1 3 0,148-34 0,-194 56-441,972-203 927,13 49-698,-748 121-206,1694-222 56,-697 126-80,38-5 18,-1051 109 121,-241 30-132,0 0 1,-1-1-1,18-6 1,-28 9-42,0 0 1,1 0 0,-1 0-1,1 0 1,-1 0 0,0 0 0,1 0-1,-1 0 1,0-1 0,1 1 0,-1 0-1,0 0 1,1 0 0,-1-1 0,0 1-1,0 0 1,1 0 0,-1-1-1,0 1 1,0 0 0,1 0 0,-1-1-1,0 1 1,0 0 0,0-1 0,0 1-1,0-1 1,1 1 0,-1 0 0,0-1-1,0 1 1,0 0 0,0-1-1,0 1 1,0 0 0,0-1 0,0 0-1,-2 0 2,0 0 0,1 0-1,-1 0 1,0 0-1,0 0 1,0 1 0,0-1-1,0 1 1,0-1-1,0 1 1,0-1-1,-2 1 1,-60-6 20,0 2 0,-75 5-1,39 1-43,-179 1 67,225 3-44,50-5 25,3 2-21,1 6-3,0 0 1,0-1-1,1 1 0,0-1 1,0 0-1,5 15 0,2 19 34,0 32 153,-3 133-1,-25 75 385,-6-75-273,-54 208-1,-83 196 17,-115 262-28,-44 157-54,319-1020-232,-96 376 69,24-73 12,2-4-60,49-191-320,24-115-130,-12-26-5651,-5-12 2135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5.4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1 493 4164,'0'0'3663,"2"-2"-3163,41-43 933,65-54-1,-73 74-1198,2 1-1,0 2 0,1 1 1,2 3-1,44-16 0,5 3-125,-53 24-120,-33 7 71,2-1 99,25-1 178,40 2 0,11 0-68,520-57 552,37-1-630,1157 12-172,109 73-1525,-1691-23 1169,308 9-759,84 2-3865,-405-12 977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6.0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0 3668,'0'0'3670,"-2"2"-3569,-19 20 1,19-20-86,-1-2-16,-26 11-168,26-9 22,0-2-32,-17 6-113,13-4-357,0 0 0,0 0 0,-1-1 0,-11 2 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8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 16 9029,'-21'39'8069,"9"-49"-7630,12 10-458,-1 0-1,0-1 1,0 1 0,1 0 0,-1-1-1,0 1 1,0-1 0,1 1 0,-1-1 0,0 0-1,1 1 1,-1-1 0,1 0 0,-1 1-1,1-1 1,-1 0 0,1 1 0,-1-3 0,4-2 69,-3 4-404,1-1 0,0 1 1,-1-1-1,1 1 0,0 0 1,0-1-1,0 1 0,0 0 0,0 0 1,0 0-1,0 0 0,0-1 0,1 2 1,-1-1-1,0 0 0,1 0 1,-1 0-1,0 1 0,1-1 0,-1 0 1,1 1-1,-1 0 0,1-1 0,2 1 1,17-4-5042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9.4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38 5889,'-10'5'7785,"22"-11"-2277,0 0-4357,-11 4-1057,1-1 1,-1 0 0,0 1 0,0-1 0,-1 0 0,1 1 0,-1-1 0,1 0 0,-1-4 0,-22 19-47,22-9-67,17 58 33,-16-58 6,-2-1-161,0 0 151,0-1-1,0 1 1,0 0-1,0 0 1,-1-1-1,1 1 1,-1-1-1,1 1 1,-3 1-1,1 0 47,14-10-29,-3-2-549,-16 5 2007,-2-1-3729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19.8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45 6449,'0'0'6426,"-1"-2"-6280,-5-7 178,-1 0-939,2 0-4146,-4-7-224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0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0 4368,'-1'1'56,"1"-1"-1,-1 0 0,1 0 0,-1 0 0,1 1 0,-1-1 0,1 0 1,-1 1-1,1-1 0,-1 1 0,1-1 0,0 0 0,-1 1 0,1-1 1,0 1-1,-1-1 0,1 1 0,0-1 0,0 1 0,-1-1 0,1 1 0,0-1 1,0 1-1,0-1 0,0 1 0,0 0 0,0-1 0,0 1 0,0-1 1,0 1-1,0-1 0,0 1 0,0 0 0,0 0 0,11 20 1832,-3-4-1008,3-45-930,-9 23 71,0 3 535,-20-14-7159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0.9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36 7121,'10'-35'8239,"15"38"-20615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1.1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16 8497,'-10'-16'4012,"-4"23"-3872,-1 2-452,1 10-2144,-3 4-476,2-4-1033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3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67 4576,'0'0'2339,"-1"-2"-1745,-15-43 4229,12 28-5293,4 14 466,-13 22-574,12-17 472,0-1 0,0 1 1,0-1-1,0 0 0,-1 1 0,1-1 1,0 0-1,-1 1 0,1-1 1,-1 0-1,1 0 0,-1 0 0,0 0 1,1-1-1,-1 1 0,-2 1 0,-17 8-2890,3 7-506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2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24 201 12733,'-1'-17'649,"1"14"-492,0 0-1,0 0 0,0 0 0,0 0 0,-1 1 1,1-1-1,-1 0 0,0 0 0,0 0 1,0 1-1,0-1 0,0 0 0,-1 1 0,1-1 1,-1 1-1,-3-4 0,5 6-71,-1-1 1,1 0-1,-1 0 0,1 1 0,-1-1 1,1 0-1,-1 0 0,1 0 0,-1 1 1,1-1-1,0 0 0,0 0 0,-1 0 1,1 0-1,0 0 0,0 0 0,0 0 1,0 0-1,0 1 0,0-1 0,0 0 1,1 0-1,-1 0 0,0 0 0,1-1 1,0 0 53,0-1 0,1 0 1,-1 1-1,1 0 0,0-1 0,-1 1 1,1 0-1,3-3 0,5-3 194,1-1-1,19-10 1,-27 17-264,10-5 93,0 0 1,1 1 0,0 0 0,0 1 0,1 1 0,0 1 0,28-4 0,-2 3 53,67 5 0,-74 1-160,0 1 0,-1 2 1,1 1-1,-1 2 0,0 1 0,0 1 1,-2 2-1,1 2 0,39 22 0,-49-22-36,-1 0 0,0 2 0,-1 0 0,0 1 0,-1 1 0,-2 1 0,0 1-1,0 0 1,-2 1 0,-1 0 0,0 2 0,-2-1 0,10 26 0,-10-15-24,-2 0 0,-1 1 0,-1 0-1,-2 1 1,-1-1 0,-2 1 0,-2 0 0,0 0 0,-3 1 0,-1-2 0,-8 36 0,2-28 2,-1 1 1,-3-2-1,-1 0 1,-3 0-1,-1-2 1,-1 0-1,-3-1 1,-39 54-1,8-26 11,-80 77-1,-71 47 111,176-165-99,13-12-1,-7 6 14,2 0-1,0 1 1,1 1 0,-18 26-1,36-45-25,0 0 0,-1-1-1,1 1 1,0 0 0,1 0 0,-1 0 0,0 0-1,0 0 1,1 0 0,-1 0 0,1 0-1,0 0 1,0 3 0,0-4-5,0 0 0,0 0 1,0-1-1,1 1 0,-1 0 0,0 0 1,1 0-1,-1-1 0,1 1 0,-1 0 1,1 0-1,-1-1 0,1 1 0,-1-1 1,1 1-1,0 0 0,-1-1 0,1 1 1,0-1-1,0 1 0,-1-1 0,2 1 1,6 1 2,-1 0 1,0-1-1,1 0 1,-1 0-1,1 0 1,8-1-1,-7 0-1,36-1 12,0-2 1,61-12-1,-39 5-8,498-99-965,-5-37-5365,-424 111 1162,-7 6-3089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3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54 6657,'-7'-16'1168,"4"-3"3276,-1 0-13729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5.4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35 5661,'0'-29'1061,"0"23"3279,-1 10-3899,-2 3-309,-7 24 349,-7-24 34,-9 5 396,18-9-751,0 0 0,0 1 1,1 1-1,-1-1 0,1 1 0,0 0 1,-7 7-1,10-8-84,-22 28 695,24-29-571,14 10 289,-9-11-461,0 1 0,0-1 0,0 0-1,1 0 1,-1-1 0,0 1 0,1-1 0,-1 1 0,1-1-1,0 0 1,-1-1 0,1 1 0,0 0 0,-1-1-1,5 0 1,66-5 128,-45 1-134,74-5-298,122-11-2095,2-5-3401,-84 6 192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6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1358 4095 8205,'0'0'10259,"-1"3"-10237,-13 30 138,14-32-145,-1 0 0,1 0 0,0 0 1,-1 0-1,1 0 0,0 0 0,0 0 0,0 0 1,0 1-1,0-1 0,0 0 0,0 0 1,0 0-1,0 0 0,0 0 0,1 0 0,-1 0 1,1 0-1,-1 0 0,0 0 0,1 0 0,0 0 1,-1 0-1,1 0 0,-1 0 0,1 0 1,0 0-1,0 0 0,0-1 0,-1 1 0,1 0 1,0-1-1,2 2 0,2-2 7,-1 1 1,1-1-1,0-1 0,0 1 0,-1-1 1,1 1-1,0-1 0,-1 0 1,1-1-1,6-2 0,3 0 20,387-135 266,-254 77-291,165-97-1,127-104-106,-291 172 84,52-32-56,432-270-307,-259 118 25,-354 259 343,-1-1 1,0-1-1,-1-1 0,0 0 1,-2-1-1,0 0 1,-2-2-1,0 0 1,-2 0-1,0-1 1,-1 0-1,-2-1 0,0 0 1,-1 0-1,-2-1 1,0 1-1,-2-1 1,0-48-1,-5-157-38,9-315-1,12 93-58,-21 351 70,-4 0 0,-27-147 0,25 211 43,-2 1-1,0 0 1,-3 1 0,-1 0 0,-35-62 0,39 80-3,-1 0 0,-1 1 0,-1 0 0,0 1 0,-1 1 0,0 0 0,-1 0 0,-1 2 0,0 0 0,-1 1 0,0 0 0,-30-13 0,22 15-6,-1 1 0,0 2 1,-1 0-1,0 1 0,1 2 0,-1 1 0,-1 1 0,-42 4 1,-5 5-90,-135 34 0,111-15 77,0 5 0,-160 76 0,-174 122-32,132-66 115,-392 228-80,557-302 29,4 6 0,-225 213 0,244-193-11,-155 208 0,209-241-41,4 3 0,4 2 0,-68 164 0,72-126 76,5 1-1,7 3 0,4 1 1,-21 225-1,44-244-113,5 1-1,5 0 0,5-1 0,5 1 0,52 214 0,-43-255-655,3-2-1,3 0 1,61 111-1,-57-128-1547,3-1 1,64 76-1,-9-35-3726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9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33 12473,'-29'-32'8076,"31"34"-7564,3 3-409,0-1 0,0 1 0,0-1-1,1 0 1,-1 0 0,1 0 0,0-1-1,0 0 1,0 0 0,10 2 0,12 3-22,34 6 1,-31-8 43,506 73-3232,-237-43-5852,-179-15 1529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9.2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185 252 11949,'-185'32'10364,"211"-37"-9512,-7 0-700,448-81-759,109-40-7054,-426 91 2930,5 8-2603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27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255 377 9117,'-8'-4'241,"5"3"-109,0-1 0,-1 0 0,1 1 0,0 0 0,-1 0 0,1 0 0,-1 0 0,1 0 0,-1 1 0,0-1 0,1 1 0,-1 0 0,1 0 0,-1 1 0,0-1 0,1 1 0,-7 1 0,6 0 977,1-3-73,-27-7 644,28 8 58,-3 1-935,-4 2-462,6-2-263,0 0 1,0 0-1,0 0 0,0 0 1,0 1-1,0-1 1,0 1-1,1 0 1,-1 0-1,1 0 0,-1 0 1,1 0-1,0 0 1,0 0-1,0 1 1,0-1-1,-2 4 0,-5 13 153,1-1 0,1 2 0,0-1 0,1 1 0,-4 28 0,-8 111 590,15-125-691,-4 130 384,5-72-235,2-30-110,3-1-1,2 0 0,3 0 1,3 0-1,2-1 1,3-1-1,3 0 1,38 84-1,-20-68-95,2-1 0,4-1 0,4-3 1,2-2-1,97 104 0,-111-136-64,1-3 0,2 0 0,2-3 0,0-1 0,2-2 0,1-2 0,1-2 0,1-2 0,1-2 0,61 18 0,-74-29-8,0-1 1,1-2 0,-1-1-1,1-1 1,0-2 0,62-6-1,-68 1 0,-1-1-1,0-2 0,0 0 1,0-2-1,-1-1 1,-1-1-1,0-1 0,0-1 1,23-18-1,-6 0-18,-1-3 0,-2-1 0,-2-2 0,-1-1 0,-2-2 0,-2-2 0,-1-1-1,-2-1 1,41-87 0,-34 49-14,-2-2-1,-5-2 1,-3-1-1,26-169 1,-43 187 29,-3-1 1,-3 1-1,-3-1 0,-12-87 1,6 111-9,-2 0-1,-3 1 1,-1 0-1,-2 0 1,-2 2-1,-2 0 1,-30-52 0,28 64-1,-2 0 0,-1 2 0,-2 0 0,0 2 0,-2 1 1,-1 1-1,-1 1 0,-1 1 0,-1 2 0,-1 1 0,-1 2 1,-67-28-1,33 22-154,-1 2 1,-1 4 0,0 2 0,-1 4-1,-132-6 1,151 16-355,1 3-1,-1 2 0,1 2 1,0 2-1,-66 18 1,82-14-624,1 0 1,0 2-1,1 2 0,0 0 1,1 3-1,1 0 0,1 2 1,-39 34-1,-13 29-5914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0.4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85 13 9425,'-35'5'592,"7"-1"1515,6-3 5285,47-1-8335,-13 1 276,0-1 0,0-1 0,0 0 1,0-1-1,16-4 0,25-3-3822,12 5-2610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1.3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344 49 11609,'0'0'10264,"-4"0"-10225,-16 0 80,-1 0-1127,0 0 1,0-2-1,0 0 0,-36-9 0,-59-13-5880,53 15-232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0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138 51 12673,'-6'12'1796,"13"-19"27,6-7 4092,-16 14-5805,-1 1-74,-1 0-1,-1-1 0,1 1 1,0-1-1,0-1 0,0 1 1,0-1-1,0 1 0,-6-3 1,-47-11-202,55 14-504,-14-13-8771,2 0 31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2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493 515 7201,'-2'-3'278,"-1"-1"0,1 1 1,-1 0-1,0 0 0,0 0 0,0 0 1,-1 0-1,1 1 0,-1 0 1,-6-4-1,-15-11 1650,23 15-1721,1-1-1,-1 0 1,1 1 0,-1-1-1,1 0 1,0 0-1,0 0 1,0 0-1,0 1 1,1-1-1,-1-5 1,-1-1 255,0-1-158,1-1 0,0 0 0,0 0 0,1 0 0,1 0 0,0 0 0,0 1 0,1-1 0,5-18 0,-1 13-103,-1 0-1,2 0 1,0 1-1,1 0 1,16-23-1,-12 24-88,1 0 0,0 0-1,1 1 1,0 1 0,1 0-1,0 1 1,1 1 0,1 0-1,-1 1 1,1 1 0,1 1 0,0 0-1,0 1 1,27-5 0,-17 6-30,0 0 1,0 2 0,0 1 0,1 1 0,-1 2 0,0 1 0,1 1 0,54 13 0,-65-11-58,1 2 1,-1 0-1,0 1 0,0 1 0,-1 1 1,0 0-1,-1 1 0,0 1 1,-1 0-1,0 2 0,-1-1 0,0 2 1,-1 0-1,-1 0 0,-1 1 1,0 1-1,-1 0 0,13 27 0,-12-14-8,0-1 0,-2 1 0,-1 1 0,-1 0-1,-2 0 1,-1 0 0,-1 1 0,-2-1 0,-1 1 0,-9 59-1,1-49-11,-1 0 0,-2-1 0,-2 0 1,-2-1-1,-2-1 0,-1 0 0,-38 58 0,18-40-6,-3-3 0,-2-1 1,-3-1-1,-52 45 1,36-44 1,-3-3 0,-1-2 0,-113 60 1,-232 80 393,359-168 63,-90 50 0,141-67-136,9-2-86,27-2 50,46-8 14,291-14 474,-224 17-672,361-7-216,46-3-3596,-416 11 958,38-4-5156,-85 1-459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2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58 18726,'-43'-19'4632,"22"16"-2988,3-3 2373,25-10-8878,4 3 1693,7 13-3049,3 3-5572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75 13137,'-7'-19'5013,"24"9"-2835,-4 1-1574,2 2-303,1 1 1,0 0-1,1 2 0,-1-1 1,1 2-1,32-3 0,103 8-465,-76 2-541,146 6-5514,-148-3 1164,-5 10-2859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4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64 11753,'-42'-3'7469,"59"0"-6465,5 3-168,2 0-164,26 6-148,3-2-212,15-8-308,6-2-472,15 6-652,3-10-716,-4-2-576,12-4-2517,2-3-3896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4.9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486 148 10945,'-1'-1'100,"-1"0"0,1 1 0,0-1-1,-1-1 1,1 1 0,0 0 0,0 0 0,0 0 0,-1-1 0,1 1-1,1-1 1,-1 1 0,0 0 0,0-1 0,-1-3 0,3 4 50,-1-1 1,1 1-1,-1-1 0,1 1 1,0-1-1,0 1 0,-1 0 1,1-1-1,0 1 0,0 0 1,0 0-1,1-1 0,-1 1 1,0 0-1,0 0 0,2-1 1,0-2 432,0 0 0,0 0 0,-1 0 0,1-1 1,-1 1-1,0-1 0,-1 0 0,1 1 0,1-7 1,0-4 222,-3 11-28,1 1 37,-1-20 473,0 23-1241,0-1 1,0 1 0,0 0 0,0-1-1,-1 1 1,1 0 0,0-1 0,0 1 0,0 0-1,-1-1 1,1 1 0,0 0 0,0 0 0,-1-1-1,1 1 1,0 0 0,-1 0 0,1-1-1,0 1 1,-1 0 0,1 0 0,0 0 0,-1 0-1,1 0 1,0 0 0,-1-1 0,1 1 0,-1 0-1,1 0 1,-1 0 0,-3 1 79,0 1 0,0-1 1,1 1-1,-1 0 0,0-1 1,1 2-1,-1-1 0,1 0 1,-4 4-1,-21 18 418,2 2-1,1 1 1,-43 57 0,48-57-245,-28 37 399,-63 111 0,86-129-545,2 2 1,3 0-1,-22 74 1,35-94-149,0 0 1,2 0-1,1 1 1,2-1-1,0 1 1,2-1-1,4 32 1,-2-47-93,0 0-1,1-1 1,0 1-1,1-1 1,0 0 0,1 0-1,1 0 1,0 0 0,0-1-1,1 0 1,0-1-1,1 1 1,1-1 0,-1-1-1,1 0 1,1 0-1,19 14 1,-10-11-131,0-1 0,1 0-1,0-2 1,1 0 0,0-1-1,1-1 1,-1-1 0,1-2 0,0 0-1,0 0 1,1-2 0,22-1-1,-27-2 134,0 0 0,-1-1-1,1-1 1,-1-1 0,1 0-1,-2-1 1,1-1 0,0-1-1,-1 0 1,0-1 0,-1 0-1,0-2 1,0 0-1,-1 0 1,21-21 0,-31 27 106,0 0-1,0 0 1,0 0 0,-1-1 0,0 1 0,0-1 0,0 1-1,-1-1 1,0 0 0,1 0 0,-2-1 0,1 1 0,-1 0-1,1 0 1,-1-1 0,-1 1 0,1-1 0,-1 1-1,0-1 1,0 1 0,-1-1 0,-2-9 0,0 4 20,-1 1 0,-1 0 0,0 0 0,0 0 0,-1 1 0,0 0 0,-1 0 0,0 0 0,0 1 1,-1 0-1,0 0 0,-1 1 0,1 0 0,-11-6 0,-5-2 9,-1 1 1,0 1-1,0 2 1,-43-14 0,48 19-353,1 2 1,-1 0-1,0 1 1,1 1 0,-1 1-1,0 1 1,-33 3 0,20 1-2989,-59 17 0,72-13-2670,5 4-3698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5.6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433 155 9953,'0'0'3204,"-3"0"-1742,-33-3 1348,33 3-1667,-6-8 486,8 8-1566,0-1 0,0 1-1,0 0 1,1 0 0,-1-1 0,0 1 0,1-1 0,-1 1 0,0 0 0,1-1 0,-1 0 0,0 1-1,1-1 1,-1 1 0,1-1 0,-1 0 0,1 1 0,-1-1 0,1 0 0,-1 1 0,1-1-1,0 0 1,0 0 0,-1 0 0,1 1 0,0-1 0,0 0 0,0-1 0,0-3 0,1 0 0,0 0 1,1 0-1,-1 1 1,1-1-1,0 0 0,0 1 1,1 0-1,-1-1 0,1 1 1,0 0-1,0 0 1,0 1-1,1-1 0,-1 1 1,1-1-1,0 1 0,0 0 1,0 1-1,5-4 0,1 1-48,0-1-1,1 1 0,-1 1 0,1 0 1,0 0-1,0 1 0,0 1 0,1 0 1,-1 0-1,1 1 0,-1 0 0,1 1 0,-1 1 1,1 0-1,-1 0 0,1 1 0,-1 1 1,0 0-1,0 0 0,0 1 0,0 0 1,-1 1-1,1 0 0,-1 1 0,-1 0 0,1 1 1,-1 0-1,0 0 0,0 1 0,-1 0 1,0 1-1,-1-1 0,0 2 0,0-1 1,-1 1-1,0 0 0,5 13 0,-4-7-43,-2 0 1,0 1-1,-1-1 0,0 1 0,-2 0 1,0 0-1,0 0 0,-2 0 0,0 0 1,-1 0-1,-1 0 0,-1 0 0,0 0 1,-1 0-1,-10 26 0,1-11 1,-1-2-1,-1 0 1,-2 0 0,-1-2-1,-1 0 1,-2-1-1,0-1 1,-2-1-1,-31 27 1,11-16 18,-1-2 1,-2-3-1,-1-1 1,-92 43-1,73-43 34,-137 69 170,194-92-98,11-4-38,24-3-25,40-11-45,188-52-530,-30 10-1260,-76 21-1455,-2-11-5796,-118 34 3194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6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170 163 5168,'-21'-25'7689,"12"13"-7424,-2-3 3026,10 13-3252,-1 1 0,1 0 1,-1-1-1,1 0 0,0 1 1,-1-1-1,1 0 0,0 1 1,0-1-1,0 0 0,0 0 1,1 0-1,-1 0 0,0 0 1,1 0-1,-1 0 0,1 0 0,0 0 1,0 0-1,0 0 0,0 0 1,0-1-1,0 1 0,0 0 1,1 0-1,0-2 0,0 1 44,0 1-48,6-6 196,0 0 0,0 1 0,14-11 0,-18 16 1252,-6 1-1244,-3-1-498,-9-4 1778,13 6-695,11 5-577,5 1-118,-11-5 493,-5 3-176,-4 9-99,0 1 0,1 1 0,1-1 0,1 1 0,0-1 0,-2 24-1,-4 21 308,-26 104 618,-27 154-307,54-246-1831,1 97 0,6-96-461,3 23-1277,-2 25-6675,-6-61-1880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37.5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642 269 7993,'-46'-12'5598,"53"-20"-2447,-6 24-2868,1 0 1,0 1 0,0-1 0,0 1 0,1 0 0,1 0 0,-1 0 0,1 0 0,8-11 0,-3 9-170,0 0-1,1 0 1,0 1 0,20-14-1,-11 11-31,0 0-1,1 1 0,1 1 1,0 1-1,0 1 1,0 1-1,24-3 0,-18 4-49,0 1-1,0 2 0,0 1 0,1 1 1,30 4-1,-47-2-22,0 0 0,0 0 1,0 1-1,0 1 0,-1 0 0,0 0 0,11 7 1,-15-8-10,-1 1 0,1 0 1,-1 0-1,0 0 0,0 1 1,0 0-1,-1 0 0,1 0 1,-1 0-1,-1 1 0,1 0 1,2 5-1,-2 0 6,0-1 1,-2 0-1,1 1 0,-1-1 1,-1 1-1,0-1 1,0 1-1,-1 0 0,0 0 1,-1-1-1,0 1 0,-1 0 1,0-1-1,-1 0 0,0 1 1,0-1-1,-6 10 1,-2 3 4,-1 1 1,-1-2 0,-1 0 0,-1 0 0,-32 35 0,-6-5-6,-94 73 1,-27 25-29,148-129 43,20-16-21,0-1 1,0 1-1,0 1 1,-8 10 0,12-14-31,2 0 31,1-1-1,-1 1 1,1-1 0,-1 1 0,1-1 0,-1 0 0,1 1 0,0-1 0,0 0 0,-1 0-1,1 1 1,0-1 0,0 0 0,0 0 0,0 0 0,1 0 0,-1 0 0,0 0 0,0 0 0,1-1-1,-1 1 1,0 0 0,1-1 0,1 1 0,42 10-22,-35-9 8,37 6-94,-3 0 50,1 1 1,-1 2-1,72 28 0,-95-29 36,0 1 0,-1 1 1,0 1-1,-1 1 0,35 31 0,-46-37 24,0-1-1,-1 1 1,0 1-1,-1 0 1,1 0-1,-2 0 1,1 0-1,-1 1 1,-1 0-1,0 0 1,0 1-1,-1-1 1,0 1-1,2 17 1,-5-19 35,-1 0 0,1-1 1,-2 1-1,1 0 0,-1-1 0,0 0 1,-1 1-1,0-1 0,0 0 0,-1 0 1,0-1-1,0 1 0,-1-1 0,0 0 1,-10 12-1,1-5 30,0-1-1,-1 0 1,0-1 0,-1 0 0,-1-2-1,0 0 1,0 0 0,-1-2 0,-22 8-1,9-7-34,1-1 0,-1-1 0,0-2 0,-64 2-1,0-8-1055,-136-20-1,46 3-2238,20 7-2133,-4-6-3174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40.0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83 7433,'-11'-44'14468,"15"43"-13929,45-10 171,1 3 1,0 1-1,83 1 0,-62 4-476,711-2 824,-525 8-955,1247 28 68,-1288-27-177,136 7 67,-206-8-32,-93-5 2,-45 0-13,-4 1-8,-8-4-3024,-3-1 2420,-1 0 0,0 0-1,1 0 1,-1 1 0,-1 0-1,1 1 1,0 0 0,-17-4-1,-47 0-6612,23 4-1229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41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521 139 6441,'1'0'67,"0"-1"0,-1 1 0,1 0 0,0-1 0,-1 1 1,1-1-1,-1 0 0,1 1 0,-1-1 0,1 1 1,-1-1-1,0 0 0,1 1 0,-1-1 0,0 0 0,1 0 1,-1 1-1,0-1 0,0 0 0,0 0 0,-5-14 13092,10 15-12800,1261 86 1087,-545-79-2368,-608-17 189,-109 10 347,-9-3-898,-21-7 514,-1 1 1,0 1 0,-1 1-1,0 2 1,-34-3-1,-152-2-2394,159 9 2556,-688-6-1057,429-12 3471,-53 0 673,236 18-1552,-142 3 1098,253 1-1837,27 2 110,37 5-121,406 25 115,-272-28-201,96 4-138,-8-5-109,25-4-534,-162-8-262,-150-1 747,6 1 168,-50-9-39,-1 4 0,-106-6 1,63 8 30,-24-4 16,-645-56 56,695 64-38,-59-5-18,-207 12 0,330 3-401,27 0-852,32 3-689,16-3-1495,10 1-1690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59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316 192 3688,'0'0'2729,"0"-3"-1977,6-26 698,-5 26-700,-5-20 851,-1-8 133,2 15-44,0-1-1,0-27 1,3 42-1576,0 1 1,0-1-1,0 0 0,-1 1 1,1-1-1,0 1 0,-1-1 1,1 1-1,-1-1 1,0 1-1,1-1 0,-1 1 1,-1-2-1,1 3-91,1-1 0,0 1 0,0 0 0,-1 0 1,1-1-1,0 1 0,-1 0 0,1 0 0,0 0 0,0 0 0,-1 0 1,1 0-1,0 0 0,-1-1 0,1 1 0,0 0 0,-1 0 0,1 0 1,0 0-1,-1 0 0,1 0 0,-1 1 0,1-1 0,0 0 0,0 0 1,-1 0-1,1 0 0,0 0 0,-1 0 0,1 0 0,0 1 0,-1-1 0,1 0 1,0 0-1,0 1 0,-1-1 0,1 0 0,0 0 0,0 1 0,0-1 1,-1 0-1,1 0 0,0 1 0,0-1 0,0 0 0,0 1 0,0-1 1,-1 0-1,1 1 0,0-1 0,0 0 0,0 1 0,0-1 0,0 0 1,0 1-1,0-1 0,0 1 0,-2 7 252,0 1 0,1-1 0,-1 17 0,-2 7 109,-30 119 757,-42 167-407,9-114-3565,3-33-5952,32-76-694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1:59.4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362 46 8465,'-1'-2'155,"0"1"0,0-1 0,0 1 0,0-1 0,0 1 0,1-1 0,-1 0 0,1 1 0,-1-1 0,1 0 0,-1 0 0,1 1 0,0-1 0,0 0 0,0 0 0,0 1 0,0-1 0,0 0 0,1 0 0,-1 1 0,1-1 0,2-6 5996,-10 24-4277,-21 41-326,-5 12-751,-25 95-26,-31 82-2277,17-86-3722,32-74-12,9 3-2818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0.3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685 464 6533,'-4'-20'1766,"2"14"-1130,1 0 0,0 0-1,0 0 1,0 0 0,1 0 0,0 0 0,0 0 0,2-9 0,6-12 1233,-4 14-1338,0 0 0,1 0 0,0 1 0,1-1-1,0 1 1,9-12 0,3 2-332,0 0 0,1 1-1,2 0 1,0 2 0,1 1 0,1 0-1,0 2 1,2 1 0,-1 1-1,2 0 1,0 2 0,0 1 0,45-11-1,-59 19-177,0 1 0,-1 0 0,1 1-1,0 1 1,0 0 0,0 0-1,0 1 1,16 4 0,-21-4-15,0 1 0,-1 1 0,1-1 0,-1 1 0,1 0 0,-1 1 0,0 0 0,0 0 0,0 0 0,-1 0 0,1 1 0,-1 0-1,0 0 1,-1 0 0,7 10 0,-4-3 2,0-1 0,0 1 1,-2 1-1,1-1 0,-2 1 0,1 0 0,-2 0 0,0 0 0,0 1 0,-1-1 0,0 20 0,-3-13-5,0-1 0,-2 1-1,0-1 1,-1 0 0,-1 0 0,0 0 0,-11 22 0,-5 1 0,-1 0-1,-2-2 1,-2 0-1,-2-2 1,-60 64 0,55-69-5,-2-1 0,-1-1-1,-75 47 1,-134 56-19,63-54 39,129-63 63,41-14-54,8-2 43,7-3-65,0 0 0,1 1 1,-1-1-1,1 1 0,-1 0 1,1 0-1,0 0 0,-1 1 1,5-1-1,24-1 7,0 2 1,0 1-1,-1 1 0,1 2 1,-1 1-1,38 11 0,-19-1-16,-1 2 0,0 2 1,50 28-1,-57-24 4,0 3-1,-2 1 1,-1 2 0,-1 1 0,-1 3-1,-2 0 1,35 46 0,-60-67-1,-1 0-1,0 1 1,-1 0 0,-1 0 0,0 1 0,-1 0-1,0 1 1,7 29 0,-12-37 3,0 0 1,0 1 0,-1-1-1,0 0 1,0 1-1,-1-1 1,0 0-1,0 1 1,-1-1-1,0 0 1,0 0-1,0 0 1,-1 0 0,0-1-1,0 1 1,-1-1-1,0 0 1,0 0-1,-1 0 1,-8 9-1,3-6 9,-1 0 0,0-1 0,0 0 0,-1 0 0,-1-2 0,1 1 0,-1-1 0,0-1 0,0 0 0,-17 3 0,-19 3 1,-72 7 0,15-9 66,-116-5-1,-105-20-346,143-2-1828,66-8-6300,67 10-1293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1.8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755 225 5364,'18'-24'1381,"-15"19"2242,-5 3-2550,-37-86 5747,38 86-6703,-1 0-1,1 0 0,0 0 1,-1 1-1,1-1 1,-1 1-1,0-1 1,0 1-1,1-1 1,-1 1-1,0 0 1,-4-2-1,-16-13 1032,13 8-883,-1 0 0,1 1 0,-1 0 1,0 1-1,-12-6 0,20 11-252,1 1-5,0-1 0,-1 1 0,1-1 0,0 1 0,-1 0 0,1 0 0,0 0-1,-1 0 1,1 0 0,-1 0 0,1 0 0,0 0 0,-1 0 0,1 1 0,0-1 0,-1 0-1,-1 2 1,-3-1 18,-9 3 42,0 0 1,0 1 0,0 1 0,1 0 0,0 1-1,0 0 1,1 1 0,0 1 0,0 0-1,1 0 1,0 2 0,0-1 0,-9 13-1,-7 10 198,1 0 0,2 2 0,-32 59-1,26-34-132,3 0-1,3 2 0,3 0 0,2 2 1,3 0-1,3 1 0,3 1 1,-5 96-1,15-122-90,1-1-1,2 1 1,2-1 0,2 0-1,1 0 1,2 0-1,22 59 1,-22-78-30,0 0-1,1 0 1,0-1-1,2 0 1,1-1-1,0 0 1,1-1 0,0 0-1,2-2 1,0 1-1,1-2 1,0 0-1,1-1 1,1-1 0,20 10-1,-15-11 3,0-1 1,0 0-1,1-2 1,0-1-1,1-1 0,-1-1 1,1-2-1,0 0 1,31-2-1,-37-2-10,1-1 0,-1 0 1,0-2-1,0-1 0,-1 0 0,1-1 0,-1-2 0,0 0 0,-1 0 1,0-2-1,0 0 0,21-17 0,-6-1-23,-1-2-1,-1-2 1,-2 0 0,-1-2-1,-1-1 1,-2-1-1,-2-2 1,-1 0-1,28-70 1,-33 64 10,-2-1-1,-2-1 1,-2 0 0,-3 0 0,-1-1-1,-2 0 1,-2-78 0,-6 71 6,-2 0 1,-2 1 0,-3 0-1,-2 0 1,-2 1 0,-32-74-1,36 100 3,-2 2 0,-1-1 0,-1 2 0,-1 0 0,-1 0-1,-1 2 1,-25-26 0,31 37-11,-1 0-1,1 1 1,-2 0 0,1 1-1,-1 0 1,0 1 0,-1 0-1,0 1 1,0 1 0,0 0-1,-1 1 1,1 0 0,-1 2-1,0-1 1,-28 1 0,13 2-138,0 2 0,1 1 0,-1 2-1,1 1 1,-1 1 0,-42 17 0,-9 10-1869,-112 66 1,18 6-5880,52-32-2303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3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278 297 5400,'-1'-8'431,"0"0"0,-1 0-1,0 0 1,0 0-1,-1 0 1,0 0 0,0 1-1,-1 0 1,0-1-1,0 1 1,-1 1-1,0-1 1,0 1 0,0 0-1,-10-8 1,-65-47 2053,-36-30 680,114 89-2867,-13-17 1142,22 28-1315,1-1 0,0 0 0,0-1 0,1 1 0,0-2 0,0 1 0,1-1 0,0-1-1,0 0 1,0 0 0,15 4 0,20 5 99,66 11 0,-86-20-157,634 82 506,-529-74-507,993 66 184,5-44-169,1601-51-34,-1113-101 232,-1199 66-188,-365 42-91,-47 8 14,2 1 172,19-3-908,-23-3-337,-14-5-256,0 3-745,-1 1-1,0 0 1,-22-8 0,-7-1-6861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4.3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10 7737,'-50'-10'6980,"79"10"-7888,20 10-188,12 12-2608,27 7-2321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4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 0 7669,'-56'22'396,"38"-18"-516,0 5-516,-10-22-520,0 4-669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5.3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16 9629,'-53'-13'1837,"42"10"6875,17 5-8020,85 19 302,108 12 1,100-4-578,-138-15-258,1229 70 124,-461-83-3406,-618-16-797,-103-5-2224,-63 2-1403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0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118 669 9753,'-20'44'736,"11"-26"53,1 1 1,-11 38-1,9-17 1313,-7 65 0,5 119 79,10-176-1933,-8 328 585,10-373-811,-1-5-17,-1-1 1,1 0-1,0 0 1,0 0-1,0 0 1,0-1-1,1 1 1,-1 0-1,0-5 1,1-21-8,1 0-1,1 1 1,1-1 0,1 0 0,11-35 0,52-144 6,-52 167 11,36-92-25,6 2 0,5 4 0,107-164 0,-132 236-14,1 2 0,80-82 1,-97 113 15,1 2 1,1 1 0,0 1 0,2 1 0,0 0 0,1 2 0,0 2 0,36-14 0,-50 23 14,1 0 0,-1 1 1,1 1-1,-1 0 0,1 0 0,0 1 0,-1 1 0,1 0 0,21 4 0,-26-2-4,0-1-1,0 2 0,0-1 0,0 1 1,-1 0-1,0 1 0,1 0 0,-1 0 1,0 0-1,-1 1 0,1 0 0,-1 1 1,0-1-1,-1 1 0,1 0 0,5 8 1,0 3 0,-1 0 1,-1 1 0,0 1 0,-1-1 0,-1 1 0,-1 1 0,7 37 0,-4 8-4,1 73 0,2 11-25,-4-102-37,1 0 0,3-1 0,2 0 0,2-1 0,2 0 1,42 74-1,-45-94-104,-2 2 0,-1-1 1,-1 2-1,8 30 0,-17-48 127,0-1-1,-1 1 1,0 0 0,0 0-1,-1 0 1,0 0 0,-1 0-1,0 0 1,0 0 0,-1-1-1,-1 1 1,0 0 0,0-1-1,-1 0 1,-7 16 0,-2-7-9,0 1 0,-1-2-1,-1 0 1,0-1 0,-1 0 0,-1-1 0,-1-1 0,-25 16 0,-20 9 16,-76 34-1,-282 100 113,311-132 162,82-29-116,18-7-26,0 0 0,0-1 0,0-1 0,-15 3 0,12-5-70,32-9 36,-17 7-59,783-282 390,-718 263-7,0 4 1,111-11-1,-158 25-253,0 1-1,0 0 0,0 2 1,0 1-1,0 0 0,0 1 0,-1 1 1,1 1-1,-1 1 0,0 1 1,-1 0-1,0 2 0,29 17 0,-36-18-81,-2 0 0,1 0 0,-1 1-1,-1 1 1,1 0 0,-2 0-1,1 0 1,-2 1 0,1 0-1,-1 0 1,-1 1 0,0-1 0,-1 1-1,5 20 1,0 14-504,-1 0-1,1 79 1,-2-19-3569,-2-61-1680,2-6-3560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23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17 12685,'-7'-16'6493,"10"38"-5897,5 4-128,-5 9-468,11 25-676,0-12-988,-14 3-941,0 10-1835,15 3-3433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12481,'-2'1'230,"-1"-1"1,1 1-1,0 0 0,0 0 1,0 0-1,0 0 0,1 0 1,-1 1-1,0-1 0,0 0 0,1 1 1,-1 0-1,1-1 0,-1 1 1,1 0-1,0 0 0,-1 0 1,1-1-1,0 1 0,0 0 0,0 1 1,1-1-1,-1 0 0,0 0 1,1 0-1,0 0 0,-1 4 1,0 6 166,1 0 0,1 0 1,-1 0-1,4 13 0,-1-1 57,4 233 1225,-7-204-1550,-4-11 691,4-38 156,5-6-620,37-24-131,-1-1 1,-2-2-1,58-54 1,27-21-254,-103 88-22,113-80-229,-105 77 199,1 2 0,59-26-1,-74 38 59,0 0-1,0 0 0,1 2 0,0 0 1,-1 0-1,1 2 0,31 0 1,-34 2 13,-1 1 1,0 0 0,1 1-1,-1 0 1,-1 1-1,1 0 1,0 1 0,-1 1-1,0 0 1,0 0 0,14 11-1,-9-4 15,0 1-1,-1 1 1,-1 0-1,0 0 1,-1 2-1,15 25 1,54 115-48,-40-70 114,-16-28-89,-20-44 31,0 0-1,1 0 1,1 0-1,0-1 0,0 0 1,17 18-1,-23-30-15,0 0-1,0 0 1,0 0-1,0-1 0,1 1 1,-1-1-1,1 1 1,-1-1-1,1 0 0,0 0 1,-1 0-1,1 0 1,0-1-1,-1 1 0,1-1 1,0 0-1,5 0 1,-2 0 3,-1-1 0,0 0 1,1 0-1,-1-1 1,0 0-1,0 0 0,0 0 1,9-5-1,2-5-4,1 0 0,-1-1-1,27-29 1,4-10-308,61-88 1,24-64-750,-120 185 951,-6 9-22,-1 1 0,0-1 0,3-13 0,-7 21 111,-1 1 10,-1 1-1,1-1 0,-1 1 0,0-1 0,1 1 0,-1-1 0,0 1 0,0-1 0,1 1 0,-1 0 0,0-1 0,0 1 0,0 0 0,0 0 0,1 0 0,-1-1 0,0 1 0,0 0 0,-1 1 1,1-2-10,-2 1 11,0 0-1,-1 0 0,1 1 0,-1-1 0,1 1 1,0-1-1,-1 1 0,1 0 0,0 0 0,0 1 0,0-1 1,0 0-1,0 1 0,-4 2 0,-41 35-57,35-28 49,-135 123-53,107-89 92,41-39-12,10 8-66,0 1 0,1-2 0,1 1 0,0-1 0,1-1 0,0-1 0,1 1 0,21 12 0,46 29-3427,-29-14-3440,-19-11-1777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8505,'17'14'863,"-1"2"-1,0 0 1,-1 1 0,-1 0-1,0 1 1,12 23 0,-10-12-201,-1 0-1,-2 2 1,16 49 0,-8 7-172,-3 1 1,6 102-1,-18-99 275,-5 1 1,-13 118-1,11-194-420,1-1 22,0-15-351,0 0 0,0 0-1,0 0 1,0 0 0,0 0-1,0 0 1,0 0 0,0 0 0,0 0-1,0 0 1,0 0 0,0 0-1,0 0 1,0 0 0,0 0 0,0 0-1,0 0 1,0 0 0,0 0-1,0 0 1,1 0 0,-1 0 0,0 0-1,0 0 1,0 0 0,0 0-1,0 0 1,0 1 0,0-1 0,0 0-1,0 0 1,0 0 0,0 0-1,0 0 1,0 0 0,6-27 1138,1-2-906,14-29-58,2 0-1,3 2 1,2 1-1,52-76 1,-80 131-193,80-108-1083,97-95-2629,-165 189 3233,0 1 0,0 1 0,2 0 0,-1 1 0,1 0-1,1 1 1,18-10 0,-6 5-778,28-16-3293,1 1-2575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938 0 6145,'-4'7'344,"0"0"0,1 0 1,0 0-1,0 1 0,1-1 1,0 1-1,0 0 0,0-1 1,1 1-1,1 0 0,-1 0 1,1 0-1,1 0 0,0 9 1,1 4 138,-1 5 166,7 34 0,-6-51-561,1 0 0,-1-1 0,1 1 0,1-1-1,0 0 1,0 0 0,8 13 0,-7-14 50,1 1 0,-1-1 0,1 0 0,1 0 0,11 10 0,-15-16-66,0 1 0,0 0 0,0-1 0,0 0 0,0 0 0,0 0 0,0 0-1,1 0 1,-1 0 0,0-1 0,1 0 0,-1 0 0,0 0 0,1 0 0,-1 0 0,0 0 0,0-1 0,1 0 0,4-1 0,7-3 243,-1-1 1,1-1-1,-1 0 1,0 0-1,0-2 0,-1 0 1,0 0-1,-1-1 1,17-17-1,10-15 841,43-61 0,-53 66-696,-16 19-229,21-25 594,-33 41-785,1 0 1,0 0-1,0 0 0,0 1 0,0-1 0,0 1 1,0-1-1,1 1 0,-1 0 0,0 0 1,1 0-1,-1 0 0,1 0 0,0 0 1,4 0-1,-6 1-28,0 0 1,0 0-1,-1 0 1,1 0-1,0 0 1,0 1-1,0-1 1,0 0-1,-1 1 0,1-1 1,0 0-1,0 1 1,-1-1-1,1 1 1,0-1-1,-1 1 1,1-1-1,0 1 1,-1 0-1,1-1 0,-1 1 1,1 0-1,-1-1 1,1 1-1,-1 0 1,0 0-1,1 0 1,-1 1-1,5 28 259,-5-23-210,2 107 1120,-23 209 1,10-207-941,-1 45 78,-20 192 227,-46 172-87,-337 1079-1056,257-1178-830,148-403 1287,-2 0 0,0-1 0,-1-1 0,-1 0 0,-2 0 0,1-2 0,-31 29 0,37-40 91,0 0 0,-1 0 0,0-1 0,0 0 0,-1-1 0,0-1 0,0 1 0,0-2 0,0 1 0,-1-2 0,0 1 0,0-2 0,0 1 0,0-2 0,0 0 0,0 0 0,-21-2 0,16-2 17,1 0 1,0-1 0,-1-1-1,1 0 1,1-2 0,-1 1-1,1-2 1,1 0 0,-1-1-1,1 0 1,1-1 0,0-1-1,0 0 1,1-1 0,-14-17 0,9 7 14,0 0 0,1-1 1,2-1-1,0 0 0,2-1 1,1-1-1,0 0 0,-10-42 1,13 25 10,1 1 0,2-2 1,3 1-1,1-1 0,1 1 0,3 0 0,2-1 1,1 1-1,3 1 0,26-79 0,2 21-66,5 3-1,3 1 1,79-120-1,-36 77-1438,6 3 0,5 5 0,7 3 0,166-155 0,-206 225-1007,77-52 0,78-28-4951,-215 134 7236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07.7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11 221 11765,'-4'-45'2236,"-3"20"-248,7-20-247,4 29-361,-8-10-160,4 1 204,4 6-1164,-1 0-516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0.9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55 8873,'0'-5'738,"1"0"0,-1 0 0,0 0-1,0 1 1,0-1 0,-1 0 0,1 0 0,-4-10 8564,3 15-9128,-1 1 1,1 0 0,0 0 0,-1 0 0,1 0 0,0 0-1,0 0 1,0 0 0,0 1 0,0-1 0,0 0 0,-1 2 0,0 1 149,-2 1-126,1 1-1,-1 0 1,1 0 0,1 0 0,-1 0-1,1 0 1,0 1 0,-1 7-1,-6 60 939,5-33-706,-1 4-62,-23 133 376,-56 167-4877,25-113-7907,33-128 65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1.6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617 113 7717,'-4'-24'862,"3"17"-167,-1-1 1,1 1-1,0 0 0,1-1 1,0 1-1,0 0 1,0-1-1,1 1 0,4-15 4846,-7 25-4554,-4 10-262,0 0-1,-7 28 1,-4 10 193,-145 486 3137,149-486-3842,-85 392 957,90-386-1068,2 0 0,2 1 0,3-1 0,3 1 0,16 105 0,-15-149-87,0 0 1,1-1 0,0 1-1,1-1 1,0 0-1,1 0 1,1-1-1,11 16 1,-12-20-8,0-2 0,0 1 1,1 0-1,0-1 0,1-1 0,-1 1 0,1-1 1,0 0-1,1-1 0,-1 0 0,1 0 0,0-1 1,-1 0-1,1 0 0,17 2 0,21 1 31,51 0 1,-83-5-38,-1-2 1,1 0-1,-1 0 1,1-2-1,-1 0 1,0 0-1,0-1 1,0-1-1,0 0 1,-1-1-1,0-1 1,15-9-1,-19 11-3,0-1-1,0-1 0,0 1 0,-1-1 0,0-1 0,0 1 0,-1-1 1,0-1-1,0 1 0,-1-1 0,0 0 0,-1-1 0,0 1 0,0-1 1,3-14-1,-6 17-9,0-1 0,0 0-1,-1 1 1,0-1 0,-1 0 0,0 0 0,0 0 0,-1 1 0,0-1-1,0 0 1,0 0 0,-1 1 0,-1-1 0,1 1 0,-1-1 0,0 1-1,-1 0 1,0 0 0,0 1 0,0-1 0,-11-11 0,3 6-126,-1 0 0,-1 0 0,0 2 0,0-1 0,-1 2 1,-1 0-1,1 1 0,-1 0 0,-1 2 0,-17-6 0,-4 1-506,0 2 0,-1 1 0,-58-4 0,42 10-933,0 2 0,-91 11 0,96-4-2656,-66 19 0,19 7-6129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1.9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1496 86 10561,'-4'-7'324,"-1"1"70,2-1 1,-1 1-1,1-1 0,0 1 1,0-1-1,1 0 1,-2-9-1,3 15-299,1 1-1,0-1 1,-1 0 0,1 0 0,-1 1-1,1-1 1,-1 0 0,1 1 0,-1-1-1,0 0 1,1 1 0,-1-1-1,0 1 1,1-1 0,-1 1 0,0-1-1,0 1 1,1 0 0,-1-1 0,0 1-1,0 0 1,0 0 0,-1-1 0,0 0 243,0 1-256,0-1 0,1 1 0,-1-1 0,0 1 0,1 0 0,-1-1 0,0 1 0,0 0 0,1 0 0,-1 0 0,0 0 0,1 1 0,-1-1 1,0 0-1,0 1 0,1-1 0,-1 1 0,1 0 0,-1 0 0,0-1 0,1 1 0,0 0 0,-1 0 0,1 0 0,-3 3 0,-3 2 144,1 1-1,-1 0 1,-7 12-1,9-12-96,-10 15 251,1 2 0,0 0 0,2 0 0,-16 43 0,-24 112 707,44-150-937,-199 808 1985,-65 125-1174,-81 314-346,35 356-2244,256-1048-1858,56-196-5076,12-192-1438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2.2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876 26 9205,'-25'-26'3505,"24"32"-2492,-25 176 2903,-4 30-2165,-19 399 701,-2 24-1288,-125 730 205,-79-12-1955,149-902-1858,26-153-2479,39-152-335,5-17-2922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2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263 317 9445,'-166'-8'1645,"106"9"441,57-1-1779,0 0 0,0 1 0,0-1 0,1-1 0,-1 1 1,0 0-1,0-1 0,1 1 0,-1-1 0,0 0 0,-2-1 0,31 12 186,0-2 0,0-1-1,1-2 1,0 0 0,0-2 0,28 1 0,12 1-69,668 47 1010,-431-34-1177,98 8-26,1461 65 247,8-83-789,-641-48-14,-11-46 149,-635 19 11,-20-44-1087,-431 68 425,-115 37 506,-1-2 1,-1 0-1,1-2 1,27-20-1,-40 28 152,-1-1-1,0 0 0,1 0 1,-1 0-1,0 0 1,-1-1-1,1 1 0,-1-1 1,1 0-1,-1 1 0,3-9 1,-5 10-44,1 0 1,-1 0-1,0 0 1,0 0 0,0-1-1,0 1 1,0 0-1,0 0 1,-1 0 0,1 0-1,-1 0 1,1 0-1,-1 0 1,0 0 0,0 0-1,0 0 1,0 0-1,0 0 1,-1 1-1,1-1 1,0 0 0,-1 1-1,1-1 1,-4-1-1,-5-6-1819,-2 1 1,1 1-1,-18-9 0,29 16 2013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13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0 473 8705,'39'-153'1381,"-35"141"-1183,1 0 0,0 1 0,1-1 1,1 1-1,0 0 0,0 1 0,1 0 0,0 0 0,1 0 0,0 1 0,0 1 0,1-1 0,0 2 0,20-13 0,-21 14-66,23-15 204,1 2 0,0 2 1,1 1-1,1 1 0,1 2 1,0 2-1,0 1 0,62-8 0,-51 12-134,-1 2-1,0 3 0,1 1 0,-1 3 0,0 1 0,74 18 0,-81-11-128,-1 1 0,0 2 0,-1 2 0,-1 1 1,0 2-1,-1 1 0,-2 2 0,0 2 0,-1 1 0,-2 1 0,0 1 0,40 50 0,-47-48-36,-1 0-1,-1 2 1,-2 1 0,-1 1-1,-1 0 1,-2 1-1,-2 0 1,-1 1-1,-1 1 1,-2 0-1,-2 1 1,-1-1 0,1 67-1,-9-54-9,-2-1 0,-2 0 1,-2 0-1,-2-1 0,-2 0 0,-2-1 0,-32 69 0,-19 19 10,-93 138 1,-17 33-9,172-298-21,-6 11 54,0 0 0,1 1 0,1 0 0,-6 25 1,12-40-41,1 1 0,-1 0 0,1-1 0,0 1 0,0 0 0,0-1 0,0 1 0,1 0 0,0-1 0,2 8 1,-2-10-9,1 1 1,-1 0-1,1-1 1,0 1-1,-1-1 1,1 1-1,0-1 1,0 0-1,1 1 1,-1-1-1,0-1 1,1 1-1,-1 0 1,1 0-1,0-1 1,-1 0-1,6 3 1,11 0 10,0 0 1,0 0 0,0-2 0,0 0-1,0-2 1,1 0 0,21-3 0,411-55-1378,-5-38-5039,-398 85 5083,208-49-7092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302 0 3772,'-82'10'876,"22"-1"-324,32-6-352,-11 1-604,-14 8-1056,14 4 908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0 3796,'-35'0'628,"24"7"757,-10-4-1049,-4 0 964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58.6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1 10849,'-14'6'8893,"3"13"-8453,4-3-796,-3 6-3329,2 4-1043,12-1-3701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2:42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71 1 13561,'-53'57'1712,"42"-38"-347,8-3-261,-1 7 332,18-4-1128,1 0-404,20-6-572,25-4-828,-14 1-897,15 2-1887,6-2-3289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18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0 15433,'-18'29'8895,"16"-31"-7807,-39-18 4310,27 14-5869,11 5 465,0 2-86,-23 10 108,23-10 8,4 1-427,14 22 391,-13-21-6,-3 0-232,-5 32 191,6-32 51,0 2-102,0-1 1,1 1-1,0-1 0,0 1 0,1-1 0,1 6 0,4-5-1214,-1-1 0,1 1 0,0-1-1,0-1 1,11 5 0,-15-7-532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336 41 6993,'0'-2'404,"-1"1"1,1-1-1,-1 1 0,0-1 1,0 1-1,0-1 1,0 1-1,0 0 1,0 0-1,0-1 0,0 1 1,-1 0-1,1 0 1,0 0-1,-1 0 1,1 0-1,0 1 1,-1-1-1,1 0 0,-1 1 1,0-1-1,1 1 1,-3-1-1,-2-1-824,3 1 2736,2 0-2151,1 0-1,-1 0 1,-1 0-1,1 0 1,0 0-1,0 1 1,0-1-1,0 0 1,-1 1-1,1-1 1,0 1-1,-1-1 1,1 1-1,0 0 1,-1-1-1,1 1 1,0 0-1,-1 0 1,1 0-1,0 0 1,-1 0-1,1 0 1,-1 0-1,1 1 1,0-1-1,-1 0 1,1 1-1,0-1 1,-1 1-1,-1 1 1,-2 1 243,0 1 1,0 0-1,0 0 0,0 1 1,-5 6-1,7-7-673,-15 17 649,0 1 1,2 1 0,1 1 0,1 0 0,1 1-1,-15 41 1,2 7 109,-16 82 0,33-117-418,2 1 0,2-1 0,1 1 0,2 0 0,2 0 0,1 0 0,10 56 0,-7-74-55,1 1 1,2-1 0,0 0 0,1 0 0,1-1-1,13 22 1,-13-28-14,0 0 1,1-1-1,0-1 0,1 1 0,1-2 0,0 0 0,0 0 0,1-1 1,16 9-1,-14-10-7,2-1 0,-1 0 0,1-2 0,0 0 1,0 0-1,0-2 0,1 0 0,0-1 0,0-1 0,0-1 1,0 0-1,0-2 0,0 0 0,-1 0 0,1-2 0,0 0 1,0-1-1,-1-1 0,0-1 0,0 0 0,-1-1 0,1-1 0,-2-1 1,1 0-1,-1-1 0,0 0 0,-1-1 0,-1-1 0,1-1 1,-2 1-1,0-2 0,0 0 0,-2 0 0,1-1 0,-2 0 1,0-1-1,-1 0 0,11-32 0,-10 20 5,-2-2-1,-1 1 0,-1-1 1,-2 0-1,0 0 0,-3 0 1,0 0-1,-2 0 1,-1 0-1,-1 1 0,-2-1 1,-18-55-1,16 61-8,-2 1 0,0 0 0,-2 1 0,0 0 0,-1 1 0,-1 0 0,-2 1 0,0 1 0,0 0 0,-2 1 0,0 1 0,-1 1 0,-1 0 0,-1 2 0,-40-23-1,48 31-46,0 1 0,0-1-1,0 2 1,-1 0-1,0 1 1,0 0 0,0 1-1,0 0 1,0 1-1,-20 1 1,27 1-145,1 0-1,-1 0 1,0 1-1,1 0 1,-1 0-1,1 0 1,-1 1-1,1 0 1,0 0 0,0 0-1,0 1 1,1 0-1,-1 0 1,1 1-1,0-1 1,0 1-1,1 0 1,-1 1 0,1-1-1,0 1 1,1-1-1,-1 1 1,-3 9-1,1-1-766,1 0-1,0 1 1,1 0-1,-2 18 1,1 30-5953,7-9-3598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6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 5 13513,'0'0'100,"0"-1"-1,0 1 1,0 0-1,-1-1 1,1 1-1,0 0 0,0 0 1,-1 0-1,1-1 1,0 1-1,0 0 1,-1 0-1,1 0 1,0 0-1,-1-1 1,1 1-1,0 0 1,-1 0-1,1 0 1,0 0-1,-1 0 0,1 0 1,0 0-1,-1 0 1,1 0-1,0 0 1,-1 0-1,1 0 1,0 0-1,0 0 1,-1 0-1,1 0 1,0 1-1,-1-1 1,1 0-1,0 0 0,-1 0 1,1 0-1,0 1 1,0-1-1,-1 0 1,1 1-1,-18 18 3066,-13 31 2232,-1 3-3307,20-35-1233,-18 35 0,-31 100-1996,40-97-1397,-1-4-666,14-35 784,0 0 0,2 0 1,-8 30-1,6 8-8206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1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351 1 16225,'-25'32'2505,"-7"3"-229,0 3-328,0-3-236,8 10-376,-22 73 525,24-38-1221,1 3-332,0 6-736,-1 7-749,5 3-955,3 6-928,-4-6-3441,-7 6-6028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2.3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3421 167 11577,'-75'-25'554,"-1"-2"471,-1 4 0,-96-15-1,20 14 961,-1 6-1,-309 7 0,366 17-1511,1 4 1,0 5-1,1 4 0,1 3 0,-179 70 0,179-51-267,2 4 0,2 4-1,3 4 1,1 4 0,4 4 0,2 2 0,-86 90 0,83-65 152,4 2 0,4 5 0,4 2 1,5 3-1,4 3 0,-63 145 0,94-175-196,3 2-1,3 1 1,4 1 0,3 1-1,4 1 1,3 0-1,3 1 1,4 0 0,4 0-1,14 119 1,1-111-79,4-1 1,3-1 0,5 0-1,3-2 1,4-1-1,3-2 1,95 150-1,-68-137-83,4-3-1,4-2 0,4-4 1,4-4-1,165 132 0,-161-152-195,4-3 1,1-4-1,3-5 0,3-3 0,116 39 0,-96-47-297,1-6 1,1-5-1,1-5 1,150 9-1,-164-27 161,1-5 0,-1-5 0,0-4 0,-1-5 0,0-4 0,-2-5 0,159-58 0,-118 25 88,-3-6-1,-3-6 0,-3-6 1,192-144-1,-233 148 143,-2-3-1,-5-5 1,96-112 0,-127 125 72,-2-3-1,-4-2 1,-3-2 0,-3-2 0,36-90 0,-48 89 66,-3-2-1,-4-2 1,-3 0 0,-4 0 0,-3-2-1,-4 0 1,-4 0 0,-7-133-1,-4 151-2,-2 1-1,-3 0 0,-2 1 0,-3 0 0,-3 2 0,-3 0 1,-2 1-1,-3 1 0,-2 1 0,-3 2 0,-65-88 0,54 93-31,-2 1-1,-2 3 0,-2 1 1,-2 3-1,-2 2 0,-1 2 0,-2 3 1,-2 2-1,-1 3 0,-1 3 0,-118-38 1,95 42-643,0 4 0,-2 4 1,0 3-1,-1 4 1,0 3-1,0 4 0,0 5 1,-144 23-1,168-16-2136,-98 33 0,-45 43-6104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4.1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2744 7961,'-53'-6'2887,"49"26"-1327,4-19-1500,0 1 0,0-1 1,0 0-1,1 1 0,-1-1 0,0 1 1,1-1-1,-1 0 0,1 1 0,-1-1 1,1 0-1,0 0 0,-1 1 0,1-1 1,0 0-1,0 0 0,0 0 0,0 0 1,0 0-1,0 0 0,0 0 0,0 0 1,0 0-1,1-1 0,-1 1 1,0 0-1,1-1 0,-1 1 0,0-1 1,3 1-1,51 13 863,-46-13-784,40 5 368,1-2 0,-1-2-1,91-8 1,-69 1-225,482-46 846,7-26-644,-446 61-390,360-55 174,64-15-4,4293-805 1030,-2659 443-1155,-23-82 39,-1745 412-147,-67 7-47,-17-6 49,-245 85-157,0-4 1,69-46-1,-140 79 81,12-7-156,0 0 1,17-17-1,-31 26 123,0-1 0,0 1 0,0-1 0,0 0 0,-1 0 0,1 0 0,-1 0 0,1 0 0,-1 0 0,0 0 0,0 0 0,0-1 0,0 1-1,0 0 1,0-1 0,0 1 0,-1-1 0,0 1 0,1-1 0,-1 1 0,0-1 0,0 1 0,0-1 0,-1-2 0,0 3-31,0 0-1,0 0 1,0 1 0,-1-1-1,1 0 1,-1 1 0,1-1 0,-1 1-1,1 0 1,-1-1 0,0 1-1,0 0 1,0 0 0,1 0-1,-1 0 1,0 0 0,0 1-1,0-1 1,-1 1 0,1-1-1,-2 1 1,-13-3-1164,-1 0 1,0 2-1,-19 0 0,-91 5-6934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5.0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14361,'8'-22'644,"1"0"0,0 0 1,2 1-1,1 1 0,1 0 0,0 1 0,1 0 0,2 1 0,-1 0 0,2 1 0,36-27 0,-26 23-490,1 2 0,1 1 0,1 2 0,1 0 1,0 2-1,1 1 0,50-12 0,-64 21-108,-1 0 0,0 1 0,1 2 1,0-1-1,-1 2 0,1 1 0,0 0 0,-1 1 1,27 6-1,-34-5-30,0 0 1,-1 0 0,0 1 0,0 1-1,0-1 1,0 1 0,0 1 0,-1 0-1,0 0 1,-1 1 0,1-1 0,-1 2-1,0-1 1,-1 1 0,0 0 0,0 0-1,9 18 1,-6-5-4,-2 1 1,0 0-1,0 0 0,-2 0 0,-1 0 1,-1 1-1,-1 0 0,-1 26 0,-2 5 4,-3-1 0,-15 73 0,-7-14 135,-5-2-1,-5-2 1,-71 150-1,-133 185 2035,223-413-1572,-15 34-1,32-64-593,-1 1 0,1 0 1,0-1-1,-1 1 0,1 0 0,0-1 0,-1 1 0,1 0 0,0 0 0,0-1 0,0 1 0,0 0 1,0 0-1,0 0 0,0-1 0,0 1 0,0 0 0,0 0 0,0-1 0,0 1 0,0 0 0,1 0 1,-1-1-1,0 1 0,0 0 0,1 0 0,-1-1 0,1 1 0,-1 0 0,1-1 0,-1 1 0,1-1 1,-1 1-1,1-1 0,-1 1 0,1-1 0,0 1 0,-1-1 0,1 1 0,0-1 0,-1 0 0,1 1 1,0-1-1,0 0 0,-1 0 0,1 0 0,0 1 0,1-1 0,3 0 37,0 0-1,0 0 1,0 0-1,0-1 1,0 1-1,8-3 1,5-4 59,0 0 1,-1 0-1,28-18 0,-17 9-32,55-30 135,579-296-3430,-630 328 2740,230-104-4121,-87 45-3038,-28 17-3906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1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78 381 14085,'0'-3'176,"1"0"0,-1 1 0,1-1 0,-1 0 1,0 0-1,0 0 0,0 1 0,0-1 0,-1 0 0,0-3 0,-1 2 129,1 1 0,-1 0 1,-1 0-1,1 0 0,0 0 1,-1 0-1,0 0 0,-4-3 1,4 2 100,-4-1 555,1-1 0,1 0 0,-1 0-1,-8-14 1,12 17-764,1 0-1,-1-1 1,1 1-1,0 0 1,0-1-1,0 1 1,0-1 0,0 1-1,1-1 1,0 1-1,0-1 1,0 1 0,0-1-1,0 1 1,1-1-1,-1 1 1,2-6 0,2-2 14,1-1 0,0 1 1,0 0-1,1 1 0,1-1 1,0 1-1,0 0 0,1 1 1,0 0-1,0 0 0,1 1 1,0 0-1,1 0 1,0 1-1,0 0 0,16-7 1,-12 7-128,-1 1 1,0 1 0,1 1 0,0 0 0,0 0-1,0 2 1,1 0 0,-1 0 0,1 1 0,-1 1 0,1 1-1,-1 0 1,27 5 0,-19 0-34,0 2 0,-1 0 1,-1 1-1,0 1 0,0 1 0,0 1 0,32 26 1,0 6-23,60 65 0,-91-86-28,-1 0-1,-2 1 1,0 1-1,-1 1 1,-1 1-1,19 45 1,-27-50-6,0 0 0,-1 1 0,-2 0 0,0 0 0,-1 0 0,-2 1 0,0 0 0,-2-1 1,-2 28-1,-22 102-133,4-38 142,19-107 1,2 0 0,-1 0 0,1 0 0,0 0 0,0 0 0,1 0 0,0 0 0,1 0 0,0 0 0,0-1 0,0 1 0,1-1 0,0 0 0,1 0 0,8 11 0,3-2 3,1 0 0,0-1 0,1-1-1,1 0 1,0-2 0,37 19 0,-6-2-40,-27-16 21,-1 1 1,-1 1-1,0 0 0,36 37 1,-52-45 15,1-1 1,-1 1-1,0 1 1,0-1-1,-1 1 0,0 0 1,0 0-1,-1 0 1,0 0-1,0 1 1,-1-1-1,0 1 0,-1-1 1,0 1-1,0 0 1,-1 0-1,0 0 1,-2 12-1,0-8-3,-2 1 0,0-2 1,0 1-1,-1 0 0,-1-1 0,0 0 0,0 0 0,-2-1 1,1 0-1,-1 0 0,-1 0 0,-14 13 0,-6 3-2,-1-1-1,-1-1 1,-34 20-1,-595 318 1,643-355 32,1-1 0,-25 6 0,38-12-111,-1 0-1,1-1 0,0 1 1,0-1-1,-1 0 1,1 0-1,0 0 1,-1 0-1,-2-1 1,5 1 4,0 0-1,1-1 1,-1 1 0,0 0-1,1 0 1,-1-1 0,1 1-1,-1-1 1,0 1 0,1-1 0,-1 1-1,1-1 1,0 1 0,-1-1-1,1 1 1,-1-1 0,1 1 0,0-1-1,-1 0 1,1 1 0,0-1-1,0 0 1,-1 1 0,1-1-1,0 0 1,0 1 0,0-1 0,0 0-1,0 1 1,0-1 0,0 0-1,0 0 1,0 1 0,0-1 0,1 0-1,-1 1 1,0-1 0,1 0-1,4-16-1582,0 0-1,1 0 0,11-18 1,13-20-5583,5-5-5031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13429,'-41'-65'14424,"38"63"-13971,0 0-1,0 0 1,0 1 0,0 0 0,0-1-1,0 1 1,-4-1 0,-1 11-251,0-1-1,1 1 1,0 0 0,1 1 0,0 0-1,-7 14 1,-26 70-381,36-86 238,-33 76-59,18-44 0,1 0 0,-16 62 0,30-90 0,1 1 0,0-1 0,1 0 0,0 0 0,1 1 0,0-1 0,1 0 0,0 1 0,1-1 0,1 0 0,0 0 0,0 0 0,7 14 0,-4-15 0,0 0 0,1-1 0,0 0 0,1 0 0,0-1 0,1 0 0,0-1 0,0 1 0,1-2 0,0 1 0,17 9 0,8 2 0,1-2 0,49 17 0,138 32 0,-141-45 0,105 43 0,-173-59 0,0 2 0,-1 0 0,0 0 0,0 2 0,0-1 0,-1 2 0,-1-1 0,18 20 0,-25-24 0,0 0 0,0 1 0,0-1 0,-1 1 0,0 0 0,0 0 0,0 0 0,-1 0 0,0 1 0,0-1 0,-1 1 0,0-1 0,0 1 0,0-1 0,-1 1 0,0 0 0,0-1 0,-1 1 0,0 0 0,0-1 0,-3 12 0,-3-1 0,0-1 0,-1 0 0,0 0 0,-1 0 0,-1-1 0,-1 0 0,0-1 0,0-1 0,-19 17 0,-9 5 0,-81 57 0,-231 137-300,344-226-255,0 1-1,1-1 1,-1 0-1,-1-1 1,1 0-1,0 0 1,-10 1 0,15-2 237,0-1 0,1 0 1,-1 0-1,0 0 1,0 0-1,1-1 0,-1 1 1,0 0-1,0-1 0,1 1 1,-1-1-1,0 1 1,1-1-1,-1 0 0,-1-1 1,2 1-69,0 0 1,0 0 0,0 0 0,0 0-1,1-1 1,-1 1 0,0 0 0,1 0-1,-1-1 1,1 1 0,-1 0 0,1-1-1,0 1 1,-1 0 0,1-1 0,0 1-1,0-1 1,0 1 0,0-1-1,0 1 1,1-3 0,5-37-11097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4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64 508 15089,'-49'-7'3241,"35"-2"2027,21-20-3228,18-9-564,6 12-187,19-6-265,10-6-236,11-3-140,21-4-272,4 0-460,7 4-464,7-1-868,-7 4-428,-1 0-825,-13 15-1003,-15 11-2549,1 8-5580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8.2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5753,'7'-12'721,"4"-7"158,-7 8 3588,-13 5-2946,-4-4 2840,18 10-4244,0 0 0,0 0 0,-1 1 0,1-1 1,0 1-1,-1 0 0,1 0 0,-1 1 0,1-1 0,-1 1 1,1 0-1,-1 0 0,0 0 0,0 1 0,0 0 0,0-1 1,-1 1-1,1 1 0,-1-1 0,0 0 0,0 1 1,0 0-1,5 7 0,11 22 415,44 77 843,-45-77-940,-2 1 0,-2 0 1,-1 1-1,-2 1 1,-1 0-1,-2 0 0,-1 1 1,2 44-1,-24 1032 5468,-75-3-5337,1-25-607,39 334 41,91 0 0,5-871 0,140 660 0,17-415 0,43-15 0,-38-125 0,-106-269-541,-49-169-1338,-31-147 836,-13-45-1292,8 40 0,-2-80-2570,1-18-1407,-4-9-4121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49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25 128 7461,'-20'-22'1785,"15"18"-176,6-4-609,1 0 1,-1 0-1,1 0 1,5-11-1,1-7 1154,-7 23-1393,-1 2-210,10-13-13,-10 14-493,0-1 0,0 1 0,0 0 0,0-1 0,0 1 0,0 0 0,1 0 0,-1-1 0,0 1 0,0 0 0,0-1 0,1 1 0,-1 0 0,0 0 0,0-1-1,0 1 1,1 0 0,-1 0 0,0 0 0,1 0 0,-1-1 0,0 1 0,0 0 0,1 0 0,-1 0 0,0 0 0,1 0 0,-1 0 0,0 0 0,1 0 0,-1-1 0,0 1 0,1 0 0,0 1 0,10 40 650,0 1 0,-3 0 0,-2 1 0,-1 0 0,-3 0 0,-3 57 0,9 326 2335,0-232-2080,-17 1085 1567,-3-73-2547,71 172 30,81-7 0,-86-945-81,-22-227-848,-16-107-652,6 97 0,-19-136 815,0-10-502,-1 1 1,-3 0-1,-6 43 0,7-81 732,-2 0-1,1 0 1,-1 0 0,0 0 0,0 0-1,-5 7 1,6-11 77,0 0 0,0 0 0,-1 0 0,1-1 0,-1 1-1,1 0 1,-1-1 0,0 1 0,0-1 0,0 0 0,0 0 0,0 1 0,0-1 0,0 0 0,0-1 0,-4 2 0,-12 2-7757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0.1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22 214 8541,'4'12'1516,"-15"-2"-108,-3 0 4297,32-20-5065,24 0-96,8-5-148,14-1-96,14-4-108,17-5-524,22-1-860,4-5-1013,17-8-2307,21-15-3505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7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116 162 10481,'-8'-6'904,"1"-1"0,1 0 0,-1 0 0,1 0 0,1-1 0,-1 0 1,1 0-1,-6-13 0,10 17-486,-1 0 0,0 1 0,-1-1-1,1 1 1,0-1 0,-1 1 0,0 0 0,0 0 0,0 0 0,0 1 0,0-1 0,-1 1 0,-4-4 0,7 5-182,-1 0 0,1 0 1,0-1-1,0 1 0,0-1 1,0 1-1,1-1 0,-1 1 0,0-1 1,1 0-1,-1 1 0,1-1 0,-1 0 1,1 1-1,0-1 0,-1 0 1,1 0-1,0-6 3550,35 86-3530,-10-23-255,33 109 1,8 174 174,-3-8-2386,-37-214-1297,4 18-2130,-5-52-1587,0-21-4157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8.2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1 234 14125,'3'-10'635,"1"0"-1,0 1 1,1-1-1,0 1 1,0 0-1,12-13 1,-4 4 1170,1-8 435,-12 21-1949,0 0 1,0 1-1,1-1 0,0 1 1,-1 0-1,2 0 1,-1 0-1,6-5 0,1 1-51,0 0 0,1 1 0,1 1 0,-1-1 0,1 2 0,0 0 0,0 0-1,1 1 1,-1 1 0,1 0 0,0 1 0,-1 0 0,1 1 0,0 0 0,23 3 0,-8 0 59,-1 1 1,1 1 0,0 2 0,-1 1 0,0 1 0,34 16 0,-40-15-112,-2 1 0,1 1 1,25 20-1,122 104 510,-152-122-683,-1 0 1,0 1-1,-1 1 1,-1 0-1,-1 0 1,0 1-1,0 1 1,11 26-1,-17-33-10,14 32 4,-1 2 0,-2 0 0,-2 1 0,13 77 0,7 187-323,-25-200-278,5 21-3003,-3-44-3783,-5-57 556,-2 2-4305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8.3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21 384 15085,'-21'0'12818,"39"-26"-11294,21-15-324,14 15-260,14-2-488,18-8-736,18-5-1084,117-58-2797,-96 58-3499,0-4-7890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3:59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 11989,'-14'-11'11835,"14"11"-11653,2 23 6854,1-6-8887,44 101 5113,-14-38-2948,12 49-314,-7 2 0,-5 1 0,31 264 0,-35-31-501,-29-115-4121,-9-87-4310,-4 6-6796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2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2485 6369,'-131'29'4816,"34"-6"1147,82-19-5079,0 0 1,0 1 0,-24 12 0,36-16 1243,23 3-1838,1-1 1,-1-1-1,1-1 0,-1-1 1,1-1-1,-1 0 1,33-8-1,-26 6-90,1267-227 1427,-997 173-1514,2184-450-49,3937-1028-3934,-6077 1435 3789,-41-32 9,-295 130 71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3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119 434 11993,'-26'-17'745,"13"9"699,1-1 0,-23-19 0,31 25-1178,1 0 0,0-1 0,1 1 0,-1-1 0,1 1-1,-1-1 1,1 0 0,0 0 0,0 0 0,1 0 0,-1-1 0,1 1 0,0 0 0,-1-9 0,2 4-106,0 1 1,1-1 0,0 1-1,0-1 1,1 1 0,0-1-1,0 1 1,1 0-1,0 0 1,1 0 0,0 0-1,0 1 1,1 0 0,-1-1-1,9-8 1,0 2-49,0 0 0,1 1 0,0 1 0,1 0 0,1 1 0,17-10 1,-14 10-59,0 1 1,1 1 0,0 1 0,1 0-1,0 2 1,0 0 0,1 2 0,-1 0-1,1 1 1,0 1 0,32 2 0,-43 1-44,1 0 0,-1 0 0,1 2 0,-1-1 0,0 1 0,0 1 0,0 0 0,0 1 1,-1 0-1,0 0 0,0 1 0,0 1 0,0-1 0,-1 2 0,-1-1 0,1 1 0,-1 0 0,0 1 1,-1 0-1,0 0 0,0 1 0,-1 0 0,6 12 0,-4-1-8,-1-1 0,-1 1 1,0 1-1,-2-1 0,0 1 0,-1 0 0,-2-1 1,0 1-1,-1 0 0,-4 24 0,-3 9 7,-2 0 0,-30 97 0,-4-34 5,-87 168-1,45-107-9,75-157 189,1 0 0,-10 40 0,18-60-162,1 1 0,-1-1 0,1 0 0,0 0 0,0 0 0,0 0-1,0 0 1,0 1 0,0-1 0,0 0 0,1 0 0,-1 0 0,1 0 0,0 0-1,0 0 1,-1 0 0,1 0 0,0 0 0,1 0 0,-1-1 0,0 1 0,0 0-1,1-1 1,-1 1 0,1-1 0,0 1 0,-1-1 0,1 0 0,0 1 0,0-1-1,0 0 1,0 0 0,0 0 0,0-1 0,2 2 0,3 0 11,0-1 1,1 0 0,-1 0-1,0 0 1,1-1 0,-1 0-1,1 0 1,14-3 0,60-17 35,0-4 1,101-44-1,-72 26-429,358-156-3340,-89 35-6625,-200 97-143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4.4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54 11573,'8'13'2221,"-24"-37"856,-6-8 1469,19 30-4311,1 1-1,0 0 0,-1 0 1,1 0-1,-1 0 0,1 0 1,-1 0-1,1 1 0,-1-1 1,0 1-1,1 0 0,-1-1 1,0 2-1,-3-1 0,-6 2 112,0 0 0,0 1 0,0 1 0,1 0 0,0 1 0,0 0 0,0 0 0,0 1 0,1 0 0,0 1 0,0 0 0,1 1 0,-1 0 0,-13 17-1,2-1 174,0 2 0,1 0 0,2 2-1,-20 37 1,30-49-510,0 0 1,2 0-1,-1 1 1,2 0-1,-4 20 1,7-28-11,1-1 1,1 1 0,0 0-1,0-1 1,0 1-1,1 0 1,1-1 0,-1 1-1,1 0 1,1-1 0,0 0-1,5 13 1,0-6 0,1-1 0,1 0 0,0 0 0,0-1 0,1 0 0,1-1 0,0-1 0,1 1 0,0-2 0,26 16 0,12 3 0,95 39 0,-93-45 0,121 51 0,125 58 0,-244-104 0,-2 2 0,-1 3 0,62 51 0,-98-71 0,-1 1 0,-1 0 0,0 1 0,-1 0 0,0 2 0,-2-1 0,0 1 0,0 1 0,-2 0 0,7 19 0,-11-24 0,-1 0 0,-1 0 0,0 0 0,-1 0 0,-1 1 0,0-1 0,-1 0 0,0 1 0,-1-1 0,0 0 0,-1 1 0,0-1 0,-2 0 0,1 0 0,-1 0 0,-8 13 0,3-8 0,-1-1 0,0 0 0,-2-1 0,0 0 0,-1-1 0,0 0 0,-1-1 0,-1-1 0,0 0 0,-1-1 0,-32 19 0,10-11 0,-1 0 0,0-3 0,-2-1 0,-57 14 0,74-24 0,-1 0 0,0-2 0,0 0 0,0-2 0,-29-1 0,46-1 0,0-1 0,0 1 0,0-2 0,0 1 0,0-1 0,0 0 0,1-1 0,-1 0 0,1 0 0,-1-1 0,1 1 0,0-2 0,0 1 0,1-1 0,-1 0 0,1 0 0,0-1 0,1 0 0,-1 0 0,-4-7 0,4 1 0,0 0 0,0-1 0,1 1 0,1-1 0,0 0 0,1 0 0,0 0 0,1-1 0,0 1 0,1-18 0,1-4 0,1 0 0,12-62 0,1 33 0,2 0 0,4 2 0,41-91 0,103-171 0,-110 223 0,134-224-1952,-87 155-2708,-5-2-6168,-62 102-1515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4.7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12481,'0'-4'2173,"3"-33"2298,-3 34-2330,16 18 2029,-7-3-3484,0 0 0,-1 0 1,-1 1-1,0 0 0,-1 1 0,8 21 0,-1-1 123,15 39-344,-3 2 0,-4 0 1,13 83-1,17 239-607,-23 123 142,-44-170-2965,1-114-2190,17-53-2900,-1-12-5553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5.6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1172 6865,'0'0'1732,"-3"-2"76,-3-3-1683,-8-8 3852,15 7-1830,13 0-1093,70-8-123,0 3-1,95 1 0,-114 7-732,1793-104 806,-184-100-1203,-791 20 180,-623 115 4,334-141-1,-374 114 68,-174 75-62,-2-1 0,65-48-1,-95 61-91,-1 0 0,0 0 0,16-21 0,-29 32 81,1 1 0,0-1 0,-1 0 0,1 1 1,-1-1-1,1 0 0,-1 0 0,1 0 1,-1 1-1,0-1 0,1 0 0,-1 0 0,0 0 1,0 0-1,0 0 0,1 0 0,-1 1 1,0-1-1,-1-2 0,1 3-23,0-1-1,0 1 1,-1-1-1,1 1 1,0-1 0,-1 1-1,1-1 1,-1 1-1,1 0 1,-1-1-1,1 1 1,-1 0 0,1-1-1,-1 1 1,1 0-1,-1 0 1,1-1 0,-1 1-1,1 0 1,-1 0-1,1 0 1,-2 0-1,-2-1-300,0 1-1,0 0 1,0 0-1,0 1 1,0-1-1,0 1 1,1 0-1,-1 0 1,-4 1-1,-35 17-4710,5 5-3076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7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3899 9049,'-33'27'1415,"27"-22"1596,-2 5-1019,6-6-1784,0-1 0,0 0 0,1 1 1,-1-1-1,1 1 0,0 0 0,-1-1 0,2 1 1,-1 0-1,0 0 0,1 0 0,0 0 0,0-1 1,0 1-1,0 0 0,1 0 0,-1 0 0,1 0 0,0-1 1,0 1-1,0 0 0,1-1 0,-1 1 0,1-1 1,0 1-1,4 4 0,-2-1-94,1 0 0,0 0 0,1 0 1,0-1-1,0 0 0,0 0 0,0 0 0,1-1 0,0 0 0,0-1 0,13 7 0,-5-6 39,0 0-1,0-1 0,0-1 1,1 0-1,0-1 0,-1-1 1,27-1-1,117-18 312,-119 12-386,665-147 510,-546 114-501,1583-379 143,678-167-386,340-83-467,-663 163 357,-12-24 174,-211-35-45,-1553 446 118,-4-13 19,-23-22-38,-206 94-29,-80 53 18,0-1-1,0-1 1,0 0 0,-1 0 0,0 0 0,10-15 0,-16 21-10,0-1 0,0 1 0,1 0 0,-1 0 0,-1 0 0,1-1 0,0 1 0,-1-1 0,1 1 0,-1 0 0,0-1 0,1 1 0,-1-1 0,0 1 0,-1-1 0,1 1 0,0 0 0,-1-1 0,1 1 0,-1-1 0,0 1 0,0 0 0,0 0 1,0-1-1,0 1 0,0 0 0,-1 0 0,1 0 0,-1 0 0,1 0 0,-1 1 0,0-1 0,0 0 0,-3-1 0,-3-3-358,0 1 0,-1 0 0,0 1 0,0 0 0,0 0-1,-1 1 1,-14-4 0,-3 2-1503,1 1 0,-35 0 0,-77 4-7316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8.4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6005,'33'-33'3290,"37"-49"0,-57 66-1715,0 0-1,1 1 0,1 0 1,27-20-1,-26 22-108,-16 13-1414,0-1-1,0 1 0,1 0 1,-1-1-1,0 1 0,0 0 0,0-1 1,1 1-1,-1 0 0,0-1 0,1 1 1,-1 0-1,0 0 0,0 0 1,1-1-1,-1 1 0,0 0 0,1 0 1,-1 0-1,1 0 0,-1-1 0,0 1 1,1 0-1,-1 0 0,0 0 1,1 0-1,-1 0 0,0 0 0,1 0 1,-1 0-1,1 0 0,-1 0 1,0 0-1,1 1 0,1 29 1869,-1 6-1105,1 1 0,2-1 0,2 0-1,1 0 1,19 58 0,133 336 1593,101 330-2576,-202-522 168,44 394 0,-53-38 0,1 3 0,9-105 94,-34-347-880,58 194 1,120 219-5065,-170-473 4398,28 96-2475,-54-153 1159,-1 1 1,2 36-1,-7-15-6006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8.9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68 549 7893,'-5'-6'433,"0"0"0,0 0 0,0-1 0,1 0 0,0 0 1,1 0-1,-1 0 0,1-1 0,1 0 0,-3-12 0,-3-25 1363,3 16-729,0 0 1,2 0-1,1-1 0,3-47 1,1 66-978,-1 1 0,2-1 0,-1 1 0,1 0 0,1 0 0,0 0 0,0 0 1,1 0-1,0 1 0,1 0 0,0 0 0,1 1 0,-1-1 0,2 2 0,-1-1 0,1 1 0,0 0 0,0 0 1,1 1-1,0 0 0,0 1 0,1 0 0,-1 0 0,1 1 0,0 0 0,0 1 0,1 0 0,-1 1 0,1 0 0,-1 0 1,1 1-1,15 1 0,-7 0-49,0 1 1,0 1-1,0 1 1,-1 1 0,1 0-1,-1 2 1,0 0-1,0 1 1,30 17-1,-27-12-11,-1 2-1,0 0 0,-2 1 1,1 1-1,-2 1 0,0 0 1,17 24-1,-16-15-14,0 0 0,-2 1 0,-1 0 0,-1 2 0,-2-1 0,0 2 0,-2 0 0,-2 0 0,0 0 0,-2 1 0,-2 0 0,2 39-1,-7-26 7,-2 0 0,-2-1-1,-2 0 1,-22 77-1,-76 160 67,53-170-88,23-52 39,-34 102 1,62-156-36,-2 4-1,1 1 0,0 0 0,0 0 0,-1 15 0,3-22-2,0 0 0,0 1 1,1-1-1,-1 0 0,0 0 0,1 0 1,-1 0-1,1 0 0,0 0 0,-1 0 0,1 0 1,0 0-1,0-1 0,0 1 0,1 0 1,-1 0-1,0-1 0,1 1 0,-1-1 1,1 1-1,-1-1 0,1 0 0,0 1 0,-1-1 1,1 0-1,4 1 0,1 1-5,1-1 1,0 0-1,1 0 0,-1-1 0,0 0 0,0 0 0,1-1 0,-1 0 1,13-3-1,78-16-336,-85 15 245,324-107-4516,-140 41-2037,-21 15-2513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9.4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22 14113,'-5'-4'654,"4"3"-384,0 0 0,0 0-1,-1 0 1,1-1 0,0 1-1,0 0 1,0-1-1,0 1 1,1 0 0,-1-1-1,-1-2 1,-19 14 3740,18-8-3709,0 0 0,0 0 1,0 0-1,1 0 0,-1 1 0,1 0 1,-1-1-1,1 1 0,0 0 0,0 0 1,0 0-1,1 0 0,-1 1 0,1-1 1,-1 0-1,1 1 0,0-1 1,1 1-1,-1-1 0,0 6 0,-1 6 152,1 0 0,1-1-1,2 23 1,0-18-209,1-1 0,1 0 1,0 0-1,1-1 0,2 0 0,-1 1 0,2-2 0,13 24 0,-7-19-156,1 0 0,1-1 0,0-1 0,2 0 0,29 24 0,-9-14-106,1-2 0,2-1 0,0-3 0,2-1 0,89 32 0,-82-37-1,0-3 0,1-2 1,1-2-1,0-2 0,0-3 0,66-2 0,-82-4-47,1-1-1,-1-3 1,1 0-1,-1-3 1,-1-1 0,0-1-1,0-2 1,-1-2-1,57-31 1,-72 32 36,0 0 0,-2-1 0,0-1 0,0-1 0,-2 0 0,0-1 0,-1-1 0,0 0 0,13-25-1,-11 14 213,-1-1 0,-2 0 0,0-1 0,-2 0 0,11-55 0,-10 45-177,-12 41-5,0 0 0,0-1 0,0 1 0,0 0 0,0 0 0,0 0 0,0-1 0,0 1 0,0 0 0,0 0 0,0 0 0,0-1 0,0 1 0,0 0 0,0 0 0,0 0 0,0 0 0,0-1 0,0 1 0,1 0 0,-1 0 0,0 0 0,0 0 0,0-1 0,0 1 0,0 0 0,1 0 0,-1 0 0,0 0 0,0 0 0,0 0 0,0 0 0,1 0 0,-1-1 0,0 1 0,0 0 0,0 0 0,1 0 0,-1 0 0,0 0 0,0 0 0,0 0 0,1 0 0,-1 0 0,0 0 0,0 0 0,0 0 0,1 0 0,-1 1 0,4 11 0,-1 21 0,-3-33 0,-3 151 0,-1-36 0,4-19-25,7 224-313,-4-283-388,21 211-5919,8-85-3164,-2-60-2431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09.9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213 206 10817,'0'0'10160,"0"5"-8496,-2 25-474,1-1-1,1 0 1,8 49 0,25 92 938,-10-57-1266,-14-64-672,3 1-1,2-2 1,2 0 0,2 0-1,2-2 1,47 78 0,-50-99-143,1 0 0,1-1 0,1-1 0,1-1 0,29 24 0,-33-32-39,2 0-1,0-2 1,0 0 0,1-2 0,0 0 0,1-1-1,38 11 1,-45-17-4,-1 0-1,1-1 0,0-1 1,0 0-1,-1 0 0,1-2 1,0 0-1,0 0 0,0-1 1,-1-1-1,1 0 0,-1-1 1,0-1-1,0 0 0,0-1 1,-1 0-1,0 0 0,16-13 1,-12 7-7,0 0 0,-1-2-1,-1 0 1,0-1 0,-1 0 0,-1-1 0,0 0 0,-1-1 0,-1-1 0,0 1 0,14-39 0,-16 27 7,0 0 0,-2-1 0,-1 1 0,-2-1 0,0-1 0,-3 1 0,0 0 0,-2 0 0,-1 0 0,-9-40 0,2 27-9,-2 1 1,-1 0-1,-3 1 0,-1 0 1,-2 1-1,-35-55 1,35 67-52,-2 0-1,0 1 1,-2 1 0,-1 2 0,-1 0-1,-1 1 1,-1 2 0,-1 0 0,-1 2 0,-35-17-1,35 22-434,0 2 1,0 1-1,-1 1 0,-1 2 0,1 1 0,-1 2 0,0 0 1,-1 2-1,1 2 0,-1 1 0,-40 5 0,35 0-1698,0 2 0,0 2-1,0 1 1,-62 28-1,-19 20-9471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0.8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49 7549,'0'-1'88,"1"0"0,-1 0 0,1 1 1,-1-1-1,0 0 0,1 0 0,-1 0 0,0 1 1,0-1-1,0 0 0,0 0 0,1 0 0,-1 0 1,0 0-1,0 1 0,-1-1 0,1 0 0,0 0 1,0 0-1,0 0 0,0 0 0,-1 1 0,1-1 1,0 0-1,-1 0 0,1 0 0,-1 1 0,1-1 1,-1 0-1,1 1 0,-1-1 0,0 0 0,1 1 1,-2-1-1,-4-8 2216,3-2 3793,-9 23-3997,8-2-1758,0-1-1,1 0 0,0 1 0,1 0 1,0-1-1,0 1 0,1 0 1,0 0-1,1 15 0,-1-4 132,2 29 212,2 0-1,2 0 1,2-1 0,15 53-1,-4-15-77,248 1339 3060,-72-464-3624,-175-870-39,236 833-1684,77-28-8718,-268-744 3687,-3-19-4283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1.4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6741,'14'-26'2436,"-11"18"-1641,1 0 1,0 0-1,1 1 1,0-1-1,0 1 1,1 0 0,-1 0-1,9-6 1,-13 12-674,0 0 0,0 0-1,0 1 1,0-1 0,1 1 0,-1-1 0,0 1 0,0 0-1,1-1 1,-1 1 0,0 0 0,0 0 0,1 0 0,-1 0-1,0 0 1,3 0 0,3 1 240,4-1-104,-1 0 1,1 1 0,-1 0-1,0 1 1,1 0-1,-1 1 1,0 0-1,0 0 1,-1 1 0,1 1-1,-1-1 1,0 2-1,0-1 1,0 1 0,-1 0-1,0 1 1,13 14-1,6 9 502,-2 1 0,-1 2-1,27 47 1,-48-75-701,32 53 788,-2 1-1,-2 2 1,43 127 0,-26-9-93,-8 1 0,-8 2 1,14 296-1,-46 560-1056,-4-868 445,-6 790-479,63-3-5341,-45-887 4775,28 233-3973,-1-102-2473,6-35-3297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2.1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3582 5781,'-274'99'6705,"129"-47"-3697,-55 23-473,193-71-2472,3-3 35,0 0 0,1 0 0,-1 1 0,1 0 0,0-1 0,-1 1 0,1 1 0,0-1 0,0 0 0,1 1 0,-1-1 0,0 1 0,1 0 0,-1 0 0,1 0 0,0 0 0,-2 4 0,4-6-79,0-1-1,-1 0 1,1 1-1,0-1 0,0 0 1,0 1-1,0-1 0,-1 1 1,1-1-1,0 0 1,0 1-1,0-1 0,0 1 1,0-1-1,0 0 0,0 1 1,0-1-1,0 1 1,0-1-1,0 1 0,0-1 1,1 0-1,-1 1 0,0-1 1,0 1-1,0-1 1,0 0-1,1 1 0,-1-1 1,0 0-1,0 1 0,1-1 1,-1 0-1,0 1 1,1-1-1,-1 0 0,0 0 1,1 1-1,-1-1 0,0 0 1,1 0-1,-1 0 1,1 0-1,0 1 0,28 0 299,-16-2-162,49-4 277,-1-2 0,108-27 0,-48 7-128,1191-245 1423,2111-497-220,1384-457-1270,-4019 1022-225,504-134-90,-13-25-312,-899 242 172,-272 85 95,335-115-356,-22-21-1512,-375 150 413,-2-1 0,48-33 0,-89 54 1092,-1 1-1,0-1 1,0 1 0,1-1 0,-1 0-1,-1 0 1,1 0 0,0 0 0,0 0-1,-1 0 1,3-4 0,-4 5-9,0 0 0,0 0 0,0 0 0,0 0 0,-1 0 0,1-1 0,0 1 0,0 0 0,-1 0 0,1 0-1,-1 0 1,1 0 0,-1 0 0,1 1 0,-1-1 0,0 0 0,1 0 0,-2-1 0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13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262 593 9509,'-19'-5'41,"-12"-3"2273,-56-24 1,80 29-1871,0 0 1,0-1-1,0 0 1,0 0-1,1-1 1,0 1-1,0-1 1,0-1-1,1 1 1,-1-1-1,1 0 1,0-1-1,-5-8 1,4 3 31,1 0-1,0 0 1,1 0 0,0-1-1,1 1 1,0-1 0,1 0-1,-1-24 1,4 27-328,0 0-1,0 0 1,1-1-1,0 1 1,1 0 0,0 1-1,0-1 1,1 0 0,1 1-1,-1 0 1,1 0 0,7-8-1,0 0-49,1 1 0,1 1 0,0 0-1,2 1 1,-1 0 0,1 1 0,1 1-1,0 1 1,1 0 0,0 2-1,1 0 1,0 0 0,0 2 0,1 1-1,0 0 1,37-5 0,-36 8-67,1 1 0,0 1 1,0 1-1,-1 1 0,1 1 0,0 1 1,-1 1-1,0 1 0,0 0 0,0 2 1,-1 0-1,0 2 0,0 0 0,-1 1 1,35 24-1,-34-18-11,0 1 1,-2 1-1,0 0 0,-1 1 1,0 1-1,-2 1 0,0 0 1,-2 1-1,18 38 0,-18-28-6,-1-1-1,-2 2 0,-1 0 0,-2 0 1,-1 0-1,3 63 0,-9-46 11,-2 0-1,-3 0 1,-1 0-1,-3-1 1,-21 68 0,23-93-13,-20 69 99,-55 128 1,-50 52 328,79-168-245,38-74-50,2-1 0,-12 39-1,24-65-116,0 0 0,0 1 0,0-1-1,1 1 1,-1-1 0,1 1 0,0 0-1,0-1 1,1 1 0,1 7 0,-1-10-20,0 0 0,-1 0 0,1-1 1,0 1-1,0 0 0,0-1 0,0 1 0,1-1 1,-1 1-1,0-1 0,1 1 0,-1-1 0,0 0 1,1 0-1,0 0 0,-1 0 0,1 0 0,0 0 0,-1 0 1,1-1-1,0 1 0,0-1 0,0 1 0,0-1 1,0 1-1,-1-1 0,4 0 0,12-1-20,-1 0 0,0-1-1,0-1 1,0 0 0,29-11-1,-22 8-65,102-35-2031,182-85 1,108-85-6173,-274 137 3678,61-33-6142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19 685 8953,'-2'3'209,"0"1"0,0-1 0,0 1 1,0-1-1,0 1 0,1-1 0,0 1 0,-1 0 1,1 0-1,1 0 0,-1 0 0,0 7 0,2-3 229,0-1 0,0 0 0,1 1 0,-1-1 0,2 0 0,3 9-1,11 33 670,-2 0-1,14 92 1,-11-36 317,-15-83-818,-3-18 792,10-35-678,58-407-114,-61 375-573,15-130-5,54-219-1,-75 410-28,-1-1 0,1 1 0,-1 0 0,1-1 0,0 1 0,0 0 0,0 0 0,0 0 0,1 0 0,-1 0 1,0 0-1,3-3 0,-3 5 0,-1 0 1,1 0 0,-1-1-1,1 1 1,-1 0 0,1 0-1,-1 0 1,1 0 0,-1 0-1,1 0 1,-1 0 0,1 0-1,-1 0 1,1 0 0,-1 0-1,1 0 1,0 0 0,-1 0-1,1 0 1,-1 0 0,1 0-1,-1 1 1,1-1 0,-1 0-1,0 0 1,1 1 0,-1-1-1,1 0 1,-1 1 0,1-1-1,-1 0 1,1 1 0,3 5 1,-1-1 0,1 0-1,-1 1 1,0-1 0,0 1 0,0 0 0,1 8 0,13 35 21,32 67 0,-39-99-21,-1 0-1,2 0 1,0-1-1,1-1 0,1 1 1,1-2-1,18 17 1,69 42 59,-69-52-124,-2 1-1,0 1 1,-1 1-1,38 42 0,-61-58 45,0-1 0,-1 1 0,1 0 0,-1 1-1,-1-1 1,0 1 0,0 0 0,-1 0-1,0 1 1,0-1 0,-1 1 0,0-1 0,-1 1-1,0 0 1,0-1 0,-1 1 0,-1 0-1,0-1 1,0 1 0,0 0 0,-1-1 0,-4 11-1,-2 2 2,-1-1 0,-1 0 0,-1-1 0,-1 0 0,0-1 0,-18 21 0,-97 100-79,115-127 88,-67 61-258,98-82 138,-5 4 101,175-83-239,98-37 154,-271 119 76,4-3 76,1 2 0,-1 0 0,36-4 0,-52 9-22,0 0 0,1 1 0,-1 0 0,0 0 0,1 0 0,-1 1 0,0-1 0,1 1 0,-1 0 0,0 0 0,0 1 0,0-1 0,0 1 0,0 0 0,0 0 1,0 0-1,0 0 0,-1 1 0,1 0 0,-1 0 0,0 0 0,0 0 0,5 6 0,10 23-21,-2 0-1,-1 1 1,17 57 0,-32-89-4,4 11-740,-1-1 1,-1 1-1,2 17 0,-2 11-7134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3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11969,'7'16'7969,"7"-6"-8397,14 9-652,4-6-660,0 6-3173,-4 0-3880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5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9169,'32'80'2108,"-21"-64"-256,-8 25-64,1 1-336,3-4-299,4 23-213,-1-7-256,1-3-208,10 0-396,-3 0-572,0 3-824,-4-6-621,7 3-2727,-3 0-3645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7.8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0 970 11909,'2'-9'472,"0"1"-1,1-1 1,0 0-1,1 1 0,-1 0 1,2-1-1,-1 1 1,1 1-1,0-1 1,1 1-1,-1 0 1,2 0-1,11-10 1,9-5 151,1 2-1,41-24 1,-37 25-260,-3 1-181,235-162 770,-237 158-940,-1-1 1,-2-1-1,0-1 1,-1-2-1,-1 0 1,-2-1-1,19-35 1,-8 4-41,46-119 0,-73 168 18,0 0 1,1 0-1,0 1 1,1-1-1,6-8 1,-10 16 64,0 4 30,13 24 44,-2 1-1,-1 0 1,16 50-1,-14-37-37,23 48 0,-17-54-57,29 39 1,-26-40-4,21 38-1,-38-59-25,0 1-1,-1 0 0,0 0 0,-1 0 1,0 1-1,3 26 0,-6-22 3,-1-1-1,-1 0 0,0 1 1,-1-1-1,-1 0 1,-1 0-1,0 0 1,-1 0-1,-1-1 1,0 0-1,-2 0 1,-15 25-1,-11 11-1079,-3-1 0,-55 58 1,89-106 958,-35 36-2005,-8 9-4778,36-33-713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0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9653,'0'0'1668,"-7"-16"-368,3 3 800,1 32-8120,-1 4 303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3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23 14417,'-22'-22'12251,"24"26"-10416,24 47 1058,-5-8-2207,22 59-1,-5 35-714,24 181 1,-51-249-86,23 177-3243,-31-193 821,-2 1 0,-8 68 0,-6-8-4586,5-4-4403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8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1417 19122,'4'7'665,"1"0"0,0-1 0,0 1 0,1-1 0,-1 0 0,1-1 0,1 1 0,-1-1 0,1 0 0,0-1-1,12 7 1,7 0 853,0 0-1,30 7 1,-7-2-894,40 12-504,2-3 0,0-5 0,1-3-1,146 7 1,-132-21-742,0-5 1,0-4-1,187-36 0,-247 32 233,0-2 0,0-1 0,81-37 0,-105 38 315,0 0 0,-1-2 0,0 0 0,-1-1 0,-1-1 0,0-1 0,-1 0 0,-1-2 1,15-20-1,-15 13 113,-1-1 0,-1 0 1,-1-1-1,-2-1 1,0 0-1,-2 0 0,8-43 1,25-219 691,-40 261-659,14-307 765,-2 24-2312,-11 242-1253,-4 26-2446,21 48-12515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3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133 168 10097,'-4'-4'612,"-1"1"0,1-1 0,0 0 0,1 0 0,-1-1 0,-4-5 0,6 6-85,0 1 1,0 0-1,-1 0 0,0 0 1,1 0-1,-1 0 0,0 0 0,0 1 1,-1 0-1,1-1 0,-6-2 1,8 5-234,0 0 0,0 0 0,0-1 0,0 1 0,0 0 0,0 0 0,1 0 0,-1 0 0,0 0 0,0 0 0,0 0 0,0 1 0,0-1 0,0 0 0,0 0 0,0 1 0,0-1 0,0 0 0,0 1 0,0-1 0,1 1-1,-1 0 1,0-1 0,0 1 0,1 0 0,-2 0 0,0 2 68,-1 0-1,1 1 0,0-1 0,0 0 0,0 1 0,1-1 0,-2 5 0,-2 7-1,1 0-1,-3 26 1,4 16-324,3 1 0,2 0 0,19 112 0,-18-148-27,6 36-9,2 0 0,3-1 0,2-1 0,37 87 0,-43-120 0,1-1 0,1 0 0,1-1 0,1 0 0,0-1 0,2-1 0,1 0 0,0-2 0,1 0 0,1 0 0,0-2 0,1 0 0,36 19 0,-38-26 0,1-1 0,0 0 0,0-2 0,1 0 0,-1-1 0,1-1 0,0-1 0,0 0 0,0-2 0,0 0 0,0-2 0,0 0 0,0-1 0,0-1 0,-1 0 0,1-2 0,-1 0 0,-1-2 0,1 0 0,25-15 0,-27 13 0,-1 0 0,0-1 0,-1-1 0,0 0 0,-1-1 0,-1-1 0,0 0 0,0 0 0,-1-2 0,-1 1 0,-1-1 0,0-1 0,-1 0 0,-1 0 0,-1-1 0,0 0 0,-1 0 0,-1-1 0,-1 0 0,-1 0 0,2-30 0,-6 16 0,-1 1 0,-2 0 0,-1 0 0,-2 0 0,0 1 0,-25-59 0,3 22 0,-73-122 0,80 153 0,-3 1 0,0 1 0,-38-38 0,53 61 0,-2 2 0,1-1 0,-1 1 0,-1 1 0,0 0 0,0 1 0,-1 1 0,1 0 0,-2 0 0,1 2 0,-1 0 0,-19-5 0,29 9-138,1 1 0,-1-1 1,0 1-1,1 0 0,-1 0 0,0 0 0,1 1 0,-1 0 1,0 0-1,1 0 0,-1 0 0,1 1 0,0-1 1,-1 1-1,1 0 0,0 0 0,0 1 0,0 0 0,0-1 1,1 1-1,-1 0 0,1 1 0,0-1 0,0 1 1,0-1-1,0 1 0,-3 6 0,0 2-1377,0 0 0,0 1 0,2 0-1,0 0 1,0 0 0,1 0 0,1 0 0,-2 19-1,3 34-10771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5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182 1 19590,'-3'0'334,"1"0"0,-1 0 0,0 0 0,1 0 0,-1 1 0,1-1 0,-1 1 1,1 0-1,-1 0 0,1 0 0,-1 0 0,1 0 0,0 1 0,0-1 0,0 1 0,-1-1 0,1 1 1,1 0-1,-1 0 0,0 0 0,0 0 0,-1 3 0,-9 10 1404,1 1 0,-9 17-1,12-20-1568,-2 5-149,1 0 0,1 1 1,0 0-1,1 0 0,-4 26 0,1 3-25,-2 50 0,10-57-419,2-1-1,2 0 1,10 57-1,-11-93 254,0 4-919,0 0 0,1-1 1,0 1-1,1-1 0,0 1 0,0-1 0,0 0 0,1 0 0,0 0 1,0 0-1,1-1 0,0 0 0,6 6 0,23 15-11566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29.7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 21510,'-26'24'3646,"20"-20"-494,2 0 242,-2 7-2983,5-9-60,-7 19-305,2 0 0,0 1 0,1-1 0,1 1 0,-2 44 0,4-37-19,-7 398-27,10-384 0,22 298-769,-8-152-5823,-6-86-1749,4-8-5740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0.3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2328 412 9121,'-5'0'82,"-57"-1"2034,-107 15 0,161-13-1944,-120 18 3331,-195 55 0,168-23-1850,3 6 0,3 7 0,-166 97 0,239-116-1075,3 2 0,2 4-1,3 3 1,1 3 0,4 3 0,2 3-1,-87 115 1,116-131-501,3 2 0,1 0 0,3 2 0,2 1 0,3 1 0,2 1 0,2 0 0,2 2 0,3-1 0,3 1 0,2 1 0,2 106 0,8-92-86,3 1 1,4-1 0,2 0 0,4-2 0,2 1 0,4-2 0,2-1 0,4-1 0,66 113 0,-34-86 8,4-2 0,3-3 0,5-3 0,135 123 0,-94-111 0,3-5 0,256 150 0,-267-184 0,3-5 0,3-5 0,1-4 0,2-6 0,159 32 0,-190-55 0,1-4 0,139 1 0,456-31 0,-591 13 0,0-4 0,111-27 0,-22-10 0,-3-8 0,-2-7 0,-3-8 0,-3-7 0,-4-8 0,-3-6 0,235-179 0,-295 189-81,-4-3 0,-3-5-1,-5-4 1,-3-3 0,83-126 0,-118 146 3,-3-2 0,-4-3 0,-3-1 0,-4-1 0,-3-3 0,-5 0 0,-3-2 0,14-95 0,-28 105 45,-3 0 0,-4-1-1,-12-153 1,1 171 31,-3 0-1,-3 1 1,-2 1 0,-3 0 0,-41-92 0,22 78 21,-3 2 1,-3 2-1,-2 1 0,-4 3 1,-3 2-1,-2 2 1,-3 3-1,-2 2 1,-3 3-1,-2 2 1,-2 4-1,-2 2 1,-2 3-1,-2 4 1,-1 2-1,-2 4 1,-1 3-1,-100-24 1,68 27-299,-2 4 1,0 5 0,-1 5-1,0 5 1,-1 5 0,1 4 0,-1 6-1,2 4 1,-178 43 0,141-12-1707,2 5 0,-143 71 0,-74 76-7090,151-59-1930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1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190 1592 9497,'-74'15'6158,"54"-12"-3622,0 1 0,-29 9 0,47-12-2299,1 0 0,-1 0 0,0 0 0,0-1 1,0 1-1,0-1 0,0 1 0,0-1 0,0 0 0,0 0 1,-4 0-1,17-12 2452,42-23-1244,64-29-752,134-50-1,130-30-434,-327 124-196,637-221 237,-665 232-290,927-295 81,747-237 320,-1571 501-405,172-67-171,-298 105-533,-10 2-724,-24 2-2,1 1 0,0 1 0,0 1 0,-30 10 0,-61 26-6964,19 4-3586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22 279 12625,'-2'-1'178,"0"-1"0,1 1 0,-1-1 0,0 0-1,1 0 1,-1 1 0,1-1 0,0 0 0,0 0 0,0 0 0,0-1-1,0 1 1,0 0 0,0 0 0,1-1 0,-1 1 0,1 0 0,0 0-1,-1-5 1,2 2 372,0-1-1,1 0 0,-1 1 1,1-1-1,0 1 1,1 0-1,3-8 0,1 2-51,1-1 0,0 2 1,0-1-1,1 1 0,0 0 0,1 1 0,0 0 0,0 1 0,1 0 0,0 0 0,0 1 0,22-9 1,-9 5-203,-1 2 1,1 1 0,0 1 0,1 1 0,48-6 0,-59 11-217,0 0-1,1 1 1,-1 1-1,0 0 1,0 1 0,1 1-1,-1 0 1,-1 1-1,27 10 1,-34-12-61,0 1 0,-1 1 0,1-1-1,-1 1 1,1 0 0,-1 0 0,0 0 0,0 1 0,-1 0-1,0 0 1,1 0 0,-2 0 0,1 1 0,-1 0 0,1-1-1,-2 1 1,1 1 0,-1-1 0,1 0 0,-2 0 0,1 1-1,-1-1 1,1 11 0,-2 3 3,0 0 0,-2 0 0,0 0 0,-1 0 0,-1 0 0,-1-1 0,-1 0 0,0 0 0,-15 29 0,-11 13 34,-56 82 0,54-91-35,-188 302 79,222-353-100,0-1 0,0 1 0,0-1 0,0 1 0,0-1 0,0 1 0,0-1 0,0 1 0,0-1 0,0 1 0,0-1 0,1 1 0,-1-1 0,0 1 0,0-1 0,0 0 0,1 1 0,-1-1 0,0 1 0,0-1 0,1 0 0,-1 1 0,0-1 0,1 1 0,-1-1 0,1 0 0,-1 0 0,0 1 0,1-1 0,-1 0 0,1 0 0,-1 1 0,1-1 0,-1 0 0,1 0 0,2 1 1,-1-1 0,1 1-1,-1-1 1,1 1-1,-1-1 1,1 0-1,0 0 1,-1-1 0,1 1-1,-1 0 1,1-1-1,-1 0 1,1 1-1,-1-1 1,1 0-1,2-2 1,44-24-25,-29 15-3,228-117-1689,26-15-3620,-74 35-4814,-94 58-158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1.7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74 15049,'0'0'2913,"-15"-10"-377,1 4 4184,7-10-5871,0 0-165,18 3-2329,-1 0-3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2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101 804 11001,'0'0'5597,"-2"-1"-4511,-1 0-890,0-1-1,-1 1 1,1-1-1,0 1 0,-1 0 1,1 1-1,0-1 1,-1 0-1,1 1 1,-1 0-1,1 0 0,-1 0 1,1 0-1,-1 0 1,1 1-1,0 0 1,-5 1-1,4-1 38,-20 6 72,18-6 642,21-14-553,13-9-311,1 2-1,55-29 0,72-26-78,-83 41-212,405-158-2831,14 31-1231,-379 125 3257,318-101-5228,-212 71 664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2.7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462 1 9249,'-142'9'4764,"78"-5"-1955,-101 17 1,143-17-2522,-43 8 875,62-11-15,5 0-1048,12 12 822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3.4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135 0 9793,'1'3'2039,"4"4"-2749,-4-6 1763,-1 1 0,1-1-1,0 0 1,0 1 0,0-1 0,-1 1-1,1-1 1,-1 1 0,1 0 0,-1-1-1,0 3 1,-2 8 1169,-1 1-1290,2-10-70,-10 16 728,10-15-1377,-1 1-1,1-1 1,-1 1 0,1-1 0,0 1 0,1-1 0,-1 1 0,1 0 0,0-1 0,0 1 0,0-1-1,1 1 1,0 0 0,0-1 0,2 7 0,-2-5-213,0-5 0,-1 0 0,0-1 0,1 1 0,-1 0 0,0-1 0,1 1 0,-1 0 0,0 0 0,0 0 0,0-1 0,0 1 0,0 0 0,0 0 0,0-1 0,0 1 0,0 0 0,0 0 0,0 0 0,0-1 0,0 1 0,-1 0 0,1 0 0,0-1 0,-1 2 0,-11 20 0,2 7-172,9-28 66,0-1-1,0 0 1,0 0-1,1 0 1,-1 0 0,0 0-1,0 0 1,0 0 0,0 0-1,0 0 1,0 0-1,0 0 1,1-1 0,-1 1-1,0 0 1,0-1 0,0 1-1,1 0 1,-1-1-1,0 1 1,-1-2 0,1 2-231,-32-21-1699,16 10-684,-3 0-5409,3 4-5920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6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6701,'7'-32'1012,"11"22"-324,-4 1-1188,-3-1-1780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7.1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58 494 13265,'-47'-30'1966,"46"27"-1851,-1 1 0,1 0-1,0-1 1,0 1 0,0-1-1,0 1 1,0-1 0,1 0-1,-1 1 1,1-1 0,0 1-1,0-1 1,0 0 0,0 0-1,0 1 1,0-1 0,1 0-1,-1 1 1,1-1-1,0 1 1,0-1 0,1-2-1,0-4 226,4-12 68,0-1-1,2 1 1,0 1-1,1-1 1,2 1-1,0 1 1,0 0-1,2 0 1,0 2 0,2-1-1,0 2 1,0 0-1,2 1 1,0 0-1,0 1 1,1 1-1,29-15 1,-26 18-314,1 1 1,0 1-1,0 1 1,1 0-1,0 2 1,0 1-1,33-2 1,-45 5-71,1 0 1,0 0-1,-1 1 1,1 1-1,0 0 1,-1 1-1,1 0 1,-1 0-1,1 1 1,-1 1-1,0 0 1,-1 0-1,1 1 1,-1 1-1,1 0 1,-2 0-1,1 1 1,-1 0-1,0 0 1,0 1-1,-1 1 1,0-1-1,13 20 1,-11-10 10,0 0 0,-1 0-1,-1 1 1,-1 0 0,-1 1 0,0 0 0,-2 0 0,0 0 0,-1 0 0,-1 0-1,-1 1 1,-2 25 0,-6 22 213,-3-1-1,-4 0 1,-22 67-1,28-102-147,-66 199 616,-14 54 89,84-268-759,-1 3 44,-4 36 0,8-50-75,1-1 0,0 0 0,0 1-1,0-1 1,1 0 0,0 0 0,0 1-1,0-1 1,0 0 0,1 0 0,4 9-1,-5-12-14,1 0 0,-1-1 0,0 1 0,0-1 0,1 1 0,-1-1 0,0 0 0,1 0 0,-1 1 0,1-1 0,0 0 0,-1 0 0,1 0 0,0-1 0,0 1 0,0 0 0,-1-1 0,1 1 0,0-1 0,3 1 0,1-1-36,0 0 0,0 0 0,0-1 0,0 0 0,-1 0 0,7-2 0,15-5-416,-1-1 0,0-2-1,39-21 1,73-53-2132,85-73-5612,-185 130 5680,103-76-9498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7.8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0 9737,'-39'3'3316,"35"-3"-1768,-24 22 2500,18-7-3425,1 1 0,1 0 0,0 1-1,1 0 1,1 0 0,-5 18 0,-1 3 318,-6 22 295,2 1 1,3 0-1,-8 98 1,16 190 1573,6-325-2707,1 0-1,1 1 1,1-1-1,1 0 0,1-1 1,1 1-1,1-1 1,2-1-1,12 24 1,-14-33-101,0 0 0,1 0 1,1-1-1,0-1 0,1 0 0,0 0 1,0-1-1,1 0 0,1-1 0,0 0 1,0-1-1,0 0 0,1-2 0,0 1 1,21 5-1,-8-4-2,1-3 0,0 0 0,-1-1 0,1-2 0,0-1 0,1-1 0,-1-1 0,0-2 0,-1-1 0,36-9 0,-12-1 0,-1-2 0,0-3 0,-1-1 0,70-41 0,-88 43 0,-1-2 0,-1-1 0,0-1 0,-2-1 0,-1-2 0,0-1 0,-2 0 0,35-52 0,-46 58 0,-1 0 0,-1-1 0,-1 0 0,-1 0 0,-1-1 0,-1 0 0,0 0 0,-2-1 0,-1 0 0,-1 0 0,0 0 0,-2 0 0,-1-1 0,-4-32 0,1 36 0,0 0 0,-2 1 0,-1-1 0,0 1 0,-1 0 0,-1 1 0,-1 0 0,-1 0 0,0 1 0,-1 0 0,-1 1 0,0 0 0,-22-20 0,13 17 0,0 1 0,-1 2 0,-1 0 0,0 1 0,-1 1 0,-1 2 0,0 0 0,-1 2 0,-36-11 0,15 9-68,-1 2 0,-1 2 0,0 2 0,0 3 0,0 1 0,-56 6 0,64 0-762,1 1 0,0 2 0,0 2 0,1 2 0,0 1 0,1 2-1,-68 35 1,78-31-1087,2 0 0,0 1-1,1 2 1,1 0-1,-28 34 1,-26 36-9245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9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9833,'33'71'3801,"73"112"1,-47-85-1662,274 526 5037,-76 21-4465,-55 20-1480,-110-349-779,-22-89-958,143 317-1,-181-480-674,2-1 1,70 97-1,-80-129-291,2-1 0,38 35 0,-45-48-277,1-1 0,0-1-1,2-1 1,32 17 0,40 7-8714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3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64 109 10429,'-7'-5'374,"4"3"-158,0-1 1,0 1 0,0 0-1,0-1 1,1 0 0,-1 1-1,1-1 1,0 0 0,0 0-1,0 0 1,0-1 0,0 1-1,1 0 1,-2-6 0,-12-34 4804,10 30-2816,9 30-115,8 15-1116,1-2-1,1 1 1,34 50 0,6 14 225,133 318 1737,-25 12-1651,114 458-1202,-194-580-539,61 227-1670,-63-243 30,32 82-4190,-63-212-728,-3-13-4791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0.1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2210 5489,'-7'5'463,"1"-1"1,-1 2 0,1-1 0,-1 1 0,1 0-1,1 0 1,-1 0 0,1 1 0,1 0 0,-1 0-1,1 0 1,0 1 0,1-1 0,-1 1 0,2 0-1,-3 10 1,5-15-337,0 1 0,0 0 0,0-1 0,1 1 0,0-1 0,-1 1 0,1 0 0,1-1 0,-1 0 0,0 1 0,1-1 0,0 0 0,0 0 0,0 0 0,0 0 0,0 0 0,0 0 0,1-1 0,0 1 0,-1-1 0,1 1 0,0-1 0,5 3 0,2 0 147,-1 1 0,1-2 1,1 1-1,-1-2 0,0 1 1,20 3-1,6-2 93,-1-2 1,1-1-1,0-1 1,64-9-1,148-38 495,442-141 220,-9-34-674,-346 110-254,-331 110-153,4159-1388-765,-2795 938-5325,-1287 424 3973,-43 16-2069,-36 11 3718,-1 0 1,0 0-1,1 1 1,-1-1-1,1 0 1,-1 1-1,0-1 1,1 1-1,-1 0 1,0 0-1,1-1 1,-1 1-1,1 1 1,-2-2 450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0.8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105 389 8753,'-57'-22'1999,"55"20"-1790,0 0 0,0 0 0,0 0 0,0 0 0,1-1 0,-1 1 1,1-1-1,-1 1 0,1-1 0,0 1 0,0-1 0,0 0 0,0 1 1,0-1-1,1 0 0,-1-4 0,-5-12 803,3 12-824,0-1-1,0 1 0,1-1 0,0 0 0,0 0 1,0 0-1,1 0 0,1 0 0,-1 0 0,1 0 1,1 0-1,-1 0 0,1-1 0,1 1 0,-1 0 1,2 1-1,-1-1 0,1 0 0,0 1 1,0-1-1,1 1 0,0 0 0,1 0 0,-1 0 1,1 1-1,11-12 0,-7 10-128,-1 0 0,1 0-1,1 1 1,-1 0 0,1 1 0,0 0 0,1 0-1,0 1 1,0 1 0,0 0 0,0 0 0,0 1-1,1 0 1,-1 1 0,1 1 0,0-1 0,0 2-1,14 0 1,-9 3-21,0 0-1,0 1 0,0 0 0,-1 2 1,1 0-1,-1 1 0,-1 0 0,1 1 0,-1 1 1,-1 0-1,1 2 0,-2-1 0,1 1 1,-2 1-1,1 1 0,-2 0 0,17 23 1,-6-4 40,-3 0 0,0 1 0,-2 1 1,-2 1-1,-1 0 0,-2 1 0,9 42 0,24 200 272,-2-13 91,-41-255-403,0-1 0,1 1 1,1 0-1,0-1 0,0 0 0,0 0 0,1 0 0,1 0 0,11 13 0,-12-16-17,1-1-1,0 0 1,0 0-1,0 0 1,1-1-1,-1 0 1,1 0-1,0-1 1,0 0-1,1 0 1,-1 0-1,1-1 1,9 1-1,6 0-26,-1 0 0,1-2-1,0-1 1,0-1-1,0-1 1,39-8 0,138-46-868,-162 44 577,387-140-7463,-346 121 5533,154-59-7833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1.4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8585,'0'0'5920,"-3"1"-4126,-33 8 8043,37-5-8201,62 171 3354,-6-19-4985,-16-10-1,-19-60-180,35 82 0,-28-92-1519,9 21-3161,-8-39-2521,15 6-8130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2.7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320 486 5028,'-29'13'9462,"32"-19"-10049,6 0 3893,-2-1 2388,-7 7-5606,0-1 1,0 1 0,-1-1 0,1 1 0,0-1-1,0 1 1,0-1 0,-1 1 0,1 0-1,0-1 1,-1 1 0,1-1 0,0 1-1,-1-1 1,1 1 0,0 0 0,-1-1-1,1 1 1,-1 0 0,1 0 0,-1-1-1,1 1 1,-2 0 0,1-1-71,1 0 0,-1 1 0,0-1 1,0 0-1,0 0 0,1 0 0,-1 0 0,0 1 0,1-1 0,-1 0 1,1 0-1,-1 0 0,1 0 0,-1-1 0,1 1 0,0 0 0,-1 0 1,1 0-1,0 0 0,0 0 0,0 0 0,0 0 0,0 0 0,0-1 1,0 1-1,0 0 0,1 0 0,-1 0 0,0 0 0,1 0 0,-1 0 1,1-1-1,0-4 10,0 4 664,-5-4-488,-13-15 249,13 16-12,1 4-387,0 0 0,0-1 0,0 1 0,0-1 0,0 1 0,0-1 0,-4-3 0,3 2 16,1 2 31,1-3 7,1 1-1,-1 0 0,0 0 1,0 0-1,0 0 0,0 0 1,-1 0-1,1 1 0,-1-1 1,1 1-1,-1-1 0,0 1 1,0 0-1,-6-3 0,7 4 595,-4 18-135,4-8-426,1 0 0,1 0 0,0 0 1,0 0-1,1 0 0,0-1 0,0 1 1,6 17-1,-2-2 54,5 35 24,31 141-47,-31-167-177,0 0-1,2-1 0,32 59 1,-28-63 5,2-2 0,0 0 0,2-1 0,1 0 0,1-2 0,0-1 0,2 0 0,1-2 0,0-1 0,42 24 0,-45-32 0,0 0 0,0-1 0,1-2 0,0 0 0,1-1 0,-1-2 0,1 0 0,0-2 0,1 0 0,-1-2 0,0 0 0,1-2 0,-1-1 0,34-6 0,-37 3 0,-1-1 0,0-1 0,0 0 0,-1-1 0,0-2 0,0 0 0,-1 0 0,-1-2 0,0 0 0,0-1 0,-1-1 0,-1 0 0,0-2 0,-1 1 0,15-23 0,-15 18 0,-2-1 0,0-1 0,-1 1 0,-1-2 0,-1 0 0,-1 0 0,-1 0 0,-1-1 0,-2 0 0,0 0 0,-1 0 0,-1-1 0,-2-24 0,-2 16 0,-2 0 0,-1 1 0,-1-1 0,-2 1 0,-1 0 0,-2 1 0,0 0 0,-3 1 0,0 0 0,-28-40 0,25 45 0,-1 1 0,-1 1 0,-1 0 0,-1 2 0,-1 0 0,-1 2 0,-1 0 0,0 2 0,-2 0 0,0 2 0,-48-21 0,35 21-36,-1 2-1,-1 2 1,0 1-1,-1 3 1,0 1 0,0 1-1,-46 3 1,52 3-803,0 1-1,0 2 1,0 2 0,1 1 0,0 2 0,0 1 0,1 2 0,-54 26 0,71-28-342,2 0 1,-1 1 0,1 1-1,1 0 1,0 0 0,1 2-1,1 0 1,-15 20 0,-31 48-10137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2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16847 4804,'-3'-13'1915,"3"11"-792,0 0 1,0 1-1,0-1 0,0 0 1,0 0-1,0 0 1,1 1-1,-1-1 0,1 0 1,-1 0-1,2-1 0,1-3 80,1-1-3745,-2 4 2732,-23-60 3237,24 64-3352,18 6 64,4 3 44,0-2 0,40 8 0,-43-13-151,1-1 0,0-1 0,43-3 0,-38-1-50,-21 2 35,0 0-1,0 0 1,-1 0 0,1 1 0,0 1 0,0-1 0,12 3 0,-11-1-14,1-1 0,-1 0 0,0 0 0,0-1 0,9-1 0,14 2 37,-7 2 53,0-1 0,1-1 0,-1-2 0,0 0 0,1-1-1,-1-1 1,0-2 0,-1 0 0,30-11 0,539-171 205,-319 120-287,20-7 12,150-78 1289,-317 93-607,-2-6-1,124-87 1,-139 84-280,37-14-54,-47 29-80,1-2 0,151-92 507,-203 115-436,-1-2 0,84-81 0,-113 97-265,19-18 194,-2-1 0,-2-2 0,43-64 1,-37 40-278,32-56-15,53-126 1,234-418 0,127-160 0,-351 569 0,134-356 0,-219 465 0,-7-2 0,-6-2 0,17-155 0,-2-461 0,-70 291 0,-32 0 0,-124-463 0,96 614 0,-14 3 0,-14 5 0,-181-371 0,-16 77 0,-43 21 0,-23 78 0,-24 19 0,283 356 0,-126-168 0,-380-641 0,67-68 0,422 734 0,76 161 0,-133-328 0,44 98 0,91 225 0,7-2 0,-31-139 0,60 196 0,8 30 0,-24-71 0,19 73 0,-8-40 0,13 43 0,-2 1 0,-23-57 0,-142-347 0,170 427 0,-36-84 0,27 57 0,-6 5-118,17 30-32,0 1 1,0 0 0,0-1-1,0 1 1,0 0-1,0 0 1,0 0-1,1 0 1,-1 0-1,0 0 1,1 0-1,-1 0 1,0 1-1,-2 6-709,0 0-1,0 0 1,1 1-1,0-1 1,1 0-1,0 1 1,0 0-1,1-1 1,0 1-1,0-1 1,1 1 0,3 11-1,-4-17 419,0 0-1,0 0 1,0 0-1,-1 0 1,1 0-1,0 0 1,-1 0-1,0-1 1,0 1-1,0 0 1,0 0 0,0-1-1,-1 1 1,1-1-1,-3 4 1,-2 4-2315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5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48 5533,'-23'0'2932,"-36"-6"1,55 5-2369,0-1 0,0 0 0,0 0 0,0 0 0,0-1 0,0 1 0,1-1 0,0 0 0,-1 0 0,-4-6 0,-1 1 329,8 6-113,3 33-663,2 0 0,2 0 0,1-1 0,1 0 0,13 31-1,-1 0-1188,9 46-2130,-1-7-3653,-12-52 992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4:47.7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52 263 9009,'-33'-91'1810,"29"80"-1208,2 0 0,0 0 0,0 0-1,0-15 1,-2-10 1410,3 34-1895,1 0 1,-1 0-1,1 0 1,0 1-1,0-1 0,0 0 1,0 0-1,0 0 0,0 0 1,1 0-1,-1 0 0,1 0 1,-1 0-1,1 1 0,0-1 1,0 0-1,0 0 1,0 1-1,0-1 0,2-2 1,-1 2-11,1 0-1,-1 0 1,1 0 0,-1 0 0,1 0 0,0 1 0,0-1 0,0 1 0,0 0 0,0 0 0,5-1 0,4 0 96,0 1 1,0 0 0,0 0 0,1 1 0,18 3 0,12 4 232,0 2 0,76 27 0,82 45 26,-142-55-368,-42-19-141,352 155-1863,-127-41-6547,-121-52-820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2744 7961,'-53'-6'2887,"49"26"-1327,4-19-1500,0 1 0,0-1 1,0 0-1,1 1 0,-1-1 0,0 1 1,1-1-1,-1 0 0,1 1 0,-1-1 1,1 0-1,0 0 0,-1 1 0,1-1 1,0 0-1,0 0 0,0 0 0,0 0 1,0 0-1,0 0 0,0 0 0,0 0 1,0 0-1,1-1 0,-1 1 1,0 0-1,1-1 0,-1 1 0,0-1 1,3 1-1,51 13 863,-46-13-784,40 5 368,1-2 0,-1-2-1,91-8 1,-69 1-225,482-46 846,7-26-644,-446 61-390,360-55 174,64-15-4,4293-805 1030,-2659 443-1155,-23-82 39,-1745 412-147,-67 7-47,-17-6 49,-245 85-157,0-4 1,69-46-1,-140 79 81,12-7-156,0 0 1,17-17-1,-31 26 123,0-1 0,0 1 0,0-1 0,0 0 0,-1 0 0,1 0 0,-1 0 0,1 0 0,-1 0 0,0 0 0,0 0 0,0-1 0,0 1-1,0 0 1,0-1 0,0 1 0,-1-1 0,0 1 0,1-1 0,-1 1 0,0-1 0,0 1 0,0-1 0,-1-2 0,0 3-31,0 0-1,0 0 1,0 1 0,-1-1-1,1 0 1,-1 1 0,1-1 0,-1 1-1,1 0 1,-1-1 0,0 1-1,0 0 1,0 0 0,1 0-1,-1 0 1,0 0 0,0 1-1,0-1 1,-1 1 0,1-1-1,-2 1 1,-13-3-1164,-1 0 1,0 2-1,-19 0 0,-91 5-6934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1 418 14361,'8'-22'644,"1"0"0,0 0 1,2 1-1,1 1 0,1 0 0,0 1 0,1 0 0,2 1 0,-1 0 0,2 1 0,36-27 0,-26 23-490,1 2 0,1 1 0,1 2 0,1 0 1,0 2-1,1 1 0,50-12 0,-64 21-108,-1 0 0,0 1 0,1 2 1,0-1-1,-1 2 0,1 1 0,0 0 0,-1 1 1,27 6-1,-34-5-30,0 0 1,-1 0 0,0 1 0,0 1-1,0-1 1,0 1 0,0 1 0,-1 0-1,0 0 1,-1 1 0,1-1 0,-1 2-1,0-1 1,-1 1 0,0 0 0,0 0-1,9 18 1,-6-5-4,-2 1 1,0 0-1,0 0 0,-2 0 0,-1 0 1,-1 1-1,-1 0 0,-1 26 0,-2 5 4,-3-1 0,-15 73 0,-7-14 135,-5-2-1,-5-2 1,-71 150-1,-133 185 2035,223-413-1572,-15 34-1,32-64-593,-1 1 0,1 0 1,0-1-1,-1 1 0,1 0 0,0-1 0,-1 1 0,1 0 0,0 0 0,0-1 0,0 1 0,0 0 1,0 0-1,0 0 0,0-1 0,0 1 0,0 0 0,0 0 0,0-1 0,0 1 0,0 0 0,1 0 1,-1-1-1,0 1 0,0 0 0,1 0 0,-1-1 0,1 1 0,-1 0 0,1-1 0,-1 1 0,1-1 1,-1 1-1,1-1 0,-1 1 0,1-1 0,0 1 0,-1-1 0,1 1 0,0-1 0,-1 0 0,1 1 1,0-1-1,0 0 0,-1 0 0,1 0 0,0 1 0,1-1 0,3 0 37,0 0-1,0 0 1,0 0-1,0-1 1,0 1-1,8-3 1,5-4 59,0 0 1,-1 0-1,28-18 0,-17 9-32,55-30 135,579-296-3430,-630 328 2740,230-104-4121,-87 45-3038,-28 17-3906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78 381 14085,'0'-3'176,"1"0"0,-1 1 0,1-1 0,-1 0 1,0 0-1,0 0 0,0 1 0,0-1 0,-1 0 0,0-3 0,-1 2 129,1 1 0,-1 0 1,-1 0-1,1 0 0,0 0 1,-1 0-1,0 0 0,-4-3 1,4 2 100,-4-1 555,1-1 0,1 0 0,-1 0-1,-8-14 1,12 17-764,1 0-1,-1-1 1,1 1-1,0 0 1,0-1-1,0 1 1,0-1 0,0 1-1,1-1 1,0 1-1,0-1 1,0 1 0,0-1-1,0 1 1,1-1-1,-1 1 1,2-6 0,2-2 14,1-1 0,0 1 1,0 0-1,1 1 0,1-1 1,0 1-1,0 0 0,1 1 1,0 0-1,0 0 0,1 1 1,0 0-1,1 0 1,0 1-1,0 0 0,16-7 1,-12 7-128,-1 1 1,0 1 0,1 1 0,0 0 0,0 0-1,0 2 1,1 0 0,-1 0 0,1 1 0,-1 1 0,1 1-1,-1 0 1,27 5 0,-19 0-34,0 2 0,-1 0 1,-1 1-1,0 1 0,0 1 0,0 1 0,32 26 1,0 6-23,60 65 0,-91-86-28,-1 0-1,-2 1 1,0 1-1,-1 1 1,-1 1-1,19 45 1,-27-50-6,0 0 0,-1 1 0,-2 0 0,0 0 0,-1 0 0,-2 1 0,0 0 0,-2-1 1,-2 28-1,-22 102-133,4-38 142,19-107 1,2 0 0,-1 0 0,1 0 0,0 0 0,0 0 0,1 0 0,0 0 0,1 0 0,0 0 0,0-1 0,0 1 0,1-1 0,0 0 0,1 0 0,8 11 0,3-2 3,1 0 0,0-1 0,1-1-1,1 0 1,0-2 0,37 19 0,-6-2-40,-27-16 21,-1 1 1,-1 1-1,0 0 0,36 37 1,-52-45 15,1-1 1,-1 1-1,0 1 1,0-1-1,-1 1 0,0 0 1,0 0-1,-1 0 1,0 0-1,0 1 1,-1-1-1,0 1 0,-1-1 1,0 1-1,0 0 1,-1 0-1,0 0 1,-2 12-1,0-8-3,-2 1 0,0-2 1,0 1-1,-1 0 0,-1-1 0,0 0 0,0 0 0,-2-1 1,1 0-1,-1 0 0,-1 0 0,-14 13 0,-6 3-2,-1-1-1,-1-1 1,-34 20-1,-595 318 1,643-355 32,1-1 0,-25 6 0,38-12-111,-1 0-1,1-1 0,0 1 1,0-1-1,-1 0 1,1 0-1,0 0 1,-1 0-1,-2-1 1,5 1 4,0 0-1,1-1 1,-1 1 0,0 0-1,1 0 1,-1-1 0,1 1-1,-1-1 1,0 1 0,1-1 0,-1 1-1,1-1 1,0 1 0,-1-1-1,1 1 1,-1-1 0,1 1 0,0-1-1,-1 0 1,1 1 0,0-1-1,0 0 1,-1 1 0,1-1-1,0 0 1,0 1 0,0-1 0,0 0-1,0 1 1,0-1 0,0 0-1,0 0 1,0 1 0,0-1 0,1 0-1,-1 1 1,0-1 0,1 0-1,4-16-1582,0 0-1,1 0 0,11-18 1,13-20-5583,5-5-5031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280 78 13429,'-41'-65'14424,"38"63"-13971,0 0-1,0 0 1,0 1 0,0 0 0,0-1-1,0 1 1,-4-1 0,-1 11-251,0-1-1,1 1 1,0 0 0,1 1 0,0 0-1,-7 14 1,-26 70-381,36-86 238,-33 76-59,18-44 0,1 0 0,-16 62 0,30-90 0,1 1 0,0-1 0,1 0 0,0 0 0,1 1 0,0-1 0,1 0 0,0 1 0,1-1 0,1 0 0,0 0 0,0 0 0,7 14 0,-4-15 0,0 0 0,1-1 0,0 0 0,1 0 0,0-1 0,1 0 0,0-1 0,0 1 0,1-2 0,0 1 0,17 9 0,8 2 0,1-2 0,49 17 0,138 32 0,-141-45 0,105 43 0,-173-59 0,0 2 0,-1 0 0,0 0 0,0 2 0,0-1 0,-1 2 0,-1-1 0,18 20 0,-25-24 0,0 0 0,0 1 0,0-1 0,-1 1 0,0 0 0,0 0 0,0 0 0,-1 0 0,0 1 0,0-1 0,-1 1 0,0-1 0,0 1 0,0-1 0,-1 1 0,0 0 0,0-1 0,-1 1 0,0 0 0,0-1 0,-3 12 0,-3-1 0,0-1 0,-1 0 0,0 0 0,-1 0 0,-1-1 0,-1 0 0,0-1 0,0-1 0,-19 17 0,-9 5 0,-81 57 0,-231 137-300,344-226-255,0 1-1,1-1 1,-1 0-1,-1-1 1,1 0-1,0 0 1,-10 1 0,15-2 237,0-1 0,1 0 1,-1 0-1,0 0 1,0 0-1,1-1 0,-1 1 1,0 0-1,0-1 0,1 1 1,-1-1-1,0 1 1,1-1-1,-1 0 0,-1-1 1,2 1-69,0 0 1,0 0 0,0 0 0,0 0-1,1-1 1,-1 1 0,0 0 0,1 0-1,-1-1 1,1 1 0,-1 0 0,1-1-1,0 1 1,-1 0 0,1-1 0,0 1-1,0-1 1,0 1 0,0-1-1,0 1 1,1-3 0,5-37-11097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64 508 15089,'-49'-7'3241,"35"-2"2027,21-20-3228,18-9-564,6 12-187,19-6-265,10-6-236,11-3-140,21-4-272,4 0-460,7 4-464,7-1-868,-7 4-428,-1 0-825,-13 15-1003,-15 11-2549,1 8-5580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59 5753,'7'-12'721,"4"-7"158,-7 8 3588,-13 5-2946,-4-4 2840,18 10-4244,0 0 0,0 0 0,-1 1 0,1-1 1,0 1-1,-1 0 0,1 0 0,-1 1 0,1-1 0,-1 1 1,1 0-1,-1 0 0,0 0 0,0 1 0,0 0 0,0-1 1,-1 1-1,1 1 0,-1-1 0,0 0 0,0 1 1,0 0-1,5 7 0,11 22 415,44 77 843,-45-77-940,-2 1 0,-2 0 1,-1 1-1,-2 1 1,-1 0-1,-2 0 0,-1 1 1,2 44-1,-24 1032 5468,-75-3-5337,1-25-607,39 334 41,91 0 0,5-871 0,140 660 0,17-415 0,43-15 0,-38-125 0,-106-269-541,-49-169-1338,-31-147 836,-13-45-1292,8 40 0,-2-80-2570,1-18-1407,-4-9-4121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25 128 7461,'-20'-22'1785,"15"18"-176,6-4-609,1 0 1,-1 0-1,1 0 1,5-11-1,1-7 1154,-7 23-1393,-1 2-210,10-13-13,-10 14-493,0-1 0,0 1 0,0 0 0,0-1 0,0 1 0,0 0 0,1 0 0,-1-1 0,0 1 0,0 0 0,0-1 0,1 1 0,-1 0 0,0 0 0,0-1-1,0 1 1,1 0 0,-1 0 0,0 0 0,1 0 0,-1-1 0,0 1 0,0 0 0,1 0 0,-1 0 0,0 0 0,1 0 0,-1 0 0,0 0 0,1 0 0,-1-1 0,0 1 0,1 0 0,0 1 0,10 40 650,0 1 0,-3 0 0,-2 1 0,-1 0 0,-3 0 0,-3 57 0,9 326 2335,0-232-2080,-17 1085 1567,-3-73-2547,71 172 30,81-7 0,-86-945-81,-22-227-848,-16-107-652,6 97 0,-19-136 815,0-10-502,-1 1 1,-3 0-1,-6 43 0,7-81 732,-2 0-1,1 0 1,-1 0 0,0 0 0,0 0-1,-5 7 1,6-11 77,0 0 0,0 0 0,-1 0 0,1-1 0,-1 1-1,1 0 1,-1-1 0,0 1 0,0-1 0,0 0 0,0 0 0,0 1 0,0-1 0,0 0 0,0-1 0,-4 2 0,-12 2-7757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22 214 8541,'4'12'1516,"-15"-2"-108,-3 0 4297,32-20-5065,24 0-96,8-5-148,14-1-96,14-4-108,17-5-524,22-1-860,4-5-1013,17-8-2307,21-15-3505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116 162 10481,'-8'-6'904,"1"-1"0,1 0 0,-1 0 0,1 0 0,1-1 0,-1 0 1,1 0-1,-6-13 0,10 17-486,-1 0 0,0 1 0,-1-1-1,1 1 1,0-1 0,-1 1 0,0 0 0,0 0 0,0 0 0,0 1 0,0-1 0,-1 1 0,-4-4 0,7 5-182,-1 0 0,1 0 1,0-1-1,0 1 0,0-1 1,0 1-1,1-1 0,-1 1 0,0-1 1,1 0-1,-1 1 0,1-1 0,-1 0 1,1 1-1,0-1 0,-1 0 1,1 0-1,0-6 3550,35 86-3530,-10-23-255,33 109 1,8 174 174,-3-8-2386,-37-214-1297,4 18-2130,-5-52-1587,0-21-4157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1 234 14125,'3'-10'635,"1"0"-1,0 1 1,1-1-1,0 1 1,0 0-1,12-13 1,-4 4 1170,1-8 435,-12 21-1949,0 0 1,0 1-1,1-1 0,0 1 1,-1 0-1,2 0 1,-1 0-1,6-5 0,1 1-51,0 0 0,1 1 0,1 1 0,-1-1 0,1 2 0,0 0 0,0 0-1,1 1 1,-1 1 0,1 0 0,0 1 0,-1 0 0,1 1 0,0 0 0,23 3 0,-8 0 59,-1 1 1,1 1 0,0 2 0,-1 1 0,0 1 0,34 16 0,-40-15-112,-2 1 0,1 1 1,25 20-1,122 104 510,-152-122-683,-1 0 1,0 1-1,-1 1 1,-1 0-1,-1 0 1,0 1-1,0 1 1,11 26-1,-17-33-10,14 32 4,-1 2 0,-2 0 0,-2 1 0,13 77 0,7 187-323,-25-200-278,5 21-3003,-3-44-3783,-5-57 556,-2 2-4305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21 384 15085,'-21'0'12818,"39"-26"-11294,21-15-324,14 15-260,14-2-488,18-8-736,18-5-1084,117-58-2797,-96 58-3499,0-4-7890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11 11989,'-14'-11'11835,"14"11"-11653,2 23 6854,1-6-8887,44 101 5113,-14-38-2948,12 49-314,-7 2 0,-5 1 0,31 264 0,-35-31-501,-29-115-4121,-9-87-4310,-4 6-6796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316 2485 6369,'-131'29'4816,"34"-6"1147,82-19-5079,0 0 1,0 1 0,-24 12 0,36-16 1243,23 3-1838,1-1 1,-1-1-1,1-1 0,-1-1 1,1-1-1,-1 0 1,33-8-1,-26 6-90,1267-227 1427,-997 173-1514,2184-450-49,3937-1028-3934,-6077 1435 3789,-41-32 9,-295 130 71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119 434 11993,'-26'-17'745,"13"9"699,1-1 0,-23-19 0,31 25-1178,1 0 0,0-1 0,1 1 0,-1-1 0,1 1-1,-1-1 1,1 0 0,0 0 0,0 0 0,1 0 0,-1-1 0,1 1 0,0 0 0,-1-9 0,2 4-106,0 1 1,1-1 0,0 1-1,0-1 1,1 1 0,0-1-1,0 1 1,1 0-1,0 0 1,1 0 0,0 0-1,0 1 1,1 0 0,-1-1-1,9-8 1,0 2-49,0 0 0,1 1 0,0 1 0,1 0 0,1 1 0,17-10 1,-14 10-59,0 1 1,1 1 0,0 1 0,1 0-1,0 2 1,0 0 0,1 2 0,-1 0-1,1 1 1,0 1 0,32 2 0,-43 1-44,1 0 0,-1 0 0,1 2 0,-1-1 0,0 1 0,0 1 0,0 0 0,0 1 1,-1 0-1,0 0 0,0 1 0,0 1 0,0-1 0,-1 2 0,-1-1 0,1 1 0,-1 0 0,0 1 1,-1 0-1,0 0 0,0 1 0,-1 0 0,6 12 0,-4-1-8,-1-1 0,-1 1 1,0 1-1,-2-1 0,0 1 0,-1 0 0,-2-1 1,0 1-1,-1 0 0,-4 24 0,-3 9 7,-2 0 0,-30 97 0,-4-34 5,-87 168-1,45-107-9,75-157 189,1 0 0,-10 40 0,18-60-162,1 1 0,-1-1 0,1 0 0,0 0 0,0 0 0,0 0-1,0 0 1,0 1 0,0-1 0,0 0 0,1 0 0,-1 0 0,1 0 0,0 0-1,0 0 1,-1 0 0,1 0 0,0 0 0,1 0 0,-1-1 0,0 1 0,0 0-1,1-1 1,-1 1 0,1-1 0,0 1 0,-1-1 0,1 0 0,0 1 0,0-1-1,0 0 1,0 0 0,0 0 0,0-1 0,2 2 0,3 0 11,0-1 1,1 0 0,-1 0-1,0 0 1,1-1 0,-1 0-1,1 0 1,14-3 0,60-17 35,0-4 1,101-44-1,-72 26-429,358-156-3340,-89 35-6625,-200 97-143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412 54 11573,'8'13'2221,"-24"-37"856,-6-8 1469,19 30-4311,1 1-1,0 0 0,-1 0 1,1 0-1,-1 0 0,1 0 1,-1 0-1,1 1 0,-1-1 1,0 1-1,1 0 0,-1-1 1,0 2-1,-3-1 0,-6 2 112,0 0 0,0 1 0,0 1 0,1 0 0,0 1 0,0 0 0,0 0 0,0 1 0,1 0 0,0 1 0,0 0 0,1 1 0,-1 0 0,-13 17-1,2-1 174,0 2 0,1 0 0,2 2-1,-20 37 1,30-49-510,0 0 1,2 0-1,-1 1 1,2 0-1,-4 20 1,7-28-11,1-1 1,1 1 0,0 0-1,0-1 1,0 1-1,1 0 1,1-1 0,-1 1-1,1 0 1,1-1 0,0 0-1,5 13 1,0-6 0,1-1 0,1 0 0,0 0 0,0-1 0,1 0 0,1-1 0,0-1 0,1 1 0,0-2 0,26 16 0,12 3 0,95 39 0,-93-45 0,121 51 0,125 58 0,-244-104 0,-2 2 0,-1 3 0,62 51 0,-98-71 0,-1 1 0,-1 0 0,0 1 0,-1 0 0,0 2 0,-2-1 0,0 1 0,0 1 0,-2 0 0,7 19 0,-11-24 0,-1 0 0,-1 0 0,0 0 0,-1 0 0,-1 1 0,0-1 0,-1 0 0,0 1 0,-1-1 0,0 0 0,-1 1 0,0-1 0,-2 0 0,1 0 0,-1 0 0,-8 13 0,3-8 0,-1-1 0,0 0 0,-2-1 0,0 0 0,-1-1 0,0 0 0,-1-1 0,-1-1 0,0 0 0,-1-1 0,-32 19 0,10-11 0,-1 0 0,0-3 0,-2-1 0,-57 14 0,74-24 0,-1 0 0,0-2 0,0 0 0,0-2 0,-29-1 0,46-1 0,0-1 0,0 1 0,0-2 0,0 1 0,0-1 0,0 0 0,1-1 0,-1 0 0,1 0 0,-1-1 0,1 1 0,0-2 0,0 1 0,1-1 0,-1 0 0,1 0 0,0-1 0,1 0 0,-1 0 0,-4-7 0,4 1 0,0 0 0,0-1 0,1 1 0,1-1 0,0 0 0,1 0 0,0 0 0,1-1 0,0 1 0,1-18 0,1-4 0,1 0 0,12-62 0,1 33 0,2 0 0,4 2 0,41-91 0,103-171 0,-110 223 0,134-224-1952,-87 155-2708,-5-2-6168,-62 102-1515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45 12481,'0'-4'2173,"3"-33"2298,-3 34-2330,16 18 2029,-7-3-3484,0 0 0,-1 0 1,-1 1-1,0 0 0,-1 1 0,8 21 0,-1-1 123,15 39-344,-3 2 0,-4 0 1,13 83-1,17 239-607,-23 123 142,-44-170-2965,1-114-2190,17-53-2900,-1-12-5553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1172 6865,'0'0'1732,"-3"-2"76,-3-3-1683,-8-8 3852,15 7-1830,13 0-1093,70-8-123,0 3-1,95 1 0,-114 7-732,1793-104 806,-184-100-1203,-791 20 180,-623 115 4,334-141-1,-374 114 68,-174 75-62,-2-1 0,65-48-1,-95 61-91,-1 0 0,0 0 0,16-21 0,-29 32 81,1 1 0,0-1 0,-1 0 0,1 1 1,-1-1-1,1 0 0,-1 0 0,1 0 1,-1 1-1,0-1 0,1 0 0,-1 0 0,0 0 1,0 0-1,0 0 0,1 0 0,-1 1 1,0-1-1,-1-2 0,1 3-23,0-1-1,0 1 1,-1-1-1,1 1 1,0-1 0,-1 1-1,1-1 1,-1 1-1,1 0 1,-1-1-1,1 1 1,-1 0 0,1-1-1,-1 1 1,1 0-1,-1 0 1,1-1 0,-1 1-1,1 0 1,-1 0-1,1 0 1,-2 0-1,-2-1-300,0 1-1,0 0 1,0 0-1,0 1 1,0-1-1,0 1 1,1 0-1,-1 0 1,-4 1-1,-35 17-4710,5 5-3076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63 3899 9049,'-33'27'1415,"27"-22"1596,-2 5-1019,6-6-1784,0-1 0,0 0 0,1 1 1,-1-1-1,1 1 0,0 0 0,-1-1 0,2 1 1,-1 0-1,0 0 0,1 0 0,0 0 0,0-1 1,0 1-1,0 0 0,1 0 0,-1 0 0,1 0 0,0-1 1,0 1-1,0 0 0,1-1 0,-1 1 0,1-1 1,0 1-1,4 4 0,-2-1-94,1 0 0,0 0 0,1 0 1,0-1-1,0 0 0,0 0 0,0 0 0,1-1 0,0 0 0,0-1 0,13 7 0,-5-6 39,0 0-1,0-1 0,0-1 1,1 0-1,0-1 0,-1-1 1,27-1-1,117-18 312,-119 12-386,665-147 510,-546 114-501,1583-379 143,678-167-386,340-83-467,-663 163 357,-12-24 174,-211-35-45,-1553 446 118,-4-13 19,-23-22-38,-206 94-29,-80 53 18,0-1-1,0-1 1,0 0 0,-1 0 0,0 0 0,10-15 0,-16 21-10,0-1 0,0 1 0,1 0 0,-1 0 0,-1 0 0,1-1 0,0 1 0,-1-1 0,1 1 0,-1 0 0,0-1 0,1 1 0,-1-1 0,0 1 0,-1-1 0,1 1 0,0 0 0,-1-1 0,1 1 0,-1-1 0,0 1 0,0 0 0,0 0 1,0-1-1,0 1 0,0 0 0,-1 0 0,1 0 0,-1 0 0,1 0 0,-1 1 0,0-1 0,0 0 0,-3-1 0,-3-3-358,0 1 0,-1 0 0,0 1 0,0 0 0,0 0-1,-1 1 1,-14-4 0,-3 2-1503,1 1 0,-35 0 0,-77 4-7316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0 231 6005,'33'-33'3290,"37"-49"0,-57 66-1715,0 0-1,1 1 0,1 0 1,27-20-1,-26 22-108,-16 13-1414,0-1-1,0 1 0,1 0 1,-1-1-1,0 1 0,0 0 0,0-1 1,1 1-1,-1 0 0,0-1 0,1 1 1,-1 0-1,0 0 0,0 0 1,1-1-1,-1 1 0,0 0 0,1 0 1,-1 0-1,1 0 0,-1-1 0,0 1 1,1 0-1,-1 0 0,0 0 1,1 0-1,-1 0 0,0 0 0,1 0 1,-1 0-1,1 0 0,-1 0 1,0 0-1,1 1 0,1 29 1869,-1 6-1105,1 1 0,2-1 0,2 0-1,1 0 1,19 58 0,133 336 1593,101 330-2576,-202-522 168,44 394 0,-53-38 0,1 3 0,9-105 94,-34-347-880,58 194 1,120 219-5065,-170-473 4398,28 96-2475,-54-153 1159,-1 1 1,2 36-1,-7-15-6006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68 549 7893,'-5'-6'433,"0"0"0,0 0 0,0-1 0,1 0 0,0 0 1,1 0-1,-1 0 0,1-1 0,1 0 0,-3-12 0,-3-25 1363,3 16-729,0 0 1,2 0-1,1-1 0,3-47 1,1 66-978,-1 1 0,2-1 0,-1 1 0,1 0 0,1 0 0,0 0 0,0 0 1,1 0-1,0 1 0,1 0 0,0 0 0,1 1 0,-1-1 0,2 2 0,-1-1 0,1 1 0,0 0 0,0 0 1,1 1-1,0 0 0,0 1 0,1 0 0,-1 0 0,1 1 0,0 0 0,0 1 0,1 0 0,-1 1 0,1 0 0,-1 0 1,1 1-1,15 1 0,-7 0-49,0 1 1,0 1-1,0 1 1,-1 1 0,1 0-1,-1 2 1,0 0-1,0 1 1,30 17-1,-27-12-11,-1 2-1,0 0 0,-2 1 1,1 1-1,-2 1 0,0 0 1,17 24-1,-16-15-14,0 0 0,-2 1 0,-1 0 0,-1 2 0,-2-1 0,0 2 0,-2 0 0,-2 0 0,0 0 0,-2 1 0,-2 0 0,2 39-1,-7-26 7,-2 0 0,-2-1-1,-2 0 1,-22 77-1,-76 160 67,53-170-88,23-52 39,-34 102 1,62-156-36,-2 4-1,1 1 0,0 0 0,0 0 0,-1 15 0,3-22-2,0 0 0,0 1 1,1-1-1,-1 0 0,0 0 0,1 0 1,-1 0-1,1 0 0,0 0 0,-1 0 0,1 0 1,0 0-1,0-1 0,0 1 0,1 0 1,-1 0-1,0-1 0,1 1 0,-1-1 1,1 1-1,-1-1 0,1 0 0,0 1 0,-1-1 1,1 0-1,4 1 0,1 1-5,1-1 1,0 0-1,1 0 0,-1-1 0,0 0 0,0 0 0,1-1 0,-1 0 1,13-3-1,78-16-336,-85 15 245,324-107-4516,-140 41-2037,-21 15-2513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22 14113,'-5'-4'654,"4"3"-384,0 0 0,0 0-1,-1 0 1,1-1 0,0 1-1,0 0 1,0-1-1,0 1 1,1 0 0,-1-1-1,-1-2 1,-19 14 3740,18-8-3709,0 0 0,0 0 1,0 0-1,1 0 0,-1 1 0,1 0 1,-1-1-1,1 1 0,0 0 0,0 0 1,0 0-1,1 0 0,-1 1 0,1-1 1,-1 0-1,1 1 0,0-1 1,1 1-1,-1-1 0,0 6 0,-1 6 152,1 0 0,1-1-1,2 23 1,0-18-209,1-1 0,1 0 1,0 0-1,1-1 0,2 0 0,-1 1 0,2-2 0,13 24 0,-7-19-156,1 0 0,1-1 0,0-1 0,2 0 0,29 24 0,-9-14-106,1-2 0,2-1 0,0-3 0,2-1 0,89 32 0,-82-37-1,0-3 0,1-2 1,1-2-1,0-2 0,0-3 0,66-2 0,-82-4-47,1-1-1,-1-3 1,1 0-1,-1-3 1,-1-1 0,0-1-1,0-2 1,-1-2-1,57-31 1,-72 32 36,0 0 0,-2-1 0,0-1 0,0-1 0,-2 0 0,0-1 0,-1-1 0,0 0 0,13-25-1,-11 14 213,-1-1 0,-2 0 0,0-1 0,-2 0 0,11-55 0,-10 45-177,-12 41-5,0 0 0,0-1 0,0 1 0,0 0 0,0 0 0,0 0 0,0-1 0,0 1 0,0 0 0,0 0 0,0 0 0,0-1 0,0 1 0,0 0 0,0 0 0,0 0 0,0 0 0,0-1 0,0 1 0,1 0 0,-1 0 0,0 0 0,0 0 0,0-1 0,0 1 0,0 0 0,1 0 0,-1 0 0,0 0 0,0 0 0,0 0 0,0 0 0,1 0 0,-1-1 0,0 1 0,0 0 0,0 0 0,1 0 0,-1 0 0,0 0 0,0 0 0,0 0 0,1 0 0,-1 0 0,0 0 0,0 0 0,0 0 0,1 0 0,-1 1 0,4 11 0,-1 21 0,-3-33 0,-3 151 0,-1-36 0,4-19-25,7 224-313,-4-283-388,21 211-5919,8-85-3164,-2-60-2431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213 206 10817,'0'0'10160,"0"5"-8496,-2 25-474,1-1-1,1 0 1,8 49 0,25 92 938,-10-57-1266,-14-64-672,3 1-1,2-2 1,2 0 0,2 0-1,2-2 1,47 78 0,-50-99-143,1 0 0,1-1 0,1-1 0,1-1 0,29 24 0,-33-32-39,2 0-1,0-2 1,0 0 0,1-2 0,0 0 0,1-1-1,38 11 1,-45-17-4,-1 0-1,1-1 0,0-1 1,0 0-1,-1 0 0,1-2 1,0 0-1,0 0 0,0-1 1,-1-1-1,1 0 0,-1-1 1,0-1-1,0 0 0,0-1 1,-1 0-1,0 0 0,16-13 1,-12 7-7,0 0 0,-1-2-1,-1 0 1,0-1 0,-1 0 0,-1-1 0,0 0 0,-1-1 0,-1-1 0,0 1 0,14-39 0,-16 27 7,0 0 0,-2-1 0,-1 1 0,-2-1 0,0-1 0,-3 1 0,0 0 0,-2 0 0,-1 0 0,-9-40 0,2 27-9,-2 1 1,-1 0-1,-3 1 0,-1 0 1,-2 1-1,-35-55 1,35 67-52,-2 0-1,0 1 1,-2 1 0,-1 2 0,-1 0-1,-1 1 1,-1 2 0,-1 0 0,-1 2 0,-35-17-1,35 22-434,0 2 1,0 1-1,-1 1 0,-1 2 0,1 1 0,-1 2 0,0 0 1,-1 2-1,1 2 0,-1 1 0,-40 5 0,35 0-1698,0 2 0,0 2-1,0 1 1,-62 28-1,-19 20-9471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 49 7549,'0'-1'88,"1"0"0,-1 0 0,1 1 1,-1-1-1,0 0 0,1 0 0,-1 0 0,0 1 1,0-1-1,0 0 0,0 0 0,1 0 0,-1 0 1,0 0-1,0 1 0,-1-1 0,1 0 0,0 0 1,0 0-1,0 0 0,0 0 0,-1 1 0,1-1 1,0 0-1,-1 0 0,1 0 0,-1 1 0,1-1 1,-1 0-1,1 1 0,-1-1 0,0 0 0,1 1 1,-2-1-1,-4-8 2216,3-2 3793,-9 23-3997,8-2-1758,0-1-1,1 0 0,0 1 0,1 0 1,0-1-1,0 1 0,1 0 1,0 0-1,1 15 0,-1-4 132,2 29 212,2 0-1,2 0 1,2-1 0,15 53-1,-4-15-77,248 1339 3060,-72-464-3624,-175-870-39,236 833-1684,77-28-8718,-268-744 3687,-3-19-4283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0 106 6741,'14'-26'2436,"-11"18"-1641,1 0 1,0 0-1,1 1 1,0-1-1,0 1 1,1 0 0,-1 0-1,9-6 1,-13 12-674,0 0 0,0 0-1,0 1 1,0-1 0,1 1 0,-1-1 0,0 1 0,0 0-1,1-1 1,-1 1 0,0 0 0,0 0 0,1 0 0,-1 0-1,0 0 1,3 0 0,3 1 240,4-1-104,-1 0 1,1 1 0,-1 0-1,0 1 1,1 0-1,-1 1 1,0 0-1,0 0 1,-1 1 0,1 1-1,-1-1 1,0 2-1,0-1 1,0 1 0,-1 0-1,0 1 1,13 14-1,6 9 502,-2 1 0,-1 2-1,27 47 1,-48-75-701,32 53 788,-2 1-1,-2 2 1,43 127 0,-26-9-93,-8 1 0,-8 2 1,14 296-1,-46 560-1056,-4-868 445,-6 790-479,63-3-5341,-45-887 4775,28 233-3973,-1-102-2473,6-35-3297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683 3582 5781,'-274'99'6705,"129"-47"-3697,-55 23-473,193-71-2472,3-3 35,0 0 0,1 0 0,-1 1 0,1 0 0,0-1 0,-1 1 0,1 1 0,0-1 0,0 0 0,1 1 0,-1-1 0,0 1 0,1 0 0,-1 0 0,1 0 0,0 0 0,-2 4 0,4-6-79,0-1-1,-1 0 1,1 1-1,0-1 0,0 0 1,0 1-1,0-1 0,-1 1 1,1-1-1,0 0 1,0 1-1,0-1 0,0 1 1,0-1-1,0 0 0,0 1 1,0-1-1,0 1 1,0-1-1,0 1 0,0-1 1,1 0-1,-1 1 0,0-1 1,0 1-1,0-1 1,0 0-1,1 1 0,-1-1 1,0 0-1,0 1 0,1-1 1,-1 0-1,0 1 1,1-1-1,-1 0 0,0 0 1,1 1-1,-1-1 0,0 0 1,1 0-1,-1 0 1,1 0-1,0 1 0,28 0 299,-16-2-162,49-4 277,-1-2 0,108-27 0,-48 7-128,1191-245 1423,2111-497-220,1384-457-1270,-4019 1022-225,504-134-90,-13-25-312,-899 242 172,-272 85 95,335-115-356,-22-21-1512,-375 150 413,-2-1 0,48-33 0,-89 54 1092,-1 1-1,0-1 1,0 1 0,1-1 0,-1 0-1,-1 0 1,1 0 0,0 0 0,0 0-1,-1 0 1,3-4 0,-4 5-9,0 0 0,0 0 0,0 0 0,0 0 0,-1 0 0,1-1 0,0 1 0,0 0 0,-1 0 0,1 0-1,-1 0 1,1 0 0,-1 0 0,1 1 0,-1-1 0,0 0 0,1 0 0,-2-1 0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262 593 9509,'-19'-5'41,"-12"-3"2273,-56-24 1,80 29-1871,0 0 1,0-1-1,0 0 1,0 0-1,1-1 1,0 1-1,0-1 1,0-1-1,1 1 1,-1-1-1,1 0 1,0-1-1,-5-8 1,4 3 31,1 0-1,0 0 1,1 0 0,0-1-1,1 1 1,0-1 0,1 0-1,-1-24 1,4 27-328,0 0-1,0 0 1,1-1-1,0 1 1,1 0 0,0 1-1,0-1 1,1 0 0,1 1-1,-1 0 1,1 0 0,7-8-1,0 0-49,1 1 0,1 1 0,0 0-1,2 1 1,-1 0 0,1 1 0,1 1-1,0 1 1,1 0 0,0 2-1,1 0 1,0 0 0,0 2 0,1 1-1,0 0 1,37-5 0,-36 8-67,1 1 0,0 1 1,0 1-1,-1 1 0,1 1 0,0 1 1,-1 1-1,0 1 0,0 0 0,0 2 1,-1 0-1,0 2 0,0 0 0,-1 1 1,35 24-1,-34-18-11,0 1 1,-2 1-1,0 0 0,-1 1 1,0 1-1,-2 1 0,0 0 1,-2 1-1,18 38 0,-18-28-6,-1-1-1,-2 2 0,-1 0 0,-2 0 1,-1 0-1,3 63 0,-9-46 11,-2 0-1,-3 0 1,-1 0-1,-3-1 1,-21 68 0,23-93-13,-20 69 99,-55 128 1,-50 52 328,79-168-245,38-74-50,2-1 0,-12 39-1,24-65-116,0 0 0,0 1 0,0-1-1,1 1 1,-1-1 0,1 1 0,0 0-1,0-1 1,1 1 0,1 7 0,-1-10-20,0 0 0,-1 0 0,1-1 1,0 1-1,0 0 0,0-1 0,0 1 0,1-1 1,-1 1-1,0-1 0,1 1 0,-1-1 0,0 0 1,1 0-1,0 0 0,-1 0 0,1 0 0,0 0 0,-1 0 1,1-1-1,0 1 0,0-1 0,0 1 0,0-1 1,0 1-1,-1-1 0,4 0 0,12-1-20,-1 0 0,0-1-1,0-1 1,0 0 0,29-11-1,-22 8-65,102-35-2031,182-85 1,108-85-6173,-274 137 3678,61-33-6142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29 9653,'0'0'1668,"-7"-16"-368,3 3 800,1 32-8120,-1 4 303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74 15049,'0'0'2913,"-15"-10"-377,1 4 4184,7-10-5871,0 0-165,18 3-2329,-1 0-3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 6701,'7'-32'1012,"11"22"-324,-4 1-1188,-3-1-1780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58 494 13265,'-47'-30'1966,"46"27"-1851,-1 1 0,1 0-1,0-1 1,0 1 0,0-1-1,0 1 1,0-1 0,1 0-1,-1 1 1,1-1 0,0 1-1,0-1 1,0 0 0,0 0-1,0 1 1,0-1 0,1 0-1,-1 1 1,1-1-1,0 1 1,0-1 0,1-2-1,0-4 226,4-12 68,0-1-1,2 1 1,0 1-1,1-1 1,2 1-1,0 1 1,0 0-1,2 0 1,0 2 0,2-1-1,0 2 1,0 0-1,2 1 1,0 0-1,0 1 1,1 1-1,29-15 1,-26 18-314,1 1 1,0 1-1,0 1 1,1 0-1,0 2 1,0 1-1,33-2 1,-45 5-71,1 0 1,0 0-1,-1 1 1,1 1-1,0 0 1,-1 1-1,1 0 1,-1 0-1,1 1 1,-1 1-1,0 0 1,-1 0-1,1 1 1,-1 1-1,1 0 1,-2 0-1,1 1 1,-1 0-1,0 0 1,0 1-1,-1 1 1,0-1-1,13 20 1,-11-10 10,0 0 0,-1 0-1,-1 1 1,-1 0 0,-1 1 0,0 0 0,-2 0 0,0 0 0,-1 0 0,-1 0-1,-1 1 1,-2 25 0,-6 22 213,-3-1-1,-4 0 1,-22 67-1,28-102-147,-66 199 616,-14 54 89,84-268-759,-1 3 44,-4 36 0,8-50-75,1-1 0,0 0 0,0 1-1,0-1 1,1 0 0,0 0 0,0 1-1,0-1 1,0 0 0,1 0 0,4 9-1,-5-12-14,1 0 0,-1-1 0,0 1 0,0-1 0,1 1 0,-1-1 0,0 0 0,1 0 0,-1 1 0,1-1 0,0 0 0,-1 0 0,1 0 0,0-1 0,0 1 0,0 0 0,-1-1 0,1 1 0,0-1 0,3 1 0,1-1-36,0 0 0,0 0 0,0-1 0,0 0 0,-1 0 0,7-2 0,15-5-416,-1-1 0,0-2-1,39-21 1,73-53-2132,85-73-5612,-185 130 5680,103-76-9498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359 0 9737,'-39'3'3316,"35"-3"-1768,-24 22 2500,18-7-3425,1 1 0,1 0 0,0 1-1,1 0 1,1 0 0,-5 18 0,-1 3 318,-6 22 295,2 1 1,3 0-1,-8 98 1,16 190 1573,6-325-2707,1 0-1,1 1 1,1-1-1,1 0 0,1-1 1,1 1-1,1-1 1,2-1-1,12 24 1,-14-33-101,0 0 0,1 0 1,1-1-1,0-1 0,1 0 0,0 0 1,0-1-1,1 0 0,1-1 0,0 0 1,0-1-1,0 0 0,1-2 0,0 1 1,21 5-1,-8-4-2,1-3 0,0 0 0,-1-1 0,1-2 0,0-1 0,1-1 0,-1-1 0,0-2 0,-1-1 0,36-9 0,-12-1 0,-1-2 0,0-3 0,-1-1 0,70-41 0,-88 43 0,-1-2 0,-1-1 0,0-1 0,-2-1 0,-1-2 0,0-1 0,-2 0 0,35-52 0,-46 58 0,-1 0 0,-1-1 0,-1 0 0,-1 0 0,-1-1 0,-1 0 0,0 0 0,-2-1 0,-1 0 0,-1 0 0,0 0 0,-2 0 0,-1-1 0,-4-32 0,1 36 0,0 0 0,-2 1 0,-1-1 0,0 1 0,-1 0 0,-1 1 0,-1 0 0,-1 0 0,0 1 0,-1 0 0,-1 1 0,0 0 0,-22-20 0,13 17 0,0 1 0,-1 2 0,-1 0 0,0 1 0,-1 1 0,-1 2 0,0 0 0,-1 2 0,-36-11 0,15 9-68,-1 2 0,-1 2 0,0 2 0,0 3 0,0 1 0,-56 6 0,64 0-762,1 1 0,0 2 0,0 2 0,1 2 0,0 1 0,1 2-1,-68 35 1,78-31-1087,2 0 0,0 1-1,1 2 1,1 0-1,-28 34 1,-26 36-9245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9833,'33'71'3801,"73"112"1,-47-85-1662,274 526 5037,-76 21-4465,-55 20-1480,-110-349-779,-22-89-958,143 317-1,-181-480-674,2-1 1,70 97-1,-80-129-291,2-1 0,38 35 0,-45-48-277,1-1 0,0-1-1,2-1 1,32 17 0,40 7-8714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64 109 10429,'-7'-5'374,"4"3"-158,0-1 1,0 1 0,0 0-1,0-1 1,1 0 0,-1 1-1,1-1 1,0 0 0,0 0-1,0 0 1,0-1 0,0 1-1,1 0 1,-2-6 0,-12-34 4804,10 30-2816,9 30-115,8 15-1116,1-2-1,1 1 1,34 50 0,6 14 225,133 318 1737,-25 12-1651,114 458-1202,-194-580-539,61 227-1670,-63-243 30,32 82-4190,-63-212-728,-3-13-4791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 2210 5489,'-7'5'463,"1"-1"1,-1 2 0,1-1 0,-1 1 0,1 0-1,1 0 1,-1 0 0,1 1 0,1 0 0,-1 0-1,1 0 1,0 1 0,1-1 0,-1 1 0,2 0-1,-3 10 1,5-15-337,0 1 0,0 0 0,0-1 0,1 1 0,0-1 0,-1 1 0,1 0 0,1-1 0,-1 0 0,0 1 0,1-1 0,0 0 0,0 0 0,0 0 0,0 0 0,0 0 0,0 0 0,1-1 0,0 1 0,-1-1 0,1 1 0,0-1 0,5 3 0,2 0 147,-1 1 0,1-2 1,1 1-1,-1-2 0,0 1 1,20 3-1,6-2 93,-1-2 1,1-1-1,0-1 1,64-9-1,148-38 495,442-141 220,-9-34-674,-346 110-254,-331 110-153,4159-1388-765,-2795 938-5325,-1287 424 3973,-43 16-2069,-36 11 3718,-1 0 1,0 0-1,1 1 1,-1-1-1,1 0 1,-1 1-1,0-1 1,1 1-1,-1 0 1,0 0-1,1-1 1,-1 1-1,1 1 1,-2-2 450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5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105 389 8753,'-57'-22'1999,"55"20"-1790,0 0 0,0 0 0,0 0 0,0 0 0,1-1 0,-1 1 1,1-1-1,-1 1 0,1-1 0,0 1 0,0-1 0,0 0 0,0 1 1,0-1-1,1 0 0,-1-4 0,-5-12 803,3 12-824,0-1-1,0 1 0,1-1 0,0 0 0,0 0 1,0 0-1,1 0 0,1 0 0,-1 0 0,1 0 1,1 0-1,-1 0 0,1-1 0,1 1 0,-1 0 1,2 1-1,-1-1 0,1 0 0,0 1 1,0-1-1,1 1 0,0 0 0,1 0 0,-1 0 1,1 1-1,11-12 0,-7 10-128,-1 0 0,1 0-1,1 1 1,-1 0 0,1 1 0,0 0 0,1 0-1,0 1 1,0 1 0,0 0 0,0 0 0,0 1-1,1 0 1,-1 1 0,1 1 0,0-1 0,0 2-1,14 0 1,-9 3-21,0 0-1,0 1 0,0 0 0,-1 2 1,1 0-1,-1 1 0,-1 0 0,1 1 0,-1 1 1,-1 0-1,1 2 0,-2-1 0,1 1 1,-2 1-1,1 1 0,-2 0 0,17 23 1,-6-4 40,-3 0 0,0 1 0,-2 1 1,-2 1-1,-1 0 0,-2 1 0,9 42 0,24 200 272,-2-13 91,-41-255-403,0-1 0,1 1 1,1 0-1,0-1 0,0 0 0,0 0 0,1 0 0,1 0 0,11 13 0,-12-16-17,1-1-1,0 0 1,0 0-1,0 0 1,1-1-1,-1 0 1,1 0-1,0-1 1,0 0-1,1 0 1,-1 0-1,1-1 1,9 1-1,6 0-26,-1 0 0,1-2-1,0-1 1,0-1-1,0-1 1,39-8 0,138-46-868,-162 44 577,387-140-7463,-346 121 5533,154-59-7833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0 8585,'0'0'5920,"-3"1"-4126,-33 8 8043,37-5-8201,62 171 3354,-6-19-4985,-16-10-1,-19-60-180,35 82 0,-28-92-1519,9 21-3161,-8-39-2521,15 6-8130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320 486 5028,'-29'13'9462,"32"-19"-10049,6 0 3893,-2-1 2388,-7 7-5606,0-1 1,0 1 0,-1-1 0,1 1 0,0-1-1,0 1 1,0-1 0,-1 1 0,1 0-1,0-1 1,-1 1 0,1-1 0,0 1-1,-1-1 1,1 1 0,0 0 0,-1-1-1,1 1 1,-1 0 0,1 0 0,-1-1-1,1 1 1,-2 0 0,1-1-71,1 0 0,-1 1 0,0-1 1,0 0-1,0 0 0,1 0 0,-1 0 0,0 1 0,1-1 0,-1 0 1,1 0-1,-1 0 0,1 0 0,-1-1 0,1 1 0,0 0 0,-1 0 1,1 0-1,0 0 0,0 0 0,0 0 0,0 0 0,0 0 0,0-1 1,0 1-1,0 0 0,1 0 0,-1 0 0,0 0 0,1 0 0,-1 0 1,1-1-1,0-4 10,0 4 664,-5-4-488,-13-15 249,13 16-12,1 4-387,0 0 0,0-1 0,0 1 0,0-1 0,0 1 0,0-1 0,-4-3 0,3 2 16,1 2 31,1-3 7,1 1-1,-1 0 0,0 0 1,0 0-1,0 0 0,0 0 1,-1 0-1,1 1 0,-1-1 1,1 1-1,-1-1 0,0 1 1,0 0-1,-6-3 0,7 4 595,-4 18-135,4-8-426,1 0 0,1 0 0,0 0 1,0 0-1,1 0 0,0-1 0,0 1 1,6 17-1,-2-2 54,5 35 24,31 141-47,-31-167-177,0 0-1,2-1 0,32 59 1,-28-63 5,2-2 0,0 0 0,2-1 0,1 0 0,1-2 0,0-1 0,2 0 0,1-2 0,0-1 0,42 24 0,-45-32 0,0 0 0,0-1 0,1-2 0,0 0 0,1-1 0,-1-2 0,1 0 0,0-2 0,1 0 0,-1-2 0,0 0 0,1-2 0,-1-1 0,34-6 0,-37 3 0,-1-1 0,0-1 0,0 0 0,-1-1 0,0-2 0,0 0 0,-1 0 0,-1-2 0,0 0 0,0-1 0,-1-1 0,-1 0 0,0-2 0,-1 1 0,15-23 0,-15 18 0,-2-1 0,0-1 0,-1 1 0,-1-2 0,-1 0 0,-1 0 0,-1 0 0,-1-1 0,-2 0 0,0 0 0,-1 0 0,-1-1 0,-2-24 0,-2 16 0,-2 0 0,-1 1 0,-1-1 0,-2 1 0,-1 0 0,-2 1 0,0 0 0,-3 1 0,0 0 0,-28-40 0,25 45 0,-1 1 0,-1 1 0,-1 0 0,-1 2 0,-1 0 0,-1 2 0,-1 0 0,0 2 0,-2 0 0,0 2 0,-48-21 0,35 21-36,-1 2-1,-1 2 1,0 1-1,-1 3 1,0 1 0,0 1-1,-46 3 1,52 3-803,0 1-1,0 2 1,0 2 0,1 1 0,0 2 0,0 1 0,1 2 0,-54 26 0,71-28-342,2 0 1,-1 1 0,1 1-1,1 0 1,0 0 0,1 2-1,1 0 1,-15 20 0,-31 48-10137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16847 4804,'-3'-13'1915,"3"11"-792,0 0 1,0 1-1,0-1 0,0 0 1,0 0-1,0 0 1,1 1-1,-1-1 0,1 0 1,-1 0-1,2-1 0,1-3 80,1-1-3745,-2 4 2732,-23-60 3237,24 64-3352,18 6 64,4 3 44,0-2 0,40 8 0,-43-13-151,1-1 0,0-1 0,43-3 0,-38-1-50,-21 2 35,0 0-1,0 0 1,-1 0 0,1 1 0,0 1 0,0-1 0,12 3 0,-11-1-14,1-1 0,-1 0 0,0 0 0,0-1 0,9-1 0,14 2 37,-7 2 53,0-1 0,1-1 0,-1-2 0,0 0 0,1-1-1,-1-1 1,0-2 0,-1 0 0,30-11 0,539-171 205,-319 120-287,20-7 12,150-78 1289,-317 93-607,-2-6-1,124-87 1,-139 84-280,37-14-54,-47 29-80,1-2 0,151-92 507,-203 115-436,-1-2 0,84-81 0,-113 97-265,19-18 194,-2-1 0,-2-2 0,43-64 1,-37 40-278,32-56-15,53-126 1,234-418 0,127-160 0,-351 569 0,134-356 0,-219 465 0,-7-2 0,-6-2 0,17-155 0,-2-461 0,-70 291 0,-32 0 0,-124-463 0,96 614 0,-14 3 0,-14 5 0,-181-371 0,-16 77 0,-43 21 0,-23 78 0,-24 19 0,283 356 0,-126-168 0,-380-641 0,67-68 0,422 734 0,76 161 0,-133-328 0,44 98 0,91 225 0,7-2 0,-31-139 0,60 196 0,8 30 0,-24-71 0,19 73 0,-8-40 0,13 43 0,-2 1 0,-23-57 0,-142-347 0,170 427 0,-36-84 0,27 57 0,-6 5-118,17 30-32,0 1 1,0 0 0,0-1-1,0 1 1,0 0-1,0 0 1,0 0-1,1 0 1,-1 0-1,0 0 1,1 0-1,-1 0 1,0 1-1,-2 6-709,0 0-1,0 0 1,1 1-1,0-1 1,1 0-1,0 1 1,0 0-1,1-1 1,0 1-1,0-1 1,1 1 0,3 11-1,-4-17 419,0 0-1,0 0 1,0 0-1,-1 0 1,1 0-1,0 0 1,-1 0-1,0-1 1,0 1-1,0 0 1,0 0 0,0-1-1,-1 1 1,1-1-1,-3 4 1,-2 4-2315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139 48 5533,'-23'0'2932,"-36"-6"1,55 5-2369,0-1 0,0 0 0,0 0 0,0 0 0,0-1 0,0 1 0,1-1 0,0 0 0,-1 0 0,-4-6 0,-1 1 329,8 6-113,3 33-663,2 0 0,2 0 0,1-1 0,1 0 0,13 31-1,-1 0-1188,9 46-2130,-1-7-3653,-12-52 992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05.6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52 263 9009,'-33'-91'1810,"29"80"-1208,2 0 0,0 0 0,0 0-1,0-15 1,-2-10 1410,3 34-1895,1 0 1,-1 0-1,1 0 1,0 1-1,0-1 0,0 0 1,0 0-1,0 0 0,0 0 1,1 0-1,-1 0 0,1 0 1,-1 0-1,1 1 0,0-1 1,0 0-1,0 0 1,0 1-1,0-1 0,2-2 1,-1 2-11,1 0-1,-1 0 1,1 0 0,-1 0 0,1 0 0,0 1 0,0-1 0,0 1 0,0 0 0,0 0 0,5-1 0,4 0 96,0 1 1,0 0 0,0 0 0,1 1 0,18 3 0,12 4 232,0 2 0,76 27 0,82 45 26,-142-55-368,-42-19-141,352 155-1863,-127-41-6547,-121-52-820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19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37 446 9173,'-7'-12'4120,"3"7"-3134,1 0 1,-1 1 0,1-1-1,1-1 1,-1 1 0,1 0-1,0-1 1,-2-7 0,2 6-696,2 0 1,-1 1 0,1-1-1,0 1 1,1-1-1,-1 0 1,1 1 0,1-1-1,-1 1 1,1-1 0,5-11-1,0 3 4,0 1 0,1 0 0,1 0 0,0 1-1,1 0 1,0 1 0,1 0 0,20-17 0,-5 8 33,1 0 1,1 1-1,33-16 0,-44 26-243,1 2-1,1 0 1,0 1-1,0 1 1,21-4-1,-31 9-66,-1-1 1,1 1-1,0 0 0,0 1 0,-1 0 0,1 0 1,0 1-1,0 0 0,-1 1 0,1 0 1,-1 0-1,1 1 0,10 5 0,-15-6-10,-1 1-1,1 0 0,0 0 1,-1 0-1,0 0 0,0 1 0,0-1 1,0 1-1,0 0 0,-1 0 1,0 0-1,1 0 0,-1 0 1,-1 0-1,1 1 0,-1-1 0,0 1 1,0-1-1,0 1 0,0-1 1,-1 1-1,0 7 0,0 4 5,-1 1 1,-1-1-1,0 1 0,-8 27 0,-12 17-2,-2-1 0,-51 93-1,51-108 5,-38 68-10,39-75-34,3 0 1,-26 66-1,46-101 31,-1 0-1,1-1 1,0 1-1,0 0 1,0-1-1,0 1 1,0 0-1,1 0 1,-1-1-1,1 1 1,0-1-1,-1 1 1,1-1-1,1 1 1,-1-1-1,0 1 1,0-1-1,1 0 1,0 1-1,-1-1 1,1 0 0,0 0-1,0-1 1,0 1-1,0 0 1,3 2-1,6 4-18,0 0 0,1-1-1,-1-1 1,15 7 0,13 4 19,-1-1-135,70 41 0,-99-51 97,1 1 0,-1 0 0,-1 0 0,1 0-1,-1 1 1,-1 1 0,1-1 0,-1 1 0,-1 1 0,0-1 0,0 1 0,4 10-1,-8-14 29,0 0-1,-1-1 0,0 1 1,0 0-1,-1 0 0,0 0 1,0 0-1,0 0 0,-1 0 0,1 0 1,-1 0-1,-1 0 0,1 0 1,-1-1-1,0 1 0,0-1 1,-1 1-1,0-1 0,-6 10 0,0-2-1,0-1-1,0-1 1,-1 0-1,-1 0 0,0-1 1,-23 17-1,-8-2-55,-1-1 0,0-3 0,-2-1 0,0-3 0,-2-1 0,-86 16 0,128-30-921,18-23-1886,-5 12 1812,0 1 1,0 0-1,1 0 0,18-12 1,11-9-5268,4-6-4205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19.9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477 50 12265,'-24'-19'2242,"19"15"-73,-22-22 3489,23 26-5374,0 0 0,-1 0 0,1 0 0,0 0 0,0 0 0,0 1 0,0 0 0,-1 0 0,1 0 1,-7 3-1,-41 20 1460,45-21-1564,-5 4 104,1 0 0,0 1 0,0 0 0,1 0 0,0 1 0,1 0 1,-1 1-1,2 0 0,0 1 0,-10 16 0,-3 8 163,3 0-1,-15 40 1,23-52-368,1 0 0,2 1 1,0 0-1,2 0 0,0 0 1,2 1-1,1 0 0,1-1 1,0 1-1,5 32 0,3-15-63,2 0-1,16 48 1,26 44-16,-30-84 0,26 97 0,-45-136-79,0 0-1,-1-1 1,0 1 0,-1 0-1,0 0 1,0 0 0,-1 0-1,-1-1 1,0 1 0,-1 0 0,0-1-1,0 1 1,-1-1 0,0 0-1,-1 0 1,0-1 0,-1 0-1,0 1 1,0-2 0,-1 1-1,0-1 1,-1 0 0,1 0-1,-1-1 1,-10 7 0,2-4-1429,0 0 0,-1 0 0,-22 8 0,38-18 1442,-1 1-584,0-1 1,-1 0-1,1 0 1,-1 0-1,1 0 0,-1-1 1,1 1-1,0-1 1,-1 1-1,1-1 1,0 0-1,0 0 0,-1 0 1,1 0-1,0 0 1,0-1-1,-4-2 1,6 3 28,0 0 0,0 0 1,0-1-1,0 1 0,0 0 1,1 0-1,-1 0 0,0 0 1,0-1-1,1 1 0,-1 0 1,1 0-1,-1 0 1,1 0-1,0-2 0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0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77 11061,'85'-44'1680,"-57"31"-188,1 3-224,10 4-295,-4 3-177,8 3-184,24 6-272,-10 4-692,7-1-772,-1 1-905,8 3-2211,7 15-3253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67 12161,'11'-13'4164,"6"4"-2635,4-1-361,4 4-284,0-1-84,3 4-520,1-3-520,3 0-556,3-1-604,1 10-428,3 4-697,-18 5-1559,14 14-3045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0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0 185 11677,'0'0'5721,"25"-3"-3917,7 0-272,0-7-336,28-6-240,-3 0-348,13 0-616,8-3-392,7 0-668,8-7-1072,2 1 68,8 9-3221,0 0-4236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6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298 66 14633,'-17'-48'3024,"8"36"698,-4 9-2863,10 3-217,1-1-150,-1 1 0,0 0 0,0-1 0,0 1 0,0 0 0,0 0 0,1 0 0,-1 1 0,0-1 0,0 1 0,0 0 0,0 0 0,-4 1 0,3 1-162,0-1-1,-1 1 1,1 0 0,0 0-1,0 0 1,1 0-1,-5 6 1,0 0-270,0 1 1,1 1-1,1-1 0,0 1 1,-7 17-1,-12 30-60,8-20 0,-15 55 0,17-36 0,2 1 0,3 0 0,2 0 0,3 1 0,2 0 0,3 0 0,12 92 0,-9-130 0,1 0 0,1 0 0,1 0 0,0-1 0,2 1 0,0-2 0,2 1 0,0-1 0,1-1 0,22 29 0,-25-37 0,0-1 0,1 0 0,0 0 0,0-1 0,1-1 0,1 1 0,-1-1 0,1-1 0,0 0 0,0-1 0,1 0 0,-1 0 0,1-2 0,0 1 0,1-1 0,-1-1 0,0 0 0,1-1 0,19-1 0,-21 0 0,1-1 0,-1-1 0,1 0 0,-1-1 0,0 0 0,1-1 0,-2 0 0,1 0 0,0-1 0,-1-1 0,0 0 0,0 0 0,-1-1 0,1 0 0,-2-1 0,1 0 0,-1 0 0,0-1 0,-1 0 0,0 0 0,0-1 0,-1 0 0,0 0 0,-1 0 0,0-1 0,-1 0 0,4-14 0,3-22 0,-2 0 0,-2 0 0,-2-1 0,-2 0 0,-5-68 0,-4 53 0,-2 1 0,-3 0 0,-31-100 0,33 133 0,-2 0 0,-1 1 0,-2 0 0,-31-49 0,37 65 0,0 1 0,-1 1 0,0-1 0,-1 1 0,0 1 0,-1 0 0,0 1 0,0 0 0,-1 0 0,0 1 0,0 1 0,-26-10 0,35 15-45,-1 0 0,1 0 1,-1 1-1,0-1 0,0 1 0,1 0 0,-1 0 1,0 1-1,0-1 0,1 1 0,-1 0 1,0 0-1,1 0 0,-1 0 0,1 1 0,-1-1 1,1 1-1,0 0 0,0 0 0,0 0 0,-3 3 1,0 0-600,0 1 1,0-1-1,1 1 0,0 0 1,0 1-1,1-1 1,-1 1-1,-5 13 1,8-15-78,0 1 0,1-1 0,-1 0 0,1 1 0,-1 8 0,3 33-5394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6.5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242 32 14745,'-2'-3'539,"-1"0"-1,0 0 0,1 0 0,-1 0 1,0 1-1,0-1 0,0 1 0,-1 0 0,1 0 1,-11-4 6915,4 18-3942,8-11-3407,1 0-1,-1 0 1,1 1-1,0-1 1,-1 0-1,1 0 0,0 1 1,0-1-1,0 1 1,0 0-1,-1 1 1,0 7 0,1 1 0,0-1 0,0 17 0,-1 14-106,-34 135 1,0 7 0,29-118 0,2 1 0,3 0 0,11 112 0,-7-164 0,0-1 0,1 0 0,1 1 0,0-2 0,0 1 0,1 0 0,1-1 0,0 0 0,1 0 0,0-1 0,1 1 0,12 12 0,-15-19 0,0 1 0,1-1 0,-1 0 0,1-1 0,1 0 0,-1 0 0,1 0 0,-1-1 0,1 1 0,0-2 0,0 1 0,0-1 0,0 0 0,1-1 0,-1 1 0,1-1 0,-1-1 0,1 0 0,-1 0 0,1 0 0,-1-1 0,1 0 0,10-3 0,-5 0 0,1-1 0,0-1 0,-1 0 0,0-1 0,0 0 0,-1-1 0,0 0 0,-1-1 0,1-1 0,-2 0 0,1 0 0,-1-1 0,-1 0 0,0 0 0,10-19 0,1-4 0,-1-2 0,-3 1 0,0-2 0,15-57 0,-22 59 0,0 0 0,-3-1 0,-1 1 0,-1-1 0,-2-1 0,-5-61 0,1 79 0,-1-1 0,-1 1 0,-1-1 0,-1 1 0,-15-34 0,15 41 0,-1 0 0,0 0 0,-1 0 0,0 1 0,0 1 0,-2-1 0,1 2 0,-1-1 0,-15-10 0,11 10-173,-2 0 1,1 1-1,-1 1 1,-1 0-1,0 1 1,0 1-1,0 1 1,0 0-1,-1 2 1,0-1-1,0 2 1,1 1-1,-2 0 1,-24 2-1,25 1-1106,0 1-1,0 1 1,-24 7-1,25-5-937,1 1 1,0 0-1,-24 15 0,-26 25-10993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9.2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144 54 13773,'9'-37'3057,"-9"37"-3005,0 0-1,1 0 1,-1-1-1,0 1 1,0 0-1,0 0 1,0 0-1,0 0 1,0 0-1,1-1 1,-1 1-1,0 0 1,0 0-1,0 0 1,0-1 0,0 1-1,0 0 1,0 0-1,0 0 1,0-1-1,0 1 1,0 0-1,0 0 1,0 0-1,0-1 1,0 1-1,0 0 1,0 0-1,0 0 1,0-1-1,0 1 1,0 0-1,-1 0 1,1 0-1,0-1 1,0 1-1,0 0 1,0 0-1,0 0 1,0 0 0,-1 0-1,1-1 1,0 1-1,0 0 1,0 0-1,0 0 1,-1 0-1,1 0 1,0 0-1,0 0 1,0 0-1,-1 0 1,1 0-1,0 0 1,-6-2 1267,-15-3 408,6 3 5208,11 24-4336,-3 44-2336,2 104 0,3-41-266,-42 311 3,43-425 0,-23 186-1144,9-66-3059,12-108 2850,1 2-1565,1 0 0,1 1-1,6 44 1,7 1-8492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9.5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26 14949,'14'-26'16541,"-12"51"-16214,1 1 0,1-1 0,11 36 0,4 24-358,-1 53 3,-6 0-1,-11 266 1,-9-326-2298,-23 94 0,8-46-6463,1 15-7468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0.77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 58 5661,'-31'-13'12019,"29"-9"-9887,0 9-285,2 4 3045,-21 9-3375,20 0-1444,0 0 0,-1 1 0,1-1 0,0 0 0,0 0 0,0 1 0,0-1-1,0 1 1,0-1 0,0 1 0,1-1 0,-1 1 0,0 0 0,0 0 0,0-1 0,0 1 0,1 0 0,-1 0 0,0 0 0,1-1 0,-1 1 0,1 0 0,-1 0 0,1 0 0,-1 0-1,1 0 1,0 0 0,-1 0 0,1 1 0,0-1 0,0 0 0,0 0 0,0 1 0,3 43 584,-1-29-246,42 403 954,4-144-3453,-12-146-3473,-3-44-3602,-3-15-4022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1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99 45 10149,'-3'-2'2495,"-3"-2"-1233,1 0-1,-1 0 0,1-1 1,-1 1-1,1-2 0,-8-10 7704,17 18-8661,1-1-269,-1 1-1,1-1 1,0 1-1,-1 0 0,1 1 1,-1-1-1,0 1 1,0 0-1,0 0 1,0 0-1,0 0 0,-1 1 1,0-1-1,1 1 1,-1 0-1,-1 0 1,1 0-1,0 1 0,-1-1 1,0 1-1,0-1 1,0 1-1,1 8 0,-1-1-16,0-1 0,-1 1-1,0-1 1,-1 1-1,-1-1 1,1 1-1,-2-1 1,0 1 0,0-1-1,-1 0 1,-5 12-1,-7 17 13,-35 62 0,20-45 0,19-38-19,8-15-4,1 0 0,-1 0 0,1 0-1,-1 1 1,2-1 0,-1 1 0,-2 7-1,6-9 3,0 0-1,0 0 0,1-1 0,-1 1 0,1 0 0,-1-1 0,1 0 1,0 0-1,5 3 0,-3-4-71,1 0 0,0-1 0,-1 0 0,1 0 0,0 0 0,0-1 0,-1 1-1,9-4 1,12 0-420,-3 0-391,0-1 0,1 0 0,-2-2-1,23-10 1,-25 8-2805,-1 0-1,30-20 0,-13 3-7630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1.6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59 32 7161,'-2'0'166,"1"1"0,-1-1 0,1 0 0,-1 0-1,0 0 1,1-1 0,-1 1 0,1 0 0,-1-1 0,1 1 0,-1-1 0,1 1 0,0-1 0,-1 1 0,-1-2 0,3 1 7,-1 0 0,1 0 0,0 0 0,0 0-1,-1 0 1,1 0 0,0 0 0,0-1 0,0 1 0,0 0 0,1 0 0,-1 0-1,0 0 1,0 0 0,0 0 0,1 0 0,-1 0 0,1 0 0,2-6 5769,-4 10-5113,-5 9-579,0 0-1,1 0 1,1 1 0,0 0 0,1 0-1,0 0 1,1 0 0,1 0 0,0 1-1,1-1 1,0 0 0,1 0 0,0 1 0,1-1-1,0 0 1,2 0 0,5 16 0,-7-25-233,0 1 0,0-1 0,1 0 0,-1 0 0,1 0 0,0 0 0,0 0 0,1-1 0,-1 1 0,1-1 0,0 0 0,0 0 0,0 0 0,0-1 1,0 1-1,1-1 0,-1 0 0,1 0 0,-1-1 0,1 1 0,0-1 0,0 0 0,9 1 0,-7-2-4,0 0-1,0-1 1,0 1-1,0-2 1,0 1-1,-1-1 1,1 1-1,0-2 1,-1 1 0,1-1-1,-1 0 1,0-1-1,0 1 1,0-1-1,0 0 1,5-6-1,-5 5 11,0-1 0,-1 0 0,0 0 0,0-1 0,-1 1-1,0-1 1,0 0 0,0 0 0,-1-1 0,0 1 0,3-14 0,-5 17-23,0-1 0,0 1 0,-1-1 0,1 0 1,-1 1-1,0-1 0,0 1 0,-1-1 0,0 1 1,1-1-1,-1 1 0,-1-1 0,1 1 0,-1 0 1,0-1-1,1 1 0,-2 0 0,1 0 0,-1 0 1,1 1-1,-5-6 0,4 7-95,1 0 1,-1 1 0,0-1-1,1 0 1,-1 1-1,0 0 1,0-1-1,0 1 1,0 0-1,0 1 1,0-1-1,-1 1 1,1-1-1,0 1 1,0 0-1,-4 0 1,-57 8-5696,40-4 1133,-12 1-5575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2.3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80 8653,'-2'-1'2050,"-54"-44"10095,35 26-9973,-13 5 1605,17 54-1016,10 12-2156,-1 83 0,4-42-606,-15 99 60,-4 65-1482,12-93-3894,2-45-4205,8-26-4058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2.8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26 10589,'-25'20'6645,"25"-24"-4723,-7-37 3168,26 47-3881,-8-2-1109,0 1 1,-1 0-1,0 0 1,0 1-1,0 0 1,-1 1-1,0 0 1,0 0-1,0 1 1,-1 0-1,0 1 1,-1 0-1,0 0 1,0 0-1,10 21 1,-11-17-80,0 0 1,0 0-1,-1 1 1,-1 0-1,0 0 1,-1 0-1,-1 0 1,0 0-1,-1 1 1,0-1-1,-1 0 1,-3 21 0,0-20-15,-1 0 0,-1-1 0,0 1 0,-1-1 0,0 0 0,-1-1 0,-1 1 0,0-2 0,-1 1 0,-11 12 0,-15 14 690,-60 52 0,80-78-305,12-10 155,5-4-568,-1 1-1,1 0 1,0-1 0,-1 1 0,1-1 0,-1 0 0,1 0 0,-1 1 0,1-1 0,-1 0-1,2-2 1,10-4-183,52-19-2402,75-18-1,-13 5-7620,-67 15-644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3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184 100 10601,'-4'-2'156,"-8"-4"514,1 0-1,0 0 1,0-1 0,0-1 0,1 1 0,-11-12 0,18 15 134,-1 1 0,0-1 1,0 1-1,0 0 0,-1 0 0,1 1 0,-1-1 0,0 1 1,1 0-1,-11-3 0,3 1 1960,12 4-2717,-1 0-1,1 0 0,-1-1 1,1 1-1,-1 0 0,1 0 0,-1 0 1,1 0-1,-1 0 0,1 0 1,-1 0-1,1 0 0,-1 0 1,1 1-1,-1-1 0,1 0 0,-1 0 1,1 0-1,-1 0 0,1 1 1,-1-1-1,1 0 0,-1 1 0,1-1 1,-1 0-1,1 1 0,0-1 1,-1 0-1,1 1 0,0-1 0,-1 1 1,1-1-1,0 1 0,-1 0 1,-5 27 887,7 42-156,0-55-589,11 159-1426,-11-161 511,-1 0-1,-1 0 1,0 0 0,-5 23 0,3-17-949,0-1 1,1 24-1,3 35-5018,0 1-4316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5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156 84 7141,'9'-5'726,"0"0"235,-2-1 3302,-13-13-790,-7-15 4385,8 22-7301,4 10 1262,-2 3-926,0 0-743,0 0 0,1 0 0,-1 1 0,0-1 0,0 1 0,1-1 0,-1 1 0,1 0 0,-1 0 0,1 0 0,0 1 0,-4 4 0,2-1 20,1 1 0,-1 0 1,1 0-1,-2 11 0,-38 138 420,12 2-4383,19-99 992,7-21-670,1 0 0,2 46 0,2 5-7620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5.6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106 42 10677,'1'-1'6227,"-12"-5"624,4 0-5177,7 5-1593,0 1 0,-1 0 0,1-1 0,0 1 0,0 0 0,-1-1 0,1 1 0,0-1 0,0 1 0,0-1 0,0 1 0,-1-1 0,1 1 0,0-1 0,0 1 0,0 0 0,0-1 0,0 1 0,0-1 0,0 1 0,0-1-1,1 1 1,-1-1 0,0 1 0,0-1 0,0 1 0,0-1 0,1 1 0,-1 0 0,0-1 0,0 1 0,1-1 0,-1 1 0,0 0 0,1-1 0,-1 1 0,1-1 0,23-8 970,-16 8-929,0 0 1,0 1-1,0-1 0,15 3 1,-15 0-101,0 0 0,0 1 0,0 0 0,-1 0 0,1 1 0,-1 0 0,0 1 0,0-1 0,0 1 1,-1 1-1,1-1 0,-1 1 0,-1 0 0,1 0 0,-1 1 0,0 0 0,-1 0 0,1 0 0,-1 0 0,-1 1 0,1-1 1,-1 1-1,-1 0 0,0 0 0,0 0 0,0 1 0,-1-1 0,0 0 0,-1 0 0,0 1 0,0-1 0,0 0 0,-4 17 1,-3 1-27,0-1 0,-2 0 1,0 0-1,-2-1 0,-1 0 1,-21 33-1,-17 8-8,-45 47 3,16-27 211,77-82-169,18-12-236,-8 3 89,156-94-5000,-57 23-1973,-52 38 999,10-4-3430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0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107 133 8837,'-1'-3'-8,"-1"-7"1148,0 0 0,0 0 0,1 0 1,0-1-1,1 1 0,1-15 0,-1 19-521,0 0-1,-1-1 1,0 1-1,-4-10 1,5 14 1271,17 37-1689,17 50-1,-22-52-146,1-1 1,33 57-1,-25-56-46,-2 1 0,-1 0 1,-2 1-1,15 45 0,-29-73-6,-1 1-1,0 0 1,0 0-1,-1 0 1,0 0-1,-1 0 1,1 0-1,-1 0 1,-1-1-1,0 1 1,0 0-1,0-1 1,-1 1-1,0-1 1,-1 0-1,1 0 1,-1 0-1,-1 0 1,1-1 0,-7 8-1,0-2-337,0 0 0,0 0 0,-1-1 1,-1 0-1,0-1 0,0 0 0,-1-1 0,-28 13 0,-49 14-7491,46-20-769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5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27 13585,'18'-27'9797,"-18"28"-9656,3 32 11690,-3-7-14516,-1 108 2730,-35 249 0,21-260-37,-8 21-29,13-100-332,2 2 1,3-1-1,1 1 1,4 65 0,0-107-610,1 0 0,-1 0 1,1 0-1,0 0 0,1 0 1,-1 0-1,1 0 0,-1 0 1,1 0-1,0-1 0,1 1 1,3 4-1,-5-6 363,25 34-14300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25.7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 88 13985,'0'-47'1998,"0"21"7065,-21 29-5254,20-3-3712,0 0 0,0 0-1,1 0 1,-1 1 0,0-1-1,0 0 1,0 1 0,0-1-1,0 0 1,0 1 0,0-1 0,1 1-1,-1-1 1,0 1 0,0-1-1,1 1 1,-1 0 0,0-1-1,1 1 1,-1 0 0,0 0-1,1 0 1,-1-1 0,1 1-1,0 0 1,-1 0 0,1 0 0,0 0-1,-1 0 1,1 0 0,0 0-1,0 0 1,0-1 0,0 1-1,0 0 1,0 0 0,0 0-1,0 0 1,0 1 0,0 0-189,-4 37 164,-17 64 0,0 7-80,9-22 8,4 1 0,5 125 0,5-183 0,1 0 0,2 0 0,1 0 0,1-1 0,2 0 0,0 0 0,3-1 0,0-1 0,1 0 0,27 40 0,-33-58 0,0-1 0,0 0 0,1-1 0,1 0 0,-1 0 0,1-1 0,0 0 0,1-1 0,0 0 0,0 0 0,0-1 0,0 0 0,1-1 0,0 0 0,12 2 0,-9-3 0,0-1 0,0 0 0,1-1 0,-1-1 0,0 0 0,1-1 0,-1-1 0,0 0 0,0-1 0,0 0 0,25-10 0,-29 8 0,0 0 0,-1-1 0,1 0 0,-1 0 0,0-1 0,-1 0 0,0-1 0,0 0 0,0 0 0,-1-1 0,-1 1 0,1-2 0,-1 1 0,-1-1 0,0 0 0,0 0 0,5-18 0,-2 2 0,-1 0 0,-1-1 0,-1 0 0,-2 0 0,-1 0 0,-1-32 0,-2 12 0,-3 1 0,-2-1 0,-2 1 0,-2 0 0,-2 1 0,-2 0 0,-29-64 0,32 85 0,-2-1 0,0 2 0,-2 0 0,0 0 0,-2 2 0,0 0 0,-1 1 0,-1 0 0,-1 2 0,-1 0 0,-1 1 0,0 2 0,-1 0 0,-30-14 0,43 24 0,-1 0 0,0 2 0,1-1 0,-1 1 0,-1 1 0,1 0 0,0 0 0,0 1 0,-20 1 0,28 0-93,1 1-1,-1 0 1,0-1 0,0 1-1,1 0 1,-1 0-1,1 0 1,-1 1 0,1-1-1,-1 1 1,1-1 0,0 1-1,-1 0 1,1 0 0,0 0-1,1 0 1,-1 0 0,0 0-1,0 1 1,1-1-1,-1 1 1,1-1 0,0 1-1,-1 3 1,0-2-482,1 1 0,0 0 0,0 0 1,0-1-1,0 1 0,1 0 0,0 0 0,0 0 0,0 0 1,1 0-1,1 9 0,15 20-7075,10 1-5251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4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234 0 10649,'0'0'5368,"2"3"-3839,-1 0-1270,0-1-1,0 1 0,0 0 1,0 0-1,-1 0 0,1 0 0,-1 0 1,0 0-1,0 0 0,0 0 1,0 0-1,0 0 0,-1-1 1,1 1-1,-1 0 0,1 0 1,-1 0-1,0 0 0,-1-1 1,1 1-1,0 0 0,-3 3 0,-87 221 3562,66-163-4763,-18 72 1,0 1-4134,16-61-557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6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36 122 12697,'-34'-33'4400,"34"32"-4216,0 0 1,-1 0 0,1 0-1,0 0 1,0-1-1,0 1 1,-1 0 0,1 0-1,0 0 1,0 0-1,1 0 1,-1 0-1,0 0 1,0 0 0,0 0-1,1 0 1,-1 0-1,1-2 1,0 1 317,0-2-320,-1 1 0,1 0 0,0 0 0,0 0 0,1 0 0,-1 0 0,1 0 0,-1 0 0,1 0 0,0 1 0,0-1 1,0 0-1,0 1 0,1 0 0,-1-1 0,1 1 0,-1 0 0,1 0 0,0 1 0,0-1 0,0 0 0,0 1 0,0 0 0,0 0 0,0 0 0,0 0 0,0 0 0,1 1 0,-1-1 0,0 1 0,4 0 0,4 0-111,-1 0-1,0 1 0,0 0 0,-1 0 1,1 1-1,0 1 0,0 0 0,-1 0 1,13 6-1,-11-3-29,-1 1-1,0 0 1,0 1 0,-1-1 0,1 2 0,-2-1-1,1 2 1,-1-1 0,-1 1 0,0 0 0,0 0-1,-1 1 1,0 0 0,5 15 0,-4-10-21,-2 1-1,0 0 1,0 0 0,-2 0-1,0 0 1,-1 1 0,-1-1-1,-1 1 1,-2 25 0,-4 10 8,-3 1 1,-2-2-1,-32 92 1,34-122-15,2 0 0,-5 30 0,12-51-24,0 1 0,0-1 0,1 1 0,-1-1-1,0 1 1,1-1 0,-1 1 0,1-1 0,0 0-1,-1 1 1,1-1 0,0 0 0,0 1 0,0-1 0,0 0-1,0 0 1,0 0 0,0 0 0,0 0 0,0 0-1,2 1 1,0-1-73,0-1-1,1 1 1,-1-1 0,0 0-1,1 0 1,-1 0 0,0 0-1,1-1 1,-1 1-1,6-3 1,39-13-957,-34 11 604,7-3-754,0-2 1,0 0 0,-1-1-1,-1-1 1,0 0 0,26-23-1,1-3-4490,3 2-3312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7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36 10373,'0'0'1731,"1"-3"-63,5-26 1049,-6 25-978,-3 27-556,2-16-1067,1 0 0,0 0 0,1 0 0,0 0 0,0-1 1,0 1-1,1 0 0,5 12 0,3 15 101,-5-16-131,1-1 1,0 0-1,1 1 0,1-2 1,1 1-1,14 20 0,-18-29-67,0-1 1,1 0-1,1 0 0,-1 0 0,1 0 1,0-1-1,0 0 0,1-1 0,0 0 1,0 0-1,0-1 0,0 1 0,1-2 1,15 5-1,-20-7-13,0 0 0,0-1 0,0 1 1,0-1-1,0 0 0,0 0 0,0-1 0,0 1 0,0-1 0,0 0 0,-1 0 1,1 0-1,0-1 0,0 1 0,-1-1 0,1 0 0,-1 0 0,5-3 0,-3 1 45,0 0 0,-1-1 0,1 1 0,-1-1 0,0 0 0,-1 0 0,1-1 0,-1 1 0,0-1 0,0 0-1,1-5 1,5-26 721,-8 28-696,-8 22-1,-1 11-524,2 0-1,0 1 1,-4 42-1,3 28-6015,5-75 4067,-1 38-7173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7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447 32 7085,'0'-1'177,"0"-1"0,0 1 0,0-1 0,-1 1 0,1-1 0,0 1 0,-1-1 0,1 1 0,0-1 1,-1 1-1,0 0 0,1-1 0,-14-11 11535,11 15-10668,-4 6-754,-1 0 0,2 0 0,-1 0 0,1 1 0,0 0 0,1 0 0,0 1 0,-5 14 0,-2 1 42,-73 178 5,25-55-2312,-72 115-6158,110-221 5371,-33 66-6806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2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33 110 13477,'-3'-10'459,"1"4"775,0-1 0,0 1 0,-1-1 0,0 1 0,0 0 0,0 0 0,-6-8 0,7 12 45,9-17 497,-7 18-1734,1-1-1,-1 1 1,1 0 0,0 0-1,-1 0 1,1 0 0,0 0-1,0 0 1,-1 0 0,1 0-1,0 0 1,0 0 0,0 1-1,0-1 1,0 0 0,0 1-1,0-1 1,0 0 0,1 1-1,-1 0 1,0-1-1,0 1 1,2-1 0,1 1 22,-1 0 0,1 0 0,-1 0 0,0 0 0,1 1 0,-1-1 0,1 1 1,4 1-1,5 3 55,0 0 1,-1 1-1,16 10 1,-15-7-91,0 0 0,0 0 0,-1 1 0,-1 1 0,0 0 0,0 0 0,-1 1 0,-1 1 0,0 0 0,-1 0 0,0 0 0,-1 1 0,0 0 0,-1 1 0,-1 0 0,0 0 0,-1 0 0,-1 0 0,0 0 0,1 20 0,-5 7-65,-1-1 0,-2 0 0,-1 1 0,-3-2 0,-18 60 0,-2 2 22,28-101-2,0 1 0,1-1 0,-1 0 0,0 0 0,0 1 0,1-1 0,-1 0 0,0 0 0,1 0 1,0 1-1,-1-1 0,1 0 0,0 0 0,-1 0 0,1 0 0,0 0 0,0 0 0,0 0 0,0 0 0,0-1 0,0 1 1,0 0-1,0 0 0,0-1 0,0 1 0,0-1 0,1 1 0,-1-1 0,0 1 0,0-1 0,1 0 0,-1 0 0,0 0 1,0 0-1,1 1 0,1-2 0,3 0-210,1-2 0,-1 1 0,0-1 0,0 1 0,0-2 0,9-6 0,27-18-1735,-2-2 0,37-37-1,23-27-6836,-92 86 7845,37-34-7554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132 1 6829,'0'0'9721,"-3"0"-8997,-1 1-573,1 0 0,-1 0 0,1 1 1,0-1-1,-1 1 0,1-1 1,0 1-1,0 0 0,0 0 1,0 1-1,0-1 0,1 1 0,-1-1 1,1 1-1,-1 0 0,-2 4 1,-3 6 540,1 1 0,-11 24 0,-2 6 152,16-35-750,1 0 1,0 1-1,1-1 1,0 1-1,0 0 0,1 0 1,0 0-1,1-1 0,1 13 1,-2 19 63,0-15-11,6 46 1,-3-52-696,0-1 0,-2 0 0,0 1 1,-4 28-1,5-25-1421,0 0-1083,-4-9-3364,-3-1-587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8.8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1 119 7393,'28'-26'1972,"-13"13"16,2 1-372,4 2-212,1 0-248,-8-2-235,0-1-213,4 7-392,-4 2-336,11-2-2097,3 0-2339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245 0 9873,'0'0'9994,"-3"1"-8279,-1-1-1449,0 0 0,0 1 0,0 0 1,0 0-1,0 0 0,1 1 0,-1-1 0,0 1 0,1 0 0,-1 0 0,1 0 1,0 0-1,0 1 0,0-1 0,0 1 0,0 0 0,0 0 0,1 0 0,-1 0 1,1 0-1,0 0 0,0 1 0,0-1 0,-2 6 0,-17 46 993,-16 64 0,-7 63-3038,17-64-2599,12-33-1326,-2 65-10204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4.1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86 10993,'24'-29'2684,"-20"23"-1933,1 0 0,-1 1 0,1 0 0,0 0 0,0 0 0,0 1 0,7-5 1,-9 7-644,1 1 1,-1-1 0,1 1 0,-1 0 0,1 0-1,0 0 1,0 0 0,0 0 0,-1 1 0,6 0 0,-3 0-47,0 0 1,-1 1 0,1 0 0,0 0 0,-1 1 0,1-1-1,-1 1 1,0 0 0,0 1 0,1-1 0,-1 1-1,-1 0 1,1 0 0,0 1 0,-1 0 0,0-1 0,0 1-1,0 1 1,0-1 0,0 0 0,3 7 0,-3-5-34,-1 1 1,1 0 0,-1 0 0,0 0 0,-1 1 0,1-1 0,-1 1 0,-1-1 0,0 1-1,0 0 1,0 0 0,-1-1 0,0 1 0,-1 0 0,-1 12 0,-4 4 12,-1 0 0,-1-1 0,-1 0 1,-13 22-1,-53 85 70,49-87-59,0-9 125,14-20 36,9-11 611,7-1-727,1-1-194,0 1-1,0 0 0,0-1 1,1 0-1,-1-1 1,0 1-1,1-1 0,-1 0 1,1 0-1,-1 0 1,0-1-1,0 0 0,1 0 1,-1 0-1,0-1 1,0 0-1,0 0 0,8-4 1,7-2-769,42-18-2512,-21 7-2386,-2-2-3847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34.4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35 10449,'-1'-3'486,"-1"0"-1,1 1 1,0-1 0,-1 0 0,1 0 0,-1 1-1,0-1 1,0 1 0,0 0 0,0-1-1,-5-3 4585,9 9-4649,15 26-216,0 1 1,-2 0-1,-1 1 1,-2 1 0,0 0-1,-3 1 1,10 53-1,-13-31-181,-5-52-109,-16 18-634,13-16-3036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15.2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20 4336,'14'7'-1305,"-5"-2"5702,-32-14 5888,23 8-10259,0 0-1,0 0 1,0 0-1,1 0 1,-1 0 0,0 0-1,1 0 1,-1 0 0,1 0-1,-1 1 1,1-1 0,-1 0-1,1 0 1,-1 0-1,1 1 1,0-1 0,-1 0-1,1 1 1,0-1 0,0 1-1,0-1 1,-1 1-1,1-1 1,0 1 0,0-1-1,0 1 1,0 0 0,0-1-1,0 1 1,0 0 0,1 0-1,32-2 247,-29 2-283,-2 0 13,-1 1-1,1-1 1,-1 0-1,1 1 1,-1-1-1,1 1 1,-1 0-1,0 0 0,1 0 1,-1 0-1,0 0 1,0 0-1,0 0 1,0 1-1,0 0 1,0-1-1,0 1 0,0 0 1,0 0-1,-1 0 1,1 0-1,-1 0 1,1 0-1,-1 0 1,0 0-1,0 1 0,0-1 1,1 5-1,0 0-1,-1-1 1,1 1-1,-1 0 0,-1-1 0,1 1 0,-1 0 0,-1 0 0,1 0 1,-3 8-1,-4 9 10,0-1 0,-2-1 1,-1 1-1,-1-1 0,-1-1 0,-20 29 1,7-13 26,8-13-4,1 1 0,-14 31 0,29-54 28,5-2-18,155-28-394,-135 22-724,1-2 0,-1 0 0,0-1 0,30-18 0,-16 5-3067,0 3-2156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4.4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 3460,'0'0'748,"-11"13"-152,0-1 425,-10-15-785,0 0 112,3 9-220,4 1-32,0-1-116,-1 0-12,1 7-432,4 0-1353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7.36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68 226 14209,'-64'-12'2124,"64"-7"-211,-3-4-509,13 1-160,-3 0-236,11-1-208,10-2-164,19 6-252,9 6-424,8 0-284,7-3-656,7 7-816,7-1-792,0 10-2769,0 10-4296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7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1 306 12689,'3'-19'4125,"8"6"-2105,3 1-472,15-1-276,24-9-204,11 9-320,6-6-672,8-7-384,11 1-932,7-7-556,3-7-636,4-2-2849,17 9-4224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9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35 323 11493,'-2'-9'664,"0"-1"0,0 0-1,1 1 1,1-1 0,-1 0 0,1 1-1,1-1 1,0 0 0,0 0 0,1 1-1,0-1 1,1 1 0,0 0 0,7-15-1,-5 10 9,1 2 0,0-1 0,1 0-1,1 1 1,13-17 0,-15 23-498,0-1 0,0 1 0,1 0 0,0 1 0,0 0-1,1 0 1,-1 0 0,1 1 0,0 0 0,10-4 0,-13 6-135,0 0 0,1 1 1,-1-1-1,0 1 0,1 0 0,-1 1 0,0-1 0,1 1 0,-1 0 1,1 0-1,-1 0 0,0 1 0,1 0 0,-1 0 0,0 1 0,0-1 1,1 1-1,-1 0 0,-1 0 0,1 1 0,0 0 0,0-1 0,-1 2 1,0-1-1,1 0 0,-1 1 0,-1 0 0,1 0 0,0 0 0,-1 0 1,0 1-1,0-1 0,0 1 0,-1 0 0,1 0 0,1 5 0,-1 3-10,0 1-1,-1-1 1,-1 0-1,0 1 1,0-1-1,-1 1 1,-5 26-1,-25 96 110,13-70-104,15-57-37,-6 23 15,2 1 0,1 0 0,-1 35 0,6-58-8,0-1 0,0 1 0,1-1 0,1 1 0,0-1 0,0 1 0,1-1 0,0 0 0,0 0 0,1 0 0,1-1 0,-1 1 0,1-1 0,1 0 0,8 10 0,10 7-18,40 31 0,16 16-45,-71-62 43,0 0 0,-1 1 0,0 0 0,-1 0 0,0 1 0,6 14 0,-10-18 15,-1 0 0,0 0 0,0 0 0,-1 0 0,0 0 1,0 0-1,-1 1 0,0-1 0,-1 0 0,0 0 0,0 0 0,-1 0 1,0 1-1,0-2 0,-1 1 0,1 0 0,-2-1 0,-6 12 0,-1 1 13,-2-1-1,0 0 1,-1-1-1,0-1 1,-28 26-1,-8 0 106,-91 61 0,-63 20-199,150-97-3379,51-25 1158,15-16-5117,-7 9 4946,24-24-8239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9.5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157 0 13241,'-15'5'2060,"-23"6"10175,27-8-10235,0-1-3730,11-1 1785,-1-1 1,0 0 0,0 0-1,1 1 1,-1-1 0,0 1-1,0-1 1,1 0-1,-1 1 1,0-1 0,1 1-1,-1 0 1,1-1-1,-1 1 1,1 0 0,-1-1-1,1 1 1,-1 0 0,1-1-1,0 1 1,-1 0-1,1 0 1,-1 0 0,-9 14 710,-45 32 349,53-45 267,6-2-1077,34 4-244,-16-3-62,-2 1 0,30 7 0,-41-7 1,0 1 0,0 0 0,0 0 0,0 1 0,0 0 0,-1 0 0,0 1 0,0 0 0,0 0 0,-1 1 0,1 0 0,-1 0 0,-1 1 0,1 0 0,-1 0 0,8 14 0,-7-8 0,-1 1 0,-1 0 0,0 0 0,0 0 0,-2 0 0,0 1 0,-1 0 0,0-1 0,-1 1 0,0 0 0,-2 0 0,0 0 0,-3 20 0,-3 2 0,-1 0 0,-2-1 0,-1 0 0,-19 39 0,-50 81 0,14-35 0,18-23 0,46-94 0,1-1 0,-1 0 0,1 0 0,0 1 0,0-1 0,0 1 0,0-1 0,1 1 0,-1-1 0,1 1 0,0-1 0,0 1 0,1 4 0,-1-6 0,1-1 0,-1 0 0,1 1 0,0-1 0,-1 0 0,1 1 0,0-1 0,0 0 0,0 0 0,0 0 0,0 0 0,0 0 0,0 0 0,0 0 0,1 0 0,-1 0 0,0 0 0,0-1 0,1 1 0,-1 0 0,2 0 0,6 0 0,-1 1 0,0-1 0,1-1 0,-1 1 0,0-1 0,1-1 0,12-2 0,-10 2 0,54-9-69,1-3-1,77-27 1,-65 18-693,-75 21 690,209-55-6485,-68 25-2367,-23 8-4336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4.4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1 291 12697,'0'-3'2106,"6"-14"7082,5 3-3357,-9 12-5301,1 0 1,0 0-1,0 0 0,0 0 1,1 0-1,-1 1 1,6-3-1,4 1-1186,1 0-1,-1 1 0,23-1 1,-15 2 1984,178-7-1268,-29 2-851,-98 1-824,83-6-3053,-51 9-1603,-96 1 5407,1 0 1,0 0-1,0 0 0,-1-1 1,12-4-1,-19 5 762,0 1 0,-1-1 0,1 0 0,-1 0 0,1 1 0,-1-1 1,1 0-1,-1 0 0,1 0 0,-1 1 0,0-1 0,1 0 0,-1 0 0,0 0 0,0 0 0,0 0 0,0 0 1,0 0-1,0-1 0,1 0-170,-1-4 338,1 0 0,-1 1 0,0-1 0,-1 0 0,1 0-1,-1 1 1,0-1 0,0 1 0,-1-1 0,0 1 0,0-1-1,0 1 1,0 0 0,-1 0 0,-4-6 0,-9-23 2967,-2-1 1585,17 35-4438,0-1 0,0 1 0,0 0 0,0 0 1,0 0-1,0 0 0,-1 0 0,1 0 1,0 0-1,0 1 0,0-1 0,0 0 0,0 1 1,0-1-1,0 0 0,0 1 0,0-1 0,-1 2 122,-5 2 108,0 0-1,0 1 0,1 0 1,0 1-1,0-1 0,1 1 0,-1 0 1,1 1-1,1-1 0,-1 1 1,1 0-1,-5 11 0,-1-2 156,-26 48 327,-44 108-1,-11 78-8642,86-235 6963,-23 66-6802,0 9-5206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6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93 9 12849,'0'0'11175,"-2"1"-9704,0 0-1272,-1 1 0,1-1-1,0 0 1,0 1 0,1-1 0,-1 1 0,0 0-1,0 0 1,1-1 0,-1 1 0,1 0-1,0 0 1,-1 1 0,-1 3 0,1 1 15,0 0 0,0-1 0,0 1 0,1 0 0,-1 8 0,1 12 280,3 51 0,-1-68-268,0 4-127,6 85 621,21 104 0,-22-174-804,2 1 0,0-2-1,2 1 1,1-1 0,1 0 0,2-1 0,32 49 0,-44-74 58,0 1 1,-1 0-1,1-1 1,0 0-1,0 1 1,0-1-1,1 0 1,-1 0-1,1-1 1,-1 1-1,1 0 1,-1-1-1,1 1 1,0-1-1,0 0 1,0 0-1,0 0 1,0 0-1,0 0 1,0-1-1,0 0 1,0 1-1,0-1 1,0 0-1,0 0 1,0-1-1,4 0 1,-3-1 11,0 1 0,0-1 0,-1-1 0,1 1 0,0 0 1,-1-1-1,0 0 0,1 0 0,-1 0 0,0 0 0,-1 0 0,1 0 0,-1-1 0,1 0 0,-1 1 1,0-1-1,0 0 0,2-8 0,2-9 0,0 0 1,-2 0 0,-1 0-1,0 0 1,-2-1 0,0 1-1,-2-1 1,0 1 0,-1-1-1,-1 1 1,-8-26 0,-5-11-68,-2 0 0,-45-95 1,62 152 67,-56-109-1419,51 100 892,0 1 1,0 0-1,-1 0 1,-1 1-1,1 0 1,-1 0-1,0 1 1,-18-12-1,21 16-294,0 1 0,0 0 0,0 0 1,0 0-1,-1 1 0,1-1 0,0 1 0,-1 1 0,1-1 0,-1 1 0,-6 0 0,-27 5-10335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2.7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32 13685,'13'-9'2103,"-19"3"-166,5 6-1702,0 0 0,0-1 0,1 1 0,-1-1 0,0 1 0,0 0 0,1-1 1,-1 1-1,0-1 0,-5-11 10417,20 24-8734,-7-6-1899,1-1 1,-1-1 0,1 1 0,-1-1 0,18 5-1,0 2-16,263 143-1034,-182-97-4755,-69-33 1421,-13-6-3879,-9-2-2113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2.9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33 11925,'-10'-28'5269,"11"28"-5219,-1 0-1,0-1 0,0 1 0,0 0 1,0 0-1,0 0 0,0 0 1,-1 0-1,1-1 0,0 1 1,0 0-1,0 0 0,0 0 1,0 0-1,0 0 0,0-1 1,0 1-1,0 0 0,0 0 0,0 0 1,0 0-1,-1 0 0,1 0 1,0-1-1,0 1 0,0 0 1,0 0-1,0 0 0,0 0 1,-1 0-1,1 0 0,0 0 1,0 0-1,0 0 0,0 0 0,0 0 1,-1 0-1,1 0 0,0 0 1,0 0-1,0 0 0,0 0 1,-1 0-1,1 0 0,0 0 1,0 0-1,0 0 0,0 0 0,0 0 1,-1 0-1,-6 1 566,-1 1 0,1-1 0,0 1 1,0 1-1,-1-1 0,2 1 0,-1 0 0,0 1 0,1 0 0,-1 0 0,-5 5 0,4-2-216,1 0 0,-1 1-1,2 0 1,-1 0 0,1 1-1,0-1 1,-5 12 0,-3 13-891,1 0 0,1 1-1,-11 60 1,10-42-1202,-6 42-3795,14-32-1618,5-13-3930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3.2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79 12325,'-4'-6'1113,"0"-1"-1,1 1 1,0-1-1,1 0 1,0 1 0,0-1-1,0 0 1,1-1-1,-1-8 1,6 16 181,6-1-1154,1 0 0,-1 1-1,0 1 1,1 0 0,-1 0 0,0 1 0,0 0 0,1 1-1,-2 0 1,1 1 0,0 0 0,-1 0 0,0 1 0,0 0-1,0 1 1,0 0 0,-1 0 0,0 1 0,0 0 0,-1 0-1,0 1 1,0 0 0,-1 0 0,0 1 0,-1 0 0,1 0-1,-2 0 1,1 0 0,4 17 0,-3-6-90,-1 1 0,-1 0 0,0 0 0,-2 0 0,-1 0 0,-2 40 0,-4-9 42,-20 81-1,21-92 83,4-40-165,-1 1-1,1-1 0,0 0 0,0 1 0,0-1 1,0 1-1,1-1 0,-1 0 0,0 1 0,0-1 0,1 0 1,-1 1-1,1-1 0,-1 0 0,1 1 0,0-1 0,0 0 1,-1 0-1,1 0 0,0 0 0,0 0 0,0 0 1,0 0-1,0 0 0,2 1 0,2-1-38,1-1-1,-1-1 1,0 1-1,1-1 1,-1 1-1,0-2 1,7-1-1,3 0-136,43-10-2231,68-23 0,-10-12-8123,-65 21-627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3.6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84 6809,'0'0'8606,"-1"-3"-7247,-12-29 1622,34 10-1197,-16 19-1692,0-1-1,0 1 0,1 1 1,-1-1-1,1 1 1,-1 0-1,1 0 0,0 0 1,-1 1-1,1 0 0,0 0 1,0 1-1,0-1 0,12 2 1,-14-1-74,0 1 0,-1 0 1,1-1-1,0 1 0,0 1 1,0-1-1,-1 0 0,1 1 1,-1 0-1,1 0 0,-1 0 1,0 0-1,0 1 0,0-1 1,0 1-1,0-1 0,0 1 1,-1 0-1,1 0 0,-1 1 1,0-1-1,0 0 0,2 6 0,11 40-17,-14-42-2,1-1 0,-1 1-1,1-1 1,0 1 0,1-1 0,-1 0-1,1 0 1,0 0 0,1 0 0,0-1-1,0 1 1,0-1 0,0 0 0,1 0-1,10 8 1,10 3-2,-17-12 3,-1 0-1,0 1 0,0-1 0,0 1 1,0 1-1,-1-1 0,0 1 0,0 0 0,-1 1 1,1-1-1,5 12 0,-10-16 1,0 0 1,-1 1-1,0-1 0,1 1 1,-1-1-1,0 1 0,0-1 1,-1 1-1,1-1 1,0 1-1,-1-1 0,1 0 1,-1 1-1,0-1 0,0 0 1,0 1-1,0-1 0,0 0 1,-1 0-1,1 0 0,-1 0 1,1 0-1,-3 2 0,-6 6 5,0 0-1,-21 16 1,24-20-4,-23 15-184,0-2 0,-1 0-1,-44 18 1,-45 14-4101,54-23-1399,5 0-3974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0.5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125 163 13505,'-64'6'2132,"46"-22"-263,1 3 1675,6-3-1960,4 4 764,3-7-1516,1 3-264,13 3-80,1 3-236,24-2-532,22-4-436,-11 9-412,4-2-732,7 2-692,3 4-3553,4 3-5392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0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32 422 14681,'-32'-35'11957,"39"16"-10656,15-13-241,17 13-296,10-10-500,15 3-408,11 1-772,2-10-356,1-7-525,0-2-859,-10 2-1196,6 4-1921,8 3-4860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1.8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51 15445,'-5'-10'1806,"-5"-13"-553,7 5 12060,25 34-12363,-18-12-950,0 0 0,0-1 0,0 1 0,0 1 0,-1-1 0,0 0 0,0 1 0,0 0 0,0 0 0,-1 0 0,3 7 0,16 64 0,-19-68 0,42 237-457,-41-225 175,8 54-3266,3 22-7882,-6-46-2636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2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16546,'21'22'2784,"-17"-18"-205,-1-2-120,143 103 4501,9-7-6080,-81-56-4455,2-3 0,102 37 0,-119-61-827,-21-13-1711,-9-5-1871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2.2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954 140 8385,'-11'-20'568,"6"8"-156,-2 1 1,1 0-1,-1 0 1,-9-10 0,12 17 171,-1 0 0,1 0 1,-1 0-1,0 0 0,0 1 0,0 0 1,-8-4-1,4 3 144,0 0 1,-1 1-1,1 0 0,0 1 0,-1 0 0,1 1 1,-1 0-1,0 0 0,1 1 0,-1 0 0,0 1 1,1 0-1,-18 4 0,2 4-102,0 1-1,1 0 1,1 2-1,0 1 1,1 1 0,-35 28-1,-116 115-96,162-147-621,-208 236-7992,205-229 7014,-35 46-5928,8 6-4567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5.9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8 208 6285,'-6'-30'1846,"5"25"-187,4-17 1227,-3 21-2761,1-1 0,-1 0 1,1 0-1,-1 1 0,1-1 0,0 1 0,0-1 1,-1 0-1,1 1 0,0-1 0,3-1 1,7-11 575,1 2 0,0 0 1,1 0-1,0 1 1,1 1-1,0 0 1,23-12-1,-29 18-586,1 0-1,0 0 1,1 1 0,-1 0 0,1 0-1,-1 1 1,1 1 0,0-1 0,0 2-1,0-1 1,-1 1 0,1 1 0,0 0-1,0 0 1,14 4 0,-5 2-67,0 0 1,-1 2-1,0 0 0,0 0 0,-1 2 1,0 0-1,-1 1 0,-1 1 1,0 0-1,0 1 0,-2 1 0,21 26 1,-24-27-38,-1 0 0,0 1 0,-1 0-1,0 0 1,-2 1 0,0 0 0,0 0 0,-1 0 0,-1 1 0,-1-1 0,-1 1 0,0 0 0,-1 0 0,0 0 0,-4 27 0,-2-17-3,-1 0 0,-1 0 0,-1-1 0,-2 0 1,0 0-1,-26 43 0,-103 130 54,90-134-49,-58 67 81,66-83 171,40-47-237,5-2-4,19-1 1,0-1 0,-1-1-1,1-1 1,23-8 0,96-35-125,-47 14-252,-80 28 85,168-56-1981,-67 12-6115,-72 27-419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6.50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102 0 6101,'-4'0'1690,"-35"3"6958,21 7-7158,15-7-1352,0-1 1,0 1-1,0 0 1,1 0-1,-1 0 1,1 1-1,-1-1 1,1 1-1,0-1 0,1 1 1,-1 0-1,1 0 1,-1 0-1,1-1 1,0 1-1,0 0 1,0 8-1,-2 10 372,1 40-1,2-61-495,1 18 81,0-1-1,2 1 1,0-1-1,1 1 1,0-1-1,2-1 1,0 1 0,1-1-1,1 0 1,0 0-1,2-1 1,17 24-1,135 148 140,-154-178-225,-1 0 0,0 0 1,0 1-1,-1 0 0,5 13 1,-9-20-6,0 1 1,-1-1-1,0 1 1,0-1-1,0 1 1,-1 0 0,1-1-1,-1 1 1,0 0-1,-1-1 1,1 1-1,-1-1 1,0 1 0,0 0-1,0-1 1,-1 1-1,-1 4 1,-7 6 1,0 1 1,-1-2 0,-1 1-1,-22 21 1,32-34-64,-1 0 0,0 1 0,1-1 0,-1-1-1,0 1 1,0 0 0,0-1 0,0 1 0,0-1 0,0 0 0,-5 1-1,-3 1-491,9-3 162,0 0-1,-1 0 0,1 0 0,-1-1 1,1 1-1,0-1 0,-1 1 0,1-1 1,0 0-1,-1 0 0,1 0 0,0 0 1,-3-3-1,3-12-4785,5-4-3095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6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0 103 8529,'0'0'2196,"25"-3"-272,-4-4 4393,4 4-5709,0-3-148,7 2-152,0-5 32,10 9-92,22-10-292,-18 1-380,57-14-2232,-53 11 343,-1-1-2191,12 10-3501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7.1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20 160 10253,'-19'-1'8764,"19"1"-8674,20-9 4580,-2 5-6286,157-23 2662,-33 7-955,275-61-2028,-332 64-1685,-79 16 1263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7.3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0 12689,'-1'3'2071,"-3"5"-828,2-4-722,0 0 0,0 0-1,0 0 1,1 0 0,0 0 0,0 0 0,0 0 0,0 7 0,0-1 171,0-1 0,0 1 1,-1-1-1,-4 14 1,-3 14 220,6 22 154,1 0-1,9 75 0,0-17-846,-9 27-2662,-13 3-4549,8-86 882,-1-2-3850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5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255 64 7601,'0'-1'557,"0"-1"1,0 1 0,0-1-1,-1 1 1,1-1-1,-1 1 1,1-1 0,-1 1-1,0 0 1,1-1-1,-1 1 1,0 0 0,0-1-1,0 1 1,0 0-1,0 0 1,0 0 0,-1 0-1,1 0 1,0 0-1,0 0 1,-1 0 0,1 1-1,-2-2 1,1 2-299,0 0 0,0 0 1,0 0-1,0 0 0,0 0 1,-1 1-1,1-1 0,0 0 1,0 1-1,0 0 0,0-1 1,1 1-1,-1 0 0,0 0 1,-3 2-1,-5 4 138,0 1 0,0 0 0,1 1 0,-16 17 0,10-5-114,0 0 0,1 1 0,1 1 0,1 0 0,1 1-1,1 0 1,1 1 0,1 0 0,1 0 0,2 0 0,0 1 0,2 0 0,1 0-1,1 0 1,1 0 0,1 0 0,6 31 0,-4-42-283,1 0 0,0 0 0,1 0 0,1-1 0,0 1 0,1-1 0,1-1 0,0 0 0,15 19 0,-14-22 0,-1 0 0,1-1 0,1 0 0,-1 0 0,1-1 0,1-1 0,0 0 0,0 0 0,0-1 0,1 0 0,19 6 0,-23-11 0,1 1 0,0-1 0,-1-1 0,1 0 0,0 0 0,-1-1 0,1 0 0,0 0 0,-1-1 0,1 0 0,-1 0 0,0-1 0,0 0 0,0-1 0,0 0 0,0 0 0,-1 0 0,10-8 0,-10 6 0,-1 1 0,1-1 0,-1-1 0,-1 1 0,1-1 0,-1 0 0,0 0 0,0 0 0,-1-1 0,0 0 0,-1 0 0,0 0 0,0 0 0,0 0 0,-1-1 0,0 1 0,-1-1 0,1-16 0,-2-1 0,-1-1 0,-1 1 0,-1-1 0,-12-47 0,3 35 0,-1 0 0,-2 2 0,-2-1 0,-2 2 0,0 0 0,-31-40 0,36 58-158,-1 0 0,0 1 0,-2 1 0,0 0 0,0 1-1,-1 1 1,-21-11 0,36 22-37,0 2 1,-1-1-1,1 0 0,-1 1 1,1-1-1,-1 1 0,0 0 0,1 0 1,-1 1-1,0-1 0,0 1 0,1 0 1,-1 0-1,0 0 0,0 0 0,0 1 1,1-1-1,-1 1 0,0 0 0,1 0 1,-1 1-1,1-1 0,-1 1 0,1 0 1,-1-1-1,1 2 0,-4 2 0,3-2-388,-1 1-1,1 0 1,0 0-1,1 0 1,-1 1-1,1-1 1,-6 10-1,7-9-367,-1 0 0,1 0 0,0 0 0,1 0 0,-1 0-1,1 0 1,0 1 0,0 6 0,0 35-8886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7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13681,'0'0'5991,"3"3"-4350,17 17-788,1-1 0,0-1 1,2 0-1,35 20 1,-3-5-1174,52 29-1848,33 4-5016,-133-63 5829,1-1-1,0 0 1,0 0 0,9 1 0,8-2-4793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49.9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670 34 8337,'-58'-2'1736,"56"1"-1512,0 1 0,0-1 0,-1 1 0,1-1 0,0 0 0,0 0 0,0 0 0,0 0 0,0 0 0,0-1 0,0 1 0,-2-3 0,2 3-37,1-1-1,0 1 0,0 0 0,0 1 1,-1-1-1,1 0 0,-1 0 1,1 0-1,0 1 0,-1-1 0,-2 0 1,-3-1 264,1 1 1,0 0 0,-1 0 0,1 1-1,-1-1 1,0 2 0,1-1 0,-1 1-1,1-1 1,0 2 0,-1-1-1,1 1 1,0 0 0,-7 3 0,-12 8 253,1 1 0,0 1 0,1 1 0,0 1 0,-28 29 0,26-20-561,2 0-1,0 2 0,2 1 1,-18 32-1,-32 70-3550,26-42-3630,36-70 4662,-26 45-8766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0.2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12817,'1'0'171,"0"-1"1,0 0-1,0 0 0,0 0 0,0 1 1,0-1-1,0 0 0,1 1 0,-1-1 1,0 1-1,0-1 0,1 1 0,-1 0 1,0 0-1,1-1 0,-1 1 0,0 0 1,0 0-1,1 0 0,-1 1 0,0-1 0,1 0 1,1 1-1,36 14 3311,-13-3-2535,-23-11-881,-1 0 0,1 0 0,-1 1 0,0-1 0,0 1 0,0 0 0,0-1 0,0 1 0,0 0 0,0 0 0,0 0 0,-1 1 0,1-1 0,-1 0 0,0 1 0,2 2 0,16 48 467,-13-31-266,-1-2-172,-1 1-1,0 0 1,-2 0-1,-1 0 1,0 1 0,-2-1-1,-3 24 1,0 32 129,2 0-127,0-40 20,3 38 0,-1-73-133,0 0 1,0 0 0,1 0 0,-1 0 0,0 0 0,1 0 0,-1-1-1,1 1 1,0 0 0,-1 0 0,1-1 0,0 1 0,0 0 0,0-1-1,1 1 1,-1-1 0,0 0 0,0 1 0,1-1 0,-1 0 0,1 0-1,-1 1 1,1-1 0,0 0 0,-1-1 0,1 1 0,0 0-1,-1 0 1,1-1 0,0 1 0,0-1 0,0 0 0,0 1 0,0-1-1,-1 0 1,5 0 0,-2-1-215,1 1 1,0-1-1,-1 0 0,1 0 1,-1 0-1,0 0 0,1-1 1,-1 0-1,0 0 0,0 0 0,0 0 1,0-1-1,6-5 0,5-11-1640,3-4-4838,1 3-2543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0.55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11961,'-32'32'3896,"29"-29"-2253,-1 19 771,4-16-2235,-1 0-1,1 0 0,1 0 0,-1 0 0,1 0 0,0-1 0,1 1 0,-1 0 0,1 0 0,0-1 0,0 0 0,1 1 0,0-1 0,0 0 0,0 0 0,6 7 0,7 7 51,1 0-1,31 25 0,-33-31 36,-7-6-242,1 0 0,0-1 0,0 0 0,0-1 0,1 0 0,0-1 0,0 0 0,0 0 0,16 3 0,-20-5-29,1-1-1,0 0 0,-1 0 0,1-1 1,0 0-1,0 0 0,-1 0 0,1-1 1,0 0-1,-1 0 0,1-1 1,-1 0-1,1 0 0,-1 0 0,0-1 1,9-5-1,-9 3 27,0 1 1,0-1 0,-1 0-1,0-1 1,0 1-1,0-1 1,0 0-1,-1 0 1,0-1 0,0 1-1,-1-1 1,0 0-1,0 0 1,-1 0 0,0 0-1,0 0 1,0 0-1,-1-1 1,0 1-1,-1-1 1,0-10 0,-2-49 2252,1 63-1573,-2 7 35,-4 6-481,1 0 1,0-1 0,1 2 0,0-1 0,0 1 0,1 0 0,1 0 0,-4 14 0,-17 91 333,21-98-491,-13 105-964,11-70-2018,-3-1-1,-16 61 1,5-41-4183,13 2-4434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31 10677,'-9'8'1454,"-7"10"8381,17-17-9593,1 1 0,-1 0 0,1-1 0,-1 1 0,1-1 0,0 1 0,0-1 0,-1 0-1,1 0 1,0 0 0,0 0 0,0 0 0,0 0 0,1 0 0,2 0 0,12 0 127,-1-1 0,1-1 0,31-4-1,0-1 94,283-23-2240,-323 28 1552,105-11-3645,-98 9 2066,0 0 1,22-8-1,-20 5-3516,2 7-2859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1.1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323 0 11585,'-14'23'2444,"-15"-17"281,5 1 19,6 5-244,0 7-264,7 7-108,-6 22-455,3-4-333,-1 11-260,5 5-204,-4 7-216,-4 3-416,4 7-756,-1 3-1136,-2-1-732,-5 4-937,-2 0-3843,-5 0-7074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4.4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5 115 12649,'0'-1'296,"0"1"1,-1 0-1,1-1 0,-1 1 0,1-1 1,-1 0-1,1 1 0,0-1 0,0 1 1,-1-1-1,1 0 0,0 1 0,0-1 0,0 1 1,-1-1-1,1 0 0,0 1 0,0-1 1,0 0-1,0 1 0,0-1 0,0 0 1,0 1-1,1-2 0,6-1 4918,1 1-4800,-4 1-1721,73-13 2153,1 3 0,105 0 0,-61 5-1496,-49 1-57,134-10-2358,-69-3-2497,-81 9 119,-4 5-3060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4.6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26 14517,'-39'-25'12386,"28"43"-8826,6-8-3357,1-1 0,0 1 0,1 0 0,0 0-1,0 0 1,1 0 0,0 1 0,1-1 0,1 0 0,0 18 0,-1-14-131,2 217-1322,13 2-7648,-4-141 1575,4-1-4989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4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164 54 11557,'-58'-52'8572,"56"50"-6674,1 5-874,-59 252 4090,51-216-4729,-4 49 0,1-4 131,8-61-167,2-1 0,0 44 0,2-53 21,3 22 460,-2-31 66,13 0-723,4 2-173,-10-13 0,5-6 0,-3 3 0,-8 12 0,-3 9 0,-6 23 0,3-13 0,1-7 0,2 1 0,-1-1 0,2 1 0,0-1 0,3 24 0,-2-32 0,0 1 0,1-1 0,0 0 0,0 0 0,0-1 0,0 1 0,1 0 0,0-1 0,0 1 0,1-1 0,-1 0 0,1 0 0,0-1 0,1 1 0,9 7 0,-1-4 0,0 0 0,0-1 0,1 0 0,0-2 0,1 1 0,-1-2 0,1 0 0,0-1 0,0 0 0,0-1 0,0-1 0,0 0 0,1-1 0,-1-1 0,16-2 0,-6-1 0,1 0 0,-1-2 0,0-1 0,0-1 0,-1-2 0,0 0 0,0-1 0,26-18 0,-41 24 0,-1-1 0,0 0 0,-1 0 0,1-1 0,-1 0 0,-1 0 0,1-1 0,-1 0 0,-1 0 0,1 0 0,-1-1 0,-1 0 0,5-12 0,-5 9 0,-1 0 0,0 0 0,-1 0 0,-1 0 0,0 0 0,0 0 0,-1-1 0,-1 1 0,-3-20 0,-2 5 0,-2 0 0,0 1 0,-2 0 0,0 1 0,-2 0 0,-1 0 0,-1 1 0,-31-40 0,24 39-94,0 1 1,-1 0-1,-2 2 1,0 1-1,-1 1 0,-1 0 1,-1 3-1,-1 0 1,0 1-1,-34-12 1,52 25-409,0 0 1,0 0 0,-1 1-1,1 1 1,-1 0-1,1 0 1,-1 1 0,-19 2-1,19-1 53,0 0-476,0 0 1,0 0 0,0 2-1,0-1 1,-16 7 0,22-7-37,0 1 0,1-1 0,-1 1 1,0 0-1,1 0 0,-1 0 0,-4 6 0,-8 18-9598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 0 14873,'21'4'2845,"-35"2"-337,-4 3 1892,29 11-2732,3-1-375,3-3-253,19 16-92,-8-10-304,8 3-316,-4-2-420,14-1-728,0 4-540,0-4-441,0-3-707,-4-3-552,1 0-3133,3-3-5536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5:55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652 20 14569,'-85'-19'3009,"43"38"-217,6-6-216,1 9-224,-1 1-488,4 8-399,0 5-269,-3 5-256,0 10-240,-1 0-624,1 0-800,-1 0-1052,-3 3-1061,-7 7-1419,-3 9-2229,6 7-5992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3.8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221 0 10873,'0'0'1413,"3"2"-114,-3-2-1243,4 3 286,0 0 1,0-1 0,1 1-1,-1-1 1,0 0 0,1 0-1,0-1 1,7 2 0,-4 0-171,-1 0 0,1 0 0,0 1 0,-1 0 0,0 0 0,0 1 1,0 0-1,-1 0 0,0 1 0,1 0 0,-2 0 0,1 0 0,-1 0 0,8 14 0,-9-11-67,0-1-1,-1 1 0,0 0 1,0 0-1,-1 1 0,0-1 1,-1 0-1,0 1 0,-1-1 0,0 1 1,0-1-1,-1 1 0,0-1 1,0 0-1,-1 1 0,-1-1 0,-3 10 1,-6 12 261,0-1-1,-2 0 1,-29 44 0,-199 278 3976,223-326-4027,12-17-171,0 0 40,1 0 0,0 0 1,-5 12-1,9-18-116,1-1 0,0 1 0,0 0 0,1 0 0,-1-1 0,1 1 0,-1 0 0,1 0 0,0 0 0,0-1 0,0 1 0,0 0 0,1 0 0,-1 0 0,1 0 0,-1-1 0,3 4 0,-3-4-52,1-1 1,-1 0-1,1 0 1,0 1-1,0-1 1,-1 0-1,1 0 1,0 0 0,0 0-1,0 0 1,0 0-1,0 0 1,1 0-1,-1-1 1,0 1-1,0 0 1,1-1-1,-1 1 1,0-1-1,3 2 1,13 1 35,1 0 0,-1-1 0,0-1 0,1 0 0,-1-1 0,1-1 0,-1-1 0,22-5 0,152-38-1036,66-41-3612,-227 72 2233,0-1 1,51-37 0,-33 20-2953,6-4-3943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4.32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 14 7789,'-28'-13'10816,"46"16"-9020,-18-3-1714,1 0-1,0 0 1,-1 0 0,1 0-1,-1 0 1,1 0 0,-1 0-1,1 0 1,-1 0 0,1 1-1,0-1 1,-1 0-1,1 0 1,-1 0 0,1 1-1,-1-1 1,1 0 0,-1 1-1,0-1 1,1 0 0,-1 1-1,1-1 1,-1 1-1,0-1 1,1 1 0,-1-1-1,0 1 1,1-1 0,-1 1-1,0-1 1,0 1-1,0-1 1,1 2 0,-10 19 3610,1-8-3818,-3 8 1051,4-9-570,1 0-1,0 0 1,0 0-1,1 1 1,1 0 0,0 0-1,1 0 1,0 0-1,1 0 1,0 15-1,2 7 98,-1-10-302,1 1-1,1-1 0,1 0 1,10 42-1,0-29-149,1-1 0,2 0 0,26 47 0,-26-46 0,-13-36 2,-1 1-1,0-1 1,-1 1-1,1-1 1,0 1-1,-1-1 1,1 1 0,-1-1-1,0 1 1,0-1-1,0 1 1,0-1 0,0 1-1,-1-1 1,1 1-1,-1-1 1,0 1-1,0-1 1,1 1 0,-2-1-1,1 0 1,0 0-1,0 1 1,-1-1 0,-2 3-1,0-2-43,0 0 0,0 0 0,0-1 0,-1 0 0,0 1 0,1-2 0,-1 1 0,-9 2 0,-3 1-641,14-4 224,0 1 0,0-1 0,0-1 0,0 1-1,0 0 1,0-1 0,0 1 0,0-1 0,0 0 0,0 0 0,0 0 0,0-1 0,0 1 0,0-1 0,0 0 0,0 1-1,-4-3 1,-11-7-8421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4.4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0 102 12089,'0'0'3880,"14"-19"-2387,-3 0-305,3 9-292,0 1-180,15-4 228,-8 0-1468,0 7-728,-7 0-5813,1-1-2316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8.6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0 150 12565,'0'0'10595,"5"-1"-9743,69-11 351,88-5 1,-4 2-777,311-51-2469,-335 46-1040,-95 13 845,1-2-5702,-18 6-623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08.8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40 0 14789,'0'0'5340,"-3"2"-2893,2-2-2298,-1 1 64,0 0 0,0 0 0,0 0 0,0 0 0,0 0 0,1 0 0,-1 0 0,0 1 1,0-1-1,1 0 0,-1 1 0,1 0 0,-1-1 0,1 1 0,0 0 0,0 0 0,0 0 1,0 0-1,0-1 0,0 2 0,0-1 0,1 0 0,-1 0 0,1 0 0,-1 0 0,1 0 1,0 0-1,0 1 0,0-1 0,0 0 0,0 2 0,20 267 3074,-4-104-3351,4 153-1171,-15-213-3497,-1 1-5264,-1-29-3824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11.6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1 133 8797,'0'0'6928,"0"-3"-5562,2-1-1074,-1-1 0,1 1 0,0 0 0,0 0 1,1 0-1,-1 0 0,1 0 0,0 1 0,0-1 0,0 1 0,1 0 0,-1 0 0,1 0 1,4-3-1,12-7 348,33-16 1,-33 19-244,-13 7-342,0 0-1,0 0 1,1 1-1,-1-1 1,1 2-1,-1-1 0,1 1 1,0 0-1,-1 1 1,1 0-1,0 0 1,0 0-1,-1 1 0,1 0 1,0 1-1,-1 0 1,12 4-1,-14-4-26,1 1-1,-1-1 1,0 1 0,0 0-1,-1 0 1,1 1-1,0-1 1,-1 1 0,0 0-1,0 1 1,0-1-1,-1 1 1,1-1-1,-1 1 1,0 0 0,0 0-1,-1 0 1,0 1-1,0-1 1,0 1 0,0-1-1,-1 1 1,0-1-1,1 7 1,-2 6 15,0 0 0,-1-1 0,-1 1 0,-1-1 0,0 0-1,-1 1 1,-1-1 0,0-1 0,-12 24 0,-11 16 3,-45 68 0,45-77-9,-108 178 578,108-188 390,25-34-154,8-3-545,13-1-207,-1 0 0,0-1-1,0-2 1,31-8 0,71-33 27,-23 8-639,130-37-3352,-74 30-6634,-87 25-416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5.4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232 319 4556,'0'0'1489,"-3"-1"-98,-105-32 7653,105 32-8254,-19 2 504,10 0-678,0 1 0,1 1-1,-14 3 1,-10 3 736,91-21 14,70-14-862,243-37 210,593-85-139,-723 115-357,-211 29-120,81-14 560,-105 16-441,-9 2-176,-14 1-174,0 1 1,-21 4-1,-9 7-2956,46-12 933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6.63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29 441 5925,'-29'-10'14878,"31"8"-13718,-1-2-934,1 1 0,0 0 0,1 0-1,-1 0 1,1 0 0,-1 1 0,1-1 0,0 1 0,0-1 0,0 1 0,0 0 0,0 0 0,0 0 0,7-2 0,60-17 671,-43 14-525,471-112 1264,9 25-1284,-227 44-212,233-46 243,-510 96-338,-5 2-1416,-9 8-1371,2 1-1,-17 20 1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57.6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50 353 6577,'6'9'2713,"-26"-27"8128,18 20-10249,-30 51 2438,31-51-2150,2 0 67,4 10-149,-4-11-752,-1 1 1,1-1-1,0 0 1,-1 0-1,1 1 1,0-1-1,0 0 1,-1 0 0,1 0-1,0 0 1,0 0-1,0 0 1,0 0-1,1-1 1,-1 1-1,0 0 1,0 0-1,0-1 1,1 1 0,-1-1-1,0 1 1,1-1-1,-1 0 1,0 1-1,1-1 1,-1 0-1,0 0 1,1 0 0,-1 0-1,1 0 1,1-1-1,67 2 413,-1-3-1,79-12 1,-81 7-321,1145-167 723,-884 122-803,728-120-1263,-995 160-1229,-47 8-636,-39 8-314,-22 5-3110,-1 3-4235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4.1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57 145 6109,'14'-7'1548,"-17"-2"95,2 8-1229,0 0 1,0-1 0,0 1-1,1-1 1,-1 0 0,1 1 0,-1-1-1,1 1 1,-1-1 0,1 0-1,0 0 1,0-1 0,3-77 4370,-3 77-2560,-8-21-994,3 115 279,-3 18-387,-11 169-330,10-79-6062,-2-127-3656,7-12-255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4.57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100 0 11549,'-26'26'3678,"26"-25"-3556,0 0 1,0 0-1,-1 0 1,1 0-1,0 0 1,0 0-1,0 0 1,0-1-1,0 1 1,0 0 0,1 0-1,-1 0 1,0 0-1,0 0 1,1 0-1,-1 0 1,0-1-1,1 1 1,-1 0-1,1 0 1,0 1-1,1 0 228,6 15 266,2 1 0,0-1 0,1-1 0,0 0 0,2 0 0,25 24 0,96 74 47,-123-105-551,33 21-1426,1-1-1,2-2 0,95 39 0,-132-62 869,1 0 0,0-1 1,-1 0-1,1-1 0,0-1 1,0 1-1,0-2 1,19 0-1,-24 0 361,-1-1 0,0 0-1,1 0 1,-1 0 0,0 0 0,0-1 0,0 0 0,0 0 0,0 0-1,0-1 1,0 1 0,-1-1 0,1 0 0,-1-1 0,0 1-1,0-1 1,0 0 0,0 0 0,3-5 0,-3 4 117,-1 0 0,0 0 0,0-1-1,0 0 1,0 1 0,-1-1 0,0 0 0,0 0 0,-1-1 0,0 1 0,0 0 0,0 0 0,-1-12 0,0-18 431,-1 1 542,-5-41 1,5 66-586,-1 1 0,0-1 0,-1 1 0,0 0 1,0 0-1,-1 0 0,0 0 0,0 1 0,-9-12 0,11 17-305,-1 1-1,0-1 0,0 0 1,0 1-1,0 0 0,-1 0 0,1 0 1,-1 0-1,1 1 0,-1-1 0,0 1 1,1 0-1,-1 0 0,0 0 1,0 0-1,0 1 0,0 0 0,0 0 1,0 0-1,1 0 0,-1 0 0,0 1 1,0 0-1,-5 1 0,-8 2 161,1 2 0,-1-1 0,1 2 0,0 0 0,-16 10 0,-41 32-439,1 2 0,3 4 0,-72 74 0,28-8-3661,43-37-2862,16-13-3176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5.11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30 126 8257,'-27'-27'2064,"27"27"-1982,-1-1 0,1 1 0,0-1 0,0 1-1,-1-1 1,1 1 0,0-1 0,0 1 0,0-1 0,0 0 0,0 1 0,0-1 0,0 1-1,0-1 1,0 0 0,0 1 0,0-1 0,0 1 0,0-1 0,0 1 0,1-1 0,-1 0 0,0 1-1,0-1 1,1 1 0,-1-1 0,0 1 0,1-1 0,-1 1 0,0 0 0,1-1 0,-1 1-1,1-1 1,-1 1 0,1 0 0,-1-1 0,1 1 0,0-1 131,0 0 3,1 0 1,-1-1 0,0 1-1,0-1 1,0 0-1,0 1 1,0-1 0,0 0-1,-1 1 1,1-1-1,0 0 1,-1 0-1,0 0 1,1 0 0,-1 1-1,0-1 1,0 0-1,0 0 1,0 0 0,0 0-1,0 0 1,-1 0-1,1 0 1,-1-2-1,2 2-126,0-1-1,0 1 0,1 0 1,-1 0-1,1 0 0,-1 0 1,1 0-1,0 0 0,0 1 0,0-1 1,0 0-1,0 1 0,0 0 1,3-2-1,-5 3-48,16-2 311,-8 2-281,-1-1-18,1 1 0,-1 0 0,1 0 1,0 1-1,-1 0 0,1 1 1,-1-1-1,0 1 0,1 1 1,-1-1-1,0 1 0,12 8 1,-12-6-34,1 2 1,-1-1 0,0 1 0,0 0 0,-1 0-1,0 1 1,0 0 0,-1 0 0,0 0 0,0 1-1,-1 0 1,6 16 0,-6-11 20,-1 0 0,-1 0 0,0 0 0,-1 1 0,0-1 0,-1 0 0,-3 27 0,-5 1 111,-2 0 1,-2-1-1,-1-1 0,-35 73 0,34-87 43,-1 0 1,-31 40-1,15-24 416,31-41-590,0-1 1,-1 1 0,1-1-1,0 0 1,-1 1-1,1-1 1,0 1 0,0-1-1,0 1 1,-1-1-1,1 1 1,0-1-1,0 1 1,0-1 0,0 1-1,0-1 1,0 1-1,0-1 1,0 1-1,0-1 1,0 1 0,0-1-1,0 1 1,0-1-1,1 1 1,-1-1-1,0 1 1,0-1 0,1 1-1,-1 0 1,17 8 221,-9-8-215,-1 0 0,0 0 1,1-1-1,10 0 0,51-8-944,-1-2 0,0-4 0,119-40 0,-165 46-351,-1 0 0,27-17 1,11-10-5147,-13 7-1892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25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 33 7993,'0'-32'13302,"-1"37"-12074,0 10-778,-19 313 3409,15-43-6725,-1-223-2507,-15 67-1,1-44-4861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0.6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0 225 4620,'0'0'12108,"5"0"-11867,888-45 924,31-19-1207,-126 11 184,-471 28 1425,-283 11-838,-27-9-844,-24 23-147,0-1 0,-1 1 0,1 0 0,-1 1 0,1 0 0,-8 1 0,-28 11-8292,22-6 1511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1.80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470 172 8593,'-3'-22'1931,"2"18"1152,-34-5 222,31 9-1359,-6-18-1387,4 11 3995,5 7-4513,0-1-1,0 0 1,0 0 0,0 0 0,1 1 0,-1-1 0,0 0-1,0 0 1,1 0 0,-1 0 0,1 0 0,-1 0-1,1-1 1,-1 1 0,1 0 0,0 0 0,-1 0-1,1 0 1,0 0 0,0-1 0,0 1 0,0 0-1,0 0 1,0 0 0,0-1 0,1 1 0,-1 0-1,0 0 1,1 0 0,-1-1 0,3-3 54,0 1 0,0 0-1,0 0 1,0 0 0,1 0 0,7-6 0,-4 5-67,0 0 0,1 0 1,0 1-1,0 0 0,0 0 0,0 0 1,0 1-1,1 1 0,-1 0 1,1 0-1,0 0 0,0 1 1,0 0-1,16 1 0,-17 0-25,0 1-1,0 0 1,1 0-1,-1 0 1,0 1-1,0 0 1,0 1-1,-1 0 1,1 0-1,-1 1 1,1-1-1,-1 2 1,0-1 0,-1 1-1,1 0 1,6 7-1,-7-6 10,-1 1-1,0 0 1,-1 0-1,1 0 0,-1 0 1,-1 1-1,1 0 1,-1 0-1,-1 0 1,1 0-1,-2 0 1,2 10-1,-2-5 18,0 0-1,-1-1 1,-1 1-1,0 0 1,-1 0-1,0-1 1,-6 18-1,-2-2 44,-2-1-1,0 0 0,-2-1 0,-1 0 1,-1-1-1,-23 29 0,-46 43 405,-4-5 0,-110 89 0,44-42 154,132-118-467,13-13-21,1 0 0,0 0-1,0 1 1,1 0 0,-13 20-1,21-28-119,-1-1-1,0 1 0,1 0 1,-1 0-1,0 1 0,1-1 1,-1 0-1,1 0 1,0 0-1,-1 0 0,1 0 1,0 0-1,-1 1 1,1-1-1,0 0 0,0 0 1,0 0-1,0 1 1,1-1-1,-1 0 0,0 0 1,0 0-1,1 0 1,0 2-1,0-2-5,1 0 1,-1 0-1,1 0 0,0 0 1,0-1-1,-1 1 0,1-1 1,0 1-1,0-1 0,0 1 1,-1-1-1,1 0 0,0 0 1,0 0-1,0 0 0,0 0 1,2-1-1,108-12-916,210-54 1,-176 33-1220,96-13-2845,-80 22-2859,-36 8-3631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2.3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64 205 5897,'-36'-10'15870,"33"10"-14957,-6-2-539,-7-2 1142,17 3-1476,-1 0 1,0 0-1,1 1 1,-1-1 0,1 0-1,0 0 1,-1 0-1,1 1 1,-1-1 0,1 0-1,0 1 1,0-1-1,-1 1 1,1-1 0,0 1-1,0-1 1,0 1 0,0-1-1,0 1 1,-1 0-1,1 0 1,2-1 0,33-14 232,2 2 1,-1 2-1,72-12 0,-62 13-136,83-18-180,121-23-1103,-86 28-5563,-160 23 3998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2.6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29 8961,'21'-29'16073,"-24"32"-14635,0 1-1096,-1 0-117,1-1 1,0 0-1,0 1 0,1 0 0,-1-1 1,1 1-1,-1 0 0,1 0 1,0 0-1,1 1 0,-1-1 1,1 0-1,0 1 0,-1 4 0,-16 98 1552,-10 56-930,9 5-4311,4-53-1783,0-5-4124,12-27-2380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4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263 1 13253,'0'1'163,"1"0"-1,0 1 1,0-1 0,-1 0-1,1 1 1,0-1-1,-1 1 1,0-1-1,1 1 1,-1-1 0,0 1-1,0-1 1,1 1-1,-1-1 1,0 1 0,-1-1-1,1 1 1,0-1-1,0 1 1,-1-1-1,1 1 1,-1-1 0,1 1-1,-1-1 1,-1 3-1,-26 38 2811,19-30-2303,-11 19 611,1 1 1,1 1-1,2 0 1,-21 65-1,-26 146 247,52-194-1238,-2 16-653,-6 96 0,9 68-4710,10-217 4611,-1 18-2766,2-1 0,7 43 0,5-14-7191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6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12473,'0'0'7251,"3"4"-5690,93 142 3350,-71-106-6141,-2 2 0,-1 0 0,20 57 0,-37-85 596,13 38-1824,-14-36-10,1 0 0,13 26 0,5-6-5328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5.8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1070 20 9989,'-2'-2'240,"0"0"1,-1 0-1,0 0 0,1 1 0,-1-1 1,0 1-1,0-1 0,0 1 1,0 0-1,0 0 0,0 0 0,0 1 1,0-1-1,0 1 0,0-1 1,-1 1-1,1 0 0,0 1 1,0-1-1,0 0 0,-4 2 0,-8 1 794,0 2 0,1 0-1,-18 8 1,15-5-414,-39 16 1161,1 3 0,-64 43 0,64-33-1483,2 3 0,2 2 0,-86 91-1,109-102-822,-149 172-1763,96-96-1393,10 6-4266,45-64-1192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6.2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12685,'3'-1'1818,"0"-1"-1474,1 1 0,-1-1 0,1 1 0,0 0 0,0 0 0,-1 0 0,1 1 0,0-1 0,0 1 0,0 0 0,4 1 0,-2 0-146,0 0 1,0 1-1,0 0 1,0 1-1,0-1 1,0 1 0,6 4-1,12 8 57,-1 0 0,0 2-1,-1 0 1,0 2 0,-2 0 0,31 38-1,-40-42-208,0 0-1,-1 1 1,-1 0 0,0 0-1,-2 1 1,1 1-1,-2-1 1,0 1 0,-2 0-1,0 0 1,3 23-1,-6-8-7,0 1 0,-2-1 0,-2 0-1,-10 50 1,-42 121 271,26-132 1052,30-70-1297,-1 0 0,1 1 0,0-1 0,0 0 0,0 0 1,1 0-1,-1 0 0,1 0 0,-1 0 0,1 0 0,-1 0 1,1-1-1,0 1 0,0-1 0,3 3 0,5-4-60,-1 0 0,1 0 0,-1-1-1,0-1 1,14-3 0,-3 1-139,8-3-442,-1 0-1,0-2 0,49-24 0,-8 3-1206,-31 14-1080,66-41 0,-44 22-1828,11 4-3131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6:46.57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241 66 8057,'-10'-44'3780,"10"41"-2128,-7-10 1186,7 13-2758,-1-1 1,1 1-1,0 0 0,0-1 1,0 1-1,-1 0 0,1 0 1,0-1-1,0 1 0,0 0 1,-1 0-1,1-1 1,0 1-1,0 0 0,-1 0 1,1 0-1,0-1 0,-1 1 1,1 0-1,0 0 0,-1 0 1,1 0-1,0 0 1,-1 0-1,1 0 0,0 0 1,-1 0-1,1 0 0,0 0 1,-1 0-1,1 0 0,0 0 1,-1 0-1,1 0 1,-1 0-1,-12 12 753,9-6-688,0 0 1,0 1-1,1 0 0,-4 8 0,3-1 13,0 1 1,1-1 0,1 0-1,0 1 1,1 27 0,8 78 279,-6-106-406,3 4 14,0 1 1,1-1-1,0 0 1,2-1 0,0 0-1,17 30 1,-22-42-39,1-1 0,0 1 1,0-1-1,0 0 0,0 0 1,0 0-1,1 0 0,0-1 0,0 0 1,0 1-1,0-1 0,0-1 1,1 1-1,-1-1 0,1 1 1,0-1-1,9 2 0,-8-1 3,-2-3 5,-1-1 0,0 1 1,1 0-1,-1-1 0,0 1 1,1-1-1,-1 0 0,0 0 1,0-1-1,0 1 0,0-1 0,5-2 1,-5 1 12,0 0 1,-1-1-1,1 1 1,-1 0-1,0-1 1,0 0-1,0 1 1,0-1-1,-1 0 1,1 0-1,-1 0 1,0 0-1,-1 0 1,1 0-1,0 0 1,-1-1-1,0 1 1,0 0-1,0 0 1,-1 0-1,0-5 1,-2-11 74,-1 0 0,-10-32 1,6 27-31,-1 0 1,-2 1-1,-22-39 0,27 52-234,-2 0 0,1 1 1,-1 0-1,-1 0 0,0 1 0,0 0 0,-1 0 0,0 1 0,-13-8 0,15 13-473,1 0 1,-1 0 0,-1 1 0,1 0 0,0 1-1,0-1 1,-1 2 0,1-1 0,-1 1-1,1 0 1,0 1 0,-1 0 0,1 0-1,0 1 1,-1 0 0,1 1 0,-15 6-1,-15 20-7561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3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39 8609,'-24'16'11261,"5"-22"-9988,16 5-1078,-1 0 0,1-1 0,0 1 0,0-1 0,-1 1 0,1-1 0,0 0 0,0 0 0,1-1 0,-5-3 0,5 4-234,0 1 1231,2 1-1187,-1-1-1,0 1 1,0 0 0,1-1-1,-1 1 1,0 0 0,1-1 0,-1 1-1,0-1 1,1 1 0,-1-1-1,1 1 1,-1-1 0,1 1-1,-1-1 1,1 0 0,-1 1 0,1-1-1,0 0 1,-1 1 0,1-1-1,0 0 1,-1 0 0,1 0-57,0 1 1,0-1 0,0 1-1,0-1 1,0 1 0,-1-1-1,1 1 1,0-1 0,0 1-1,-1 0 1,1-1-1,0 1 1,-1-1 0,1 1-1,-1 0 1,1-1 0,0 1-1,-1 0 1,1 0 0,-1-1-1,1 1 1,0 0 0,-1 0-1,1 0 1,-1-1 0,1 1-1,-1 0 1,1 0-1,-1 0 1,1 0 0,-1 0-1,1 0 1,-1 0 0,1 0-1,-1 0 1,1 0 0,-1 0-1,1 1 1,-1-1 0,1 0-1,-1 0 1,1 0-1,-1 1 1,1-1 0,0 0-1,-1 0 1,1 1 0,-1 0-1,-30 8-4172,12-4-2132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4.20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39 1 5204,'32'19'16439,"-36"-19"-16320,-34-6 54,34 6 83,-3 3-281,-8 6 71,15-8-45,-1-1 0,1 1 0,0 0 0,0-1 0,-1 1 1,1-1-1,0 1 0,0 0 0,0-1 0,0 1 0,0 0 0,0-1 1,0 1-1,0 0 0,0-1 0,0 1 0,0-1 0,0 1 0,1 0 1,-1-1-1,0 1 0,0-1 0,1 1 0,-1 0 0,1 0 0,5 12-5,-5-11-34,2-2-1206,33-3-1755,-33 3 274,15-3-9522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5.5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8653,'-10'10'2427,"4"-2"-367,18-9-2113,-1 0-2591,32-2-4815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5.9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 77 10173,'0'1'82,"0"0"1,1-1-1,-1 1 1,1-1-1,-1 1 1,0-1-1,1 1 1,-1-1-1,1 1 1,0-1-1,-1 1 0,1-1 1,-1 0-1,1 1 1,0-1-1,-1 0 1,1 0-1,-1 1 1,1-1-1,0 0 1,-1 0-1,1 0 0,0 0 1,0 0-1,-1 0 1,1 0-1,1 0 1,10-14 2273,-6 3 6149,-23 5-8607,-13-17-2142,3 2-6497,5 11-531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7.4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43 20 10913,'-43'-3'13342,"76"-6"-17168,-3 6-2501,-14 2 4061,43-2-6586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6.5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150 106 10745,'0'0'3320,"-3"-3"-1724,-24-23 1132,25 23-1686,1 2-933,0 1 1,1-1-1,-1 0 0,0 0 1,1 0-1,-1 0 0,1 1 0,0-1 1,-1 0-1,1 0 0,0 0 0,-1 0 1,1 0-1,0 0 0,0 0 1,0-1-1,-6-16 2798,4 14-2427,0 1-1,0 0 1,0 0-1,-1 1 1,1-1-1,-1 0 0,0 1 1,0-1-1,0 1 1,0 0-1,0 0 1,0 0-1,-1 1 1,-6-3-1,18 23 783,-1 1-1240,-1-1 0,-1 1 1,-1-1-1,2 25 0,0 0-16,-1-12-6,-3 0 0,0 1 0,-5 49 0,-20 97 0,2-26 0,15-75-285,-21 153-7289,9-116-612,9 2-5552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3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78 29 11637,'0'0'11294,"-2"-1"-10397,-6-2-153,0 0 1,0 0-1,1-1 0,0 0 1,-7-5-1,12 7 68,-9 21-16605,1 0 5464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7.96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206 97 11397,'-17'-13'11356,"5"2"-9045,1 1 5357,8 6-7641,2 2-26,0 1 0,0-1-1,0 1 1,0-1-1,0 1 1,0 0 0,-1-1-1,1 1 1,0 0-1,-1 0 1,1 0-1,-4-2 1,-25-4-1,-12-3 0,34 9 0,-26-6 0,29 4 28,4 2-112,0 0 0,0 0 0,0 0 0,0 0 0,0 0 0,0 1 0,0-1 0,0 0 0,0 1 0,0-1 0,0 1 0,-1-1 0,1 1 0,0 0 0,0-1 0,0 1 0,-1 0 0,1 0 0,-2 0 1,25 28-7167,-20-26 6362,0-1-1,0 1 1,1-1-1,-1 1 1,0-1-1,1 0 1,-1 0-1,1 0 1,0-1-1,-1 1 1,5 0 0,19 5-9333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7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53 122 13889,'12'-7'211,"-11"3"973,-23 0 2949,-9-1 526,31 5-4585,-1 0 1,1 0-1,-1 0 1,0-1-1,1 1 0,-1 0 1,1 0-1,-1 0 1,1-1-1,-1 1 1,1 0-1,-1-1 1,1 1-1,-1 0 1,1-1-1,-1 1 1,1 0-1,-1-1 0,1 1 1,0-1-1,-1 1 1,1-1-1,0 1 1,0-1-1,-1 1 1,1-1-1,0 0 1,0 1-1,0-1 0,-1 1 1,1-1-1,0 1 1,0-1-1,0-1 1,4-1 73,0 0 0,1 1 0,-1-1 0,1 1 0,-1 0 0,1 0 1,0 0-1,0 1 0,5-2 0,-8 3-127,69-16-864,-1 2-1,129-6 1,-79 10-3404,-101 8 1935,1 1 0,-1 0 0,38 5 1,-1 5-6865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8.9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29 144 10993,'0'0'4136,"-14"10"-2283,-1-7 4183,26-13-5168,3 4-604,25-7-508,25-12-612,-14 2-828,6-5-700,5 5-3277,2-5-4676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9.2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18 9665,'-16'-2'2068,"-23"-4"4769,13 5 239,51-4-6365,-19 4-648,0 0 0,0 0 0,0 1 1,0-1-1,1 1 0,-1 1 0,11 1 0,3 2-8,0 0-1,0 2 0,-1 1 0,0 0 0,0 1 1,-1 1-1,1 1 0,18 14 0,-29-19-46,-1 1 0,0 0 0,0 0 0,0 0 0,-1 1 0,0 0 0,0 0 0,0 1 0,-1-1 0,0 1 0,-1 1 0,0-1 0,0 0 0,-1 1 0,0 0 0,0 0 0,-1 0 0,0 0 1,-1 0-1,1 19 0,-4-10 14,0 0 0,-1 0 0,-1-1 0,0 1 0,-12 26 1,-43 84 30,6-15-22,47-101-28,1 0-1,1 1 1,0-1 0,1 1-1,0 0 1,1 0 0,1 0-1,-1 0 1,3 23 0,0-32-39,0 0 0,0-1 0,0 1 0,1-1 0,0 0 1,-1 1-1,1-1 0,0 0 0,1 0 0,-1 0 1,1 0-1,-1-1 0,1 1 0,0 0 0,0-1 1,0 0-1,0 0 0,4 2 0,7 7-284,-9-7 28,0 0 0,1-1 0,-1 1 0,1-1 0,-1 0 0,1-1 0,0 1 0,0-1 0,0-1 0,0 1 0,1-1 0,-1 0 0,0 0 0,1 0 0,-1-1 0,11-1 0,-1-2-1706,1 0 0,0-1 0,-1-1-1,21-8 1,-33 11 1442,34-10-7711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09.5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143 67 9037,'-11'-9'3564,"7"-13"-2148,-3 6 892,-7 6-1447,-4 0 1247,-3 17-3260,-4-1-260,15 7-429,-1 0-2459,-10 6-3305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0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5 121 11357,'-1'-1'552,"0"-1"0,0 0 0,1 0-1,-1 0 1,1 0 0,0 0 0,-1-1 0,1 1 0,0 0-1,0 0 1,1 0 0,-1 0 0,0 0 0,1 0 0,-1 0 0,1 0-1,-1 0 1,1 0 0,0 0 0,0 1 0,0-1 0,1-2-1,1 1-261,0 0-1,0 0 1,1 0-1,-1 0 1,0 1-1,1 0 1,0-1-1,-1 1 1,1 0-1,6-1 1,10-4-394,0 2 1,1 0-1,31-2 0,-46 6 647,226-18 415,-196 19-866,-1 1-1,0 1 1,1 3-1,52 12 0,-81-15-82,1 0-1,0 1 0,-1 0 1,0 0-1,0 1 1,0 0-1,0 0 0,0 0 1,-1 1-1,0 0 0,0 0 1,0 1-1,0-1 1,-1 1-1,0 1 0,-1-1 1,1 1-1,-1-1 0,0 1 1,-1 1-1,0-1 1,0 0-1,0 1 0,-1-1 1,0 1-1,0 0 0,-1 0 1,0 0-1,-1 0 1,0 0-1,-1 14 0,-6 7 9,-1 0-1,-2-1 1,0 0-1,-2-1 1,-25 43-1,19-36 3,1-4-5,-2-2 0,-2 0-1,-23 26 1,25-33 12,0 2-1,2 0 0,0 2 1,-25 50-1,41-72-21,0 1 0,0-1 0,0 1 0,1-1 0,-1 1-1,1 0 1,0-1 0,0 1 0,0 0 0,1-1 0,-1 1-1,1 0 1,0-1 0,0 1 0,0-1 0,0 1 0,1-1-1,0 0 1,-1 1 0,1-1 0,0 0 0,0 0-1,1 0 1,-1-1 0,5 5 0,7 7-1,1-2 0,0 0 0,28 17 1,-30-20-3,13 7 3,-6-4-5,0 1-1,-1 1 1,0 1-1,22 23 1,-37-33 1,1 0 0,-1 1 0,0 0 1,0 0-1,-1 0 0,0 0 0,0 0 1,0 1-1,-1-1 0,0 1 0,0 0 1,0 0-1,-1-1 0,0 1 0,-1 0 1,0 0-1,0 0 0,0 0 0,-2 11 1,-1-6 5,-1-1-1,1 0 1,-2 0 0,0 0 0,0 0 0,-1-1 0,0 0 0,0 0 0,-1 0-1,-10 9 1,-13 13 65,-46 38-1,16-23-18,-3-2 1,-103 55-1,160-97-54,-17 11-733,1 2 1,1 0-1,-19 20 0,33-30-2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313 10 12169,'-22'-10'11058,"19"12"-9695,-7 2-790,7-4-454,1 1 0,-1 0-1,0 0 1,1 0-1,0 1 1,-1-1 0,1 1-1,0-1 1,0 1 0,-1 0-1,1 0 1,1-1-1,-1 1 1,0 1 0,0-1-1,1 0 1,-3 4-1,-2 9 264,1-1 0,0 1-1,1 0 1,1 1 0,-2 26-1,-9 38 419,5-42-413,2 1 0,1 0-1,-1 78 1,7-91-308,2-1 0,1 0 0,1 0 1,1 0-1,1 0 0,1 0 0,14 29 0,-3-18-26,1-1 0,27 35 0,-25-40-40,-1 1 1,25 55-1,-39-72-13,0 0 0,-1 1-1,-1-1 1,5 31 0,-9-38 0,1 1 0,-2-1 0,1 1 0,-1-1 0,0 0 1,-1 1-1,1-1 0,-1 0 0,-1 0 0,0 0 0,0 0 0,-4 8 0,0-5-2,1-1 0,-2 1 0,1-2 0,-1 1 0,0-1 0,-1 0-1,0 0 1,-19 12 0,-1-3-176,-57 25-1,5-11-924,23-16-2533,31-13 596,26-3 2721,0 1 0,0 0 0,0 0 0,0 0 1,1-1-1,-1 1 0,0-1 0,0 1 0,0 0 1,1-1-1,-1 1 0,0-1 0,0 0 0,1 1 1,-1-1-1,0 1 0,1-1 0,-1 0 0,1 0 1,-1 1-1,1-1 0,-1 0 0,1 0 0,0 0 1,-1 1-1,1-1 0,0 0 0,0 0 0,0 0 1,-1-2-1,5-20-11426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5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1 387 14469,'0'-3'5283,"1"-1"-4927,-1-1 1,1 1-1,1 0 1,-1 0-1,0 0 1,1 0-1,0 0 1,0 0-1,0 1 1,1-1-1,-1 1 1,1-1-1,0 1 1,0 0-1,0 0 0,0 0 1,0 0-1,5-2 1,12-9 472,43-24-1,-48 30-385,289-146 1849,-145 96-3261,-112 45-1241,71-11 0,-60 20-1848,-19 9-2489,0 7-5392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0.7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49 18286,'-21'-7'9745,"31"17"-6937,8 0-880,3-7-1928,1-3 0,-12-13 0,8 0 0,-14-6 0,3 0-3008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7:11.6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36 9325,'-5'-8'896,"-5"-6"9786,7 17-9170,-2 5-1056,0-1-1,1 1 0,-1-1 0,1 1 0,1 0 0,0 1 0,0-1 0,-2 9 0,0 12 431,-3 33-1,1-6 324,4-36-908,1-1 0,1 1 1,1 0-1,0-1 0,2 1 0,0-1 1,1 1-1,1-1 0,10 28 0,-11-39-290,0 0 0,1 0-1,-1-1 1,2 1-1,-1-1 1,1 0-1,1 0 1,-1-1-1,1 0 1,0 0-1,0 0 1,1 0 0,0-1-1,0 0 1,0-1-1,0 0 1,1 0-1,0 0 1,0-1-1,0 0 1,0 0-1,0-1 1,0 0-1,12 0 1,3 0-11,0-2 0,-1 0 0,1-2 0,-1 0 0,1-2 0,38-11 0,-2-3 0,72-34 0,-9-7-700,119-75 1,-67 22-3906,-4-5-5346,-46 33-3877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66 106 10037,'-41'-102'7002,"39"99"-4699,2 3-2225,-1 0 0,0 0 0,0 0 0,0 1 0,0-1 0,0 0 0,1 1 0,-1-1 1,0 1-1,0-1 0,0 1 0,1-1 0,-1 1 0,0-1 0,1 1 0,-1 0 0,1-1 0,-1 1 0,1 0 1,-1 0-1,1-1 0,-1 1 0,1 0 0,-1 0 0,1 0 0,0-1 0,-1 2 0,-3 27 873,23 210 2327,-8-134-2629,99 704 1095,42-6-5506,-57-399-961,-16-144-2153,-9-70-2929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6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833 285 13757,'-1'-1'99,"0"0"0,0 1 0,0-1 0,-1 1 0,1 0 0,0-1 0,0 1 0,0 0 0,-1 0 0,1-1 0,0 1 0,0 0 0,-1 0 0,1 0-1,0 1 1,0-1 0,-1 0 0,1 0 0,0 1 0,0-1 0,0 1 0,-1-1 0,-1 2 0,-19 21 1564,11-9-1002,9-12-554,1-1 0,0 1 0,-1-1 0,1 1 0,0-1 0,0 1 0,0 0-1,0-1 1,0 1 0,0 0 0,1 0 0,-1 0 0,1 0 0,-1 0 0,1 0 0,0-1-1,-1 1 1,1 0 0,0 0 0,0 0 0,0 0 0,1 3 0,0 12 431,1 44 689,3 0 0,14 68 0,38 119 85,-37-180-1083,2-1-1,3-2 0,3 0 0,3-1 0,66 101 0,-65-120-146,1-2-1,3-1 0,1-2 0,1-2 0,3-1 0,1-2 0,92 58 1,-101-74-66,1-2 0,0-2 0,1-1 0,1-1 0,0-2 1,1-2-1,0-2 0,1 0 0,-1-3 0,70-1 0,-84-4-27,0-1 0,0-1-1,0-2 1,0 0 0,-1-1 0,1-1-1,-1-1 1,24-13 0,-31 12-3,1-1 0,-1 0 0,-1-1 0,0 0 0,0-1 0,-2-1 0,1 0 0,-1-1 0,-1 0 0,-1 0 0,14-25 0,-12 14-16,-2 1 0,0-2-1,-2 1 1,-1-1 0,0-1 0,-2 1 0,-2-1 0,0 0 0,-1 0 0,-2 0 0,-1 0 0,-5-35 0,-2 16-4,-1-1-1,-3 2 1,-1-1-1,-3 2 1,-1 0-1,-30-53 1,15 39-22,-3 3 0,-2 0 0,-3 3 0,-2 1 0,-2 2 0,-2 3 0,-102-81 0,82 81-23,-2 2 0,-1 3 0,-3 4 0,0 2-1,-3 4 1,-87-25 0,61 26-417,-2 5 0,0 5 0,-2 4 0,0 5 0,-148 2 1,213 11-445,0 2 0,0 2 0,1 1 0,0 2 0,0 2 0,1 2 0,-48 22 0,75-30 70,0 1 0,0 0 0,1 1-1,0 0 1,-12 11 0,15-11-460,1 0 0,1 1 0,-1 0 0,1 0 0,-6 12 0,11-20 1271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2.8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17 12545,'-47'-16'1664,"26"32"-340,-4 19-71,15 10 19,6 9-256,11 16-188,11 16-160,10 23-140,8 15 52,3 13-384,10 3-408,5-6-404,6 0-452,7-9-388,8-4-520,3-9-2889,-8-10-3832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3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172 968 9025,'-39'-16'593,"29"12"-337,0 0 0,1 0 0,-1-1 0,1 0 0,0-1 1,0 0-1,1 0 0,-15-15 0,20 18-92,-1-1 0,1 1-1,0-1 1,0 0 0,1-1 0,-1 1-1,1 0 1,0-1 0,0 1 0,0-1-1,0 0 1,1 1 0,0-1 0,0 0-1,0 0 1,1 0 0,0 0 0,0 0-1,0 0 1,0 0 0,1 0 0,0 0-1,0 1 1,0-1 0,0 0 0,1 0-1,0 1 1,0-1 0,4-6 0,4-6-23,1 1 0,0 0 1,1 1-1,0 0 0,2 1 1,16-14-1,37-29 137,3 3 0,79-45 0,163-79-50,-135 80-174,-134 73-40,138-71-113,-174 93 100,1-1 0,-1 2 1,1-1-1,0 1 0,0 0 1,0 1-1,0 0 0,13 0 1,-18 1 0,0 0 1,0 1 0,0-1 0,0 1 0,-1 0 0,1 0 0,0 0-1,0 0 1,-1 1 0,1-1 0,-1 1 0,1-1 0,-1 1 0,0 0 0,1 0-1,-1 0 1,0 0 0,0 0 0,0 1 0,-1-1 0,1 0 0,-1 1 0,1 0-1,-1-1 1,0 1 0,2 5 0,3 14-5,0 1-1,-2 0 1,-1 0-1,-1 0 1,-1 47 0,0-21-29,0 6-16,9 191-264,-6-204 222,2-1-1,1 0 1,2-1 0,2 0 0,20 49 0,-24-73 36,0 1 0,1-1 0,1-1 0,1 1 0,0-1 0,1-1-1,0 0 1,1-1 0,1 0 0,0-1 0,1 0 0,0-1 0,0 0 0,27 13 0,-30-19 30,0 0 0,0-1 0,1-1-1,-1 0 1,1 0 0,0-1 0,0-1 0,0 0 0,0-1 0,0 0 0,0 0 0,0-1-1,-1-1 1,19-5 0,-14 2 64,-1 0-1,0-1 1,-1-1-1,1 0 1,-1-1-1,-1-1 1,0 0-1,0-1 1,0 0-1,14-17 1,-1-2 220,-2-1 0,-1 0 1,-1-2-1,28-57 0,52-145 1492,-54 117-756,-44 107-919,0 1 0,0 1 0,0-1 0,1 0 1,1 1-1,-1 0 0,1 1 0,1-1 0,-1 1 0,1 0 0,14-10 0,-19 16-64,0 0-1,0 0 0,0 0 0,0 1 1,0-1-1,0 1 0,0-1 0,0 1 1,0 0-1,0 0 0,0 0 0,0 0 1,0 0-1,0 0 0,0 0 0,0 1 1,0-1-1,0 1 0,0-1 0,0 1 0,0 0 1,-1 0-1,1 0 0,2 1 0,4 2 22,8 4 8,-1 0 0,0 1 0,-1 1 0,0 1 0,0 0 0,19 21 0,71 89 71,-83-95-106,88 108-476,91 115-3000,-72-78-3579,-38-42-2078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29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312 1876 10273,'-1'-21'377,"1"0"0,1 1 1,0-1-1,2 0 0,0 1 0,1 0 0,1-1 1,12-28-1,12-33 765,-3 0-1,22-131 1,-38 164-916,66-482 1000,-40-2 337,-35 527-1533,1-25 108,0 4 41,-1 1-1,-1 0 1,-4-29 0,-5 95 433,-6 89 45,4 206 0,10-271-567,11 1069 846,-5-846-771,81 1231 258,-23-1081-336,-54-385-77,195 878 136,-39-417-80,-117-391-146,5-2-1,75 120 0,-96-186-109,3-2-1,75 85 1,-94-119-36,1-1 0,2 0 0,-1-1-1,2-1 1,0-1 0,0-1 0,2-1 0,-1 0-1,47 16 1,-60-25 104,0-1 0,1 0 0,-1-1 0,1 0 0,-1 0 0,1-1 0,-1 0 0,1 0 0,0-1 0,-1 0 0,1-1 0,-1 0 0,0 0 0,0 0 0,1-1 0,-2-1 0,1 1 0,0-1 0,-1-1 0,0 1 0,0-1 0,0-1 0,0 1 0,-1-1 0,0 0 0,0 0 0,-1-1 0,9-13 0,-2 2 1,-2 0-1,0-1 0,-2 0 1,0 0-1,-1-1 0,0 0 1,-2-1-1,-1 1 0,0-1 1,1-36-1,-5 25 199,-1 0 0,-2 0 0,-1 0 1,-1 0-1,-2 1 0,-16-46 0,8 36 119,-2 2 1,-2 0-1,-2 1 0,-33-46 0,6 22 166,-2 2 1,-4 2-1,-1 3 0,-126-96 0,-355-204 1071,-13-8-412,503 328-913,0-3 0,3-1 0,1-2-1,-63-79 1,91 101-93,1-1 1,1 0-1,0-1 1,2-1-1,1 1 1,0-2-1,1 1 1,2-1-1,0 0 1,2 0-1,0-1 1,2 1-1,0-1 1,3-36-1,5 15-19,1 0 0,3 1 0,1 0 0,2 1 0,3 0 0,35-71 0,-6 32-42,3 1 1,75-93-1,-46 80 7,5 3 0,3 5-1,4 3 1,130-94-1,424-244-135,-245 187 147,11 26-32,-386 197 40,3-2 12,1 1-1,0 2 1,1 0 0,-1 2-1,2 1 1,40-5 0,-64 12-6,1-1 1,-1 1-1,0 0 1,1 1-1,-1-1 0,0 1 1,0 0-1,0 1 1,1-1-1,-1 1 1,-1 0-1,1 0 1,0 1-1,0-1 1,-1 1-1,1 0 1,-1 0-1,0 1 0,0-1 1,0 1-1,4 5 1,-4-2-49,1 0-1,-1 1 1,-1-1 0,0 1-1,0 0 1,0 0 0,-1 0 0,0 0-1,0 0 1,-1 1 0,0-1 0,-1 15-1,-4 35-689,-3 0-1,-2-1 1,-25 87 0,8-37-770,15-58 790,-47 241-3230,54-244 3479,4-46 485,0 0-1,0 0 1,0 0-1,0 0 1,-1 1-1,1-1 1,0 0-1,0 0 1,0 0 0,0 0-1,0 1 1,0-1-1,0 0 1,0 0-1,0 0 1,0 0-1,1 1 1,-1-1-1,0 0 1,0 0-1,0 0 1,0 0-1,0 1 1,0-1-1,0 0 1,0 0-1,0 0 1,0 0-1,1 0 1,-1 1-1,0-1 1,0 0-1,0 0 1,0 0-1,0 0 1,1 0-1,-1 0 1,0 0-1,0 0 1,0 0-1,0 0 1,1 0-1,-1 0 1,0 0-1,0 0 1,0 1-1,0-1 1,1-1-1,-1 1 1,0 0-1,0 0 1,0 0-1,1 0 1,11-20 201,11-33 107,31-63 824,-34 81-352,2 0 0,43-52-1,-55 75-605,1 1 0,0 0 0,1 1 0,0 1 0,1-1 0,0 2 0,0 0 0,1 1 0,0 0 0,20-6 0,56-14 247,42-14-20,-99 25-319,-1-2 0,0-1 0,-2-1 0,46-40 0,-21 17 485,-46 36-323,0 0 0,0 1 0,14-7-1,-22 13-218,0-1 0,0 1 0,0 0 0,0-1 0,0 1-1,1 0 1,-1 0 0,0-1 0,0 1 0,0 0 0,1 0 0,-1 0-1,0 1 1,0-1 0,0 0 0,0 0 0,1 1 0,-1-1 0,0 0-1,0 1 1,0-1 0,0 1 0,0 0 0,0-1 0,0 1 0,0 0 0,0 0-1,0-1 1,0 1 0,0 1 0,18 32 231,-15-25-179,9 19 41,-8-16-87,1 0 0,0 0-1,1-1 1,0 0 0,15 18 0,-11-17-73,0 0 1,0-1-1,1 0 0,0-1 1,22 14-1,-27-20-175,1 0-1,-1-1 1,1 1 0,0-2-1,-1 1 1,1-1 0,0 0-1,1 0 1,-1-1 0,0-1-1,0 1 1,1-1-1,-1 0 1,15-3 0,-10 0-119,1-1 0,-1 0 0,0-1 0,0-1 1,-1 0-1,0 0 0,0-1 0,0-1 0,-1 0 1,0-1-1,0 0 0,-1 0 0,13-16 0,-13 12-60,0 1 0,-1-2-1,-1 1 1,0-1-1,0-1 1,-2 1 0,0-1-1,0-1 1,-1 1-1,-1 0 1,3-29 0,-1-32-2387,0-6-802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4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 52 7165,'-11'-19'1588,"1"0"1504,24 12-2472,4 1 256,10 15-856,18 14-432,-7-7-464,0 12-2660,11 1-2017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60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1 11121,'-12'28'1617,"2"1"1,0 1-1,2 0 1,-8 54-1,0 126 2390,19-77-2212,33 222 1,-20-231-1329,10 66-608,8-1 0,61 192 1,-54-259-1352,56 119-1,-52-147-1759,100 151 0,-119-206 425,38 40-1,39 23-5895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4.7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96 183 14193,'-53'-51'2132,"32"16"-247,10 22-309,4-6-268,3 0 492,11 0-1560,1 3-512,6 12-1004,7-2-1012,14 12-3457,19 4-4824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5.0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19 1274 19042,'-2'-6'120,"-2"-5"201,0-1 1,1 0 0,1 0-1,-1-12 1,2 19-195,1 0 1,1 0-1,-1 1 1,1-1-1,0 0 0,0 1 1,0-1-1,1 1 1,-1 0-1,1-1 1,0 1-1,1 0 1,-1 0-1,4-5 0,8-7 408,0 0 0,0 1-1,2 1 1,0 0-1,0 1 1,27-16-1,-1 5 577,84-35 0,36 1-24,210-45 0,-322 90-973,884-180-273,-562 123-941,515-113-2781,-447 79 4,-6-12-3979,-144 32-3220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5.2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163 196 9373,'-34'-39'715,"-85"-89"4439,118 127-4938,1 1-1,-1-1 1,0 0 0,1 1 0,-1-1-1,0 0 1,1 0 0,-1 1-1,1-1 1,-1 0 0,1 0-1,-1 0 1,1 0 0,0 0-1,-1 0 1,1 0 0,0 0 0,0 0-1,-1-1 1,2 1-154,-1 1 1,0-1-1,1 0 0,-1 1 1,0-1-1,1 1 0,-1 0 1,0-1-1,1 1 0,-1-1 1,1 1-1,-1-1 1,1 1-1,-1 0 0,1-1 1,-1 1-1,1 0 0,-1 0 1,1-1-1,0 1 0,-1 0 1,1 0-1,0 0 0,3-1 54,-1 1 0,1-1-1,0 1 1,0 0-1,-1 0 1,1 1-1,0-1 1,0 1-1,4 1 1,16 8 539,-1 1-1,36 23 1,-10-6-66,141 77 788,176 101 110,-14 23-550,-206-118-445,239 233 1,-295-249-330,-4 4 1,-5 3 0,93 152 0,-140-197-131,-3 2 0,-2 1 1,-3 1-1,-2 1 0,-3 2 0,-3 0 0,-3 0 1,-3 2-1,-2 0 0,-4 0 0,-2 1 0,-8 107 0,-3-107-237,-4-1 0,-2-1-1,-3 0 1,-3 0-1,-2-2 1,-4-1-1,-44 83 1,27-74-603,-2-1 0,-4-2 1,-3-3-1,-2-2 0,-100 92 1,-107 58-3525,74-86-1335,-62 23-5511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6.11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42 7181,'-26'-14'1575,"-13"-12"4915,37 25-5019,0 4 11,-7 20-607,0 1-1,2 0 1,0 0-1,2 0 1,1 1-1,0 0 1,2 0-1,1 26 1,4 29 257,17 98 0,6-14-1209,56 185 0,94 149-9068,-124-389 3053,8-13-3867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6.85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1 540 12457,'7'-145'1858,"-4"124"-1360,-1 1 0,2-1 0,1 1 0,1 0 0,0 0 0,2 0 0,0 1 0,1 0 0,1 1 0,0 0 0,2 0 0,0 1 0,1 1 0,29-29 0,-33 36-394,1 1-1,0 0 1,0 1-1,0 0 0,1 0 1,1 1-1,-1 1 1,1 0-1,-1 1 0,2 0 1,-1 0-1,0 1 1,0 1-1,1 0 0,0 1 1,-1 0-1,1 1 0,0 1 1,-1 0-1,1 0 1,-1 1-1,1 1 0,-1 0 1,15 6-1,-15-4-55,0 1-1,0 0 1,0 1-1,-1 0 0,0 1 1,19 17-1,-11-5-28,-1 0 0,25 36-1,-16-16-177,24 49-1,81 167-694,-87-172 354,4-2-1,69 89 0,-94-138 357,37 48-195,-13-19-145,78 133 1,-115-175 433,-2 0 0,0 0 0,-1 1 0,-1 0 0,-1 0 0,-1 1 0,-1 0 0,0 0 1,-2 0-1,-1 0 0,-2 37 0,-5-24 21,-1-1-1,-2-1 1,-1 0 0,-1 0-1,-2-1 1,-2 0 0,-27 46-1,-13 7-25,-85 102 0,-52 27 26,0 1 26,186-208 8,0 0 0,1 0 0,0 0 0,1 1 0,0 0 0,-5 11 0,9-16-1,6-4-3,35-10 7,-1-2 0,51-23 0,81-47-231,-65 30 15,66-28-350,624-326-2577,-758 382 2596,69-54-1,-100 74 381,0 1 0,1 0 0,-1 0 0,10-2 1,-5 2-207,-37 13 269,20-7 106,-1-1 1,1 0 0,0-1 0,-1 1 0,1-1-1,-1 1 1,1-1 0,0-1 0,-1 1 0,1-1-1,-1 1 1,-5-3 0,8 2 9,1 1-1,-1-1 1,0 0-1,0 0 1,1 1-1,-1-1 1,0-1-1,1 1 1,-1 0-1,1 0 1,-1 0-1,1-1 1,0 1-1,0-1 1,0 1-1,-1-1 1,1 0-1,1 1 1,-1-1-1,0 0 1,0 0 0,1 1-1,-1-1 1,1 0-1,-1 0 1,1 0-1,0 0 1,0 0-1,0 0 1,0 1-1,0-1 1,0-3-1,2-3 18,0 1 0,0 0-1,0-1 1,1 1 0,0 0-1,1 1 1,7-13 0,37-44 119,16-4 393,2 2-1,3 4 0,144-99 1,-200 152-440,0 0 0,0 1 0,0 0 0,1 1 0,19-5 1,-29 10-89,-1 0 1,1 1 0,0 0 0,-1 0-1,1 0 1,-1 0 0,1 1-1,4 0 1,1 1 1,-5-2-13,17-11-24,-10 5 13,-1 0-1,0-1 0,0-1 0,-1 1 0,0-2 1,0 1-1,8-11 0,54-75-7,-57 73 14,59-82 86,95-130 810,-110 147-149,-39 57-350,1 1 0,26-30 1,-44 55-365,0 1 0,0 0 1,0 0-1,0 0 0,0 0 1,1 1-1,-1-1 1,0 1-1,1-1 0,-1 1 1,1 0-1,0 0 1,0 0-1,-1 0 0,1 0 1,3 0-1,-5 1-23,1 0 0,-1 1 0,1-1 1,-1 0-1,0 1 0,1-1 0,-1 1 0,1 0 0,-1-1 0,0 1 1,0 0-1,1 0 0,-1 0 0,0 0 0,0 0 0,0 0 0,0 0 1,0 0-1,0 0 0,0 1 0,1 1 0,3 9 14,0 0 0,-1 0 1,0 1-1,-1-1 0,3 21 0,-2-12 0,27 159-1013,-3-14-2325,-1-57-2814,-4-38-2159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7.0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89 134 10125,'25'-24'508,"-17"15"-249,1 0-1,0 1 0,0 0 1,1 0-1,-1 1 1,2 0-1,-1 1 0,1 0 1,17-6-1,-11 6 200,-5 1-115,1 1-1,0 0 1,0 1 0,0 0 0,1 1 0,-1 0 0,1 1 0,16 1 0,-10 2-35,1 0 0,-1 1 1,1 1-1,22 8 0,-35-9-239,1 0 0,-1 1 0,-1-1 0,1 2 0,0-1 0,-1 1 0,0 0-1,0 0 1,0 1 0,-1 0 0,0 0 0,0 1 0,-1 0 0,6 8 0,-4-2-13,-1 1 0,-1 0-1,0-1 1,-1 2 0,0-1 0,-2 0 0,1 1 0,-2-1 0,0 1 0,-1 0-1,0-1 1,-1 1 0,0 0 0,-2-1 0,-5 23 0,-4 4 3,-1 0 1,-3-1 0,-1 0-1,-23 39 1,10-28-267,-2-1 0,-3-1 0,-1-2-1,-64 64 1,60-73-1399,-1-1 0,-74 48-1,52-41-2947,14-10-2581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4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1011 10533,'1'-16'495,"0"10"-197,-1-1-1,1 0 1,0 1 0,1-1-1,-1 0 1,1 1 0,1 0-1,-1-1 1,5-7 0,22-42 2519,-23 41-2301,1 0 0,1 1 0,17-24 0,17-12 190,2 2 1,57-48 0,109-75-343,-112 93-738,71-61-2191,-8 5-4916,-76 66-485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7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9645,'0'0'5586,"2"1"-4611,13 8-492,0 0 0,0 1 1,-1 0-1,0 2 0,15 15 0,3 3-124,155 126 695,-65-57-597,157 167 0,-268-254-438,192 233 233,-185-220-278,-2 2 0,0 0 0,-2 0 1,0 2-1,-2-1 0,-2 2 0,0-1 0,5 34 0,-13-47-28,0 1 0,-1 0 1,-1 0-1,-1-1 0,0 1 1,-1 0-1,-1-1 0,0 1 0,-8 22 1,2-16-93,-1-1 0,0-1 1,-2 1-1,0-2 0,-29 37 0,2-14-466,-2-1-1,-1-2 0,-2-3 1,-82 55-1,-254 146-7668,262-172 2551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38.9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 80 11137,'0'0'1280,"-7"-19"-136,0 3 48,7-6-3120,-4-1-1804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0.3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29 549 12345,'-29'-7'8559,"33"8"-6891,6-1-1238,-1 1 0,0-2 0,1 1 0,-1-1 0,0-1 0,13-2 0,59-23 614,-54 18-713,506-205-555,-361 141-1959,167-69-8058,-162 71-1084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1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82 12397,'-37'-37'2282,"36"36"-2103,0-1 0,0 1 0,1 0-1,-1 0 1,1-1 0,-1 1 0,1 0-1,0-1 1,-1 1 0,1-1 0,0 1-1,0-1 1,0 1 0,0 0 0,0-1-1,0 1 1,0-1 0,1 1 0,-1 0-1,0-1 1,1 1 0,0-2 0,0 0 576,-2 2-571,1 0 0,-1 1 1,0-1-1,1 1 1,-1-1-1,0 1 0,1-1 1,-1 1-1,0 0 0,0-1 1,0 1-1,1 0 0,-1 0 1,0 0-1,0-1 0,0 1 1,0 0-1,1 0 0,-3 0 1,2 0 175,1 0-256,-1 0 0,0-1 0,1 1-1,-1 0 1,0 0 0,1 0 0,-1 0 0,0 0 0,1 0 0,-1 0 0,0 0 0,1 0 0,-1 0 0,0 0-1,1 0 1,-1 0 0,1 0 0,-1 1 0,0-1 0,1 0 0,-1 0 0,0 1 0,6 14 2182,0-4-2186,113 291 3662,-97-239-3381,120 389-117,-56-169-273,9-4-1009,5 18-3251,-14 1-7998,-56-181 38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3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1154 14293,'-4'-61'733,"0"-1"966,6-90 0,2 99-378,3 1-1,2 0 0,2 1 0,24-69 0,-21 84-915,0 1 1,3 0-1,1 1 0,1 0 0,2 2 1,43-52-1,-46 63-362,2 1 0,0 0 0,1 2 0,1 0 0,1 2 0,0 0 0,1 2 1,0 0-1,2 2 0,-1 1 0,1 1 0,54-14 0,-34 12-398,0 1 1,0 2-1,1 2 1,0 2-1,1 3 1,-1 1-1,61 7 1,-61 2-368,0 2 0,-1 1 0,0 3 0,-1 1 0,0 3 1,62 34-1,-71-31-874,-2 2-1,0 0 1,-1 3 0,46 46 0,38 68-7955,-117-140 9534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4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1376 11277,'-71'32'4704,"53"-45"-1995,0-3-621,25-26-372,18-28-332,11 0-284,27-19-224,19-20-252,21-12-552,10-16-780,11-7-764,-3-9-964,13 3-376,12 7-2885,-8-7-4744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1.9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 11209,'0'0'11,"14"-8"5300,-12 19 392,-3 0-6318,2-2 1027,0 0 0,0 0 1,1 1-1,1-1 0,-1 0 0,1 0 0,1-1 0,7 15 0,48 72 1567,-21-37-1138,55 108 818,92 228 0,41 194-1280,-74-181-2693,-82-222-11,14 34-2509,-24-75-3140,-14-43-3440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2.95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1879 11797,'6'-14'688,"0"0"1,1 0-1,1 1 0,0 0 1,15-17-1,-21 27-561,1 0 0,-1 1 0,0 0 1,1 0-1,0-1 0,-1 2 0,1-1 0,0 0 1,0 0-1,0 1 0,0 0 0,1 0 0,-1-1 1,0 2-1,0-1 0,1 0 0,-1 1 0,1 0 1,-1-1-1,0 1 0,1 0 0,-1 1 0,0-1 1,1 1-1,-1 0 0,0-1 0,1 1 0,-1 1 1,0-1-1,0 0 0,4 3 0,0 1-48,0 0 1,-1 0-1,0 0 0,0 0 1,0 1-1,-1 0 0,1 1 1,-2-1-1,1 1 0,-1 0 0,0 0 1,0 0-1,-1 0 0,4 11 1,-1 0 10,-1 1 0,-1 0 1,0 0-1,1 34 1,-4-18-20,-2 0 1,-2 1-1,-2-1 0,-10 46 1,-50 131 5,4-61-383,98-257 257,-5-2 0,-5 0 0,-5-2-1,-4-1 1,-5 0 0,-2-127 0,-59-429-176,45 643 223,2 20 0,5 6 11,3 1-7,-1 0 0,0 1 0,0 0 0,0 0 0,0 1 1,-1-1-1,0 1 0,0 0 0,0 1 0,7 9 0,7 13 10,15 32 0,-10-18-11,160 249 74,-82-160-54,-93-120-12,-8-8-27,1-1-1,0 0 1,-1 0-1,1 0 1,0 0-1,0 0 1,1 0 0,-1 0-1,0-1 1,0 1-1,1-1 1,-1 1 0,1-1-1,-1 0 1,1 0-1,0 0 1,0 0-1,-1-1 1,1 1 0,0-1-1,0 0 1,-1 1-1,1-1 1,0 0-1,0-1 1,0 1 0,-1 0-1,1-1 1,0 0-1,4-1 1,1-3-134,-1 1-1,0-1 1,0-1-1,0 1 1,0-1-1,-1 0 1,0-1 0,6-8-1,-9 12 97,1-1 0,-1 1 0,1-1 0,0 1 0,0 0 0,0 1 0,0-1 0,0 1 0,1-1 0,-1 1 0,1 1 0,-1-1 0,10-1 0,2 0-40,0 1 0,32 1 0,-29 2 24,0-2-1,31-4 1,-32 0 139,0 0 1,-1-1-1,0-1 0,0 0 0,-1-2 0,0 0 0,0 0 1,-1-2-1,0 0 0,25-25 0,36-56 581,-59 69-532,1 1 0,0 0 0,2 1 0,0 1 0,29-20 0,-43 36-97,0 0 0,0 1 1,1 0-1,-1 0 0,1 0 1,-1 1-1,1 0 1,0 1-1,0-1 0,0 1 1,0 1-1,0-1 1,1 1-1,8 1 0,6 3 24,-1 0 0,0 1-1,27 11 1,-26-8-29,0-1 0,44 7 1,-47-12 9,0-1 0,0-1 0,1-1 0,-1 0 1,0-2-1,0 0 0,0-1 0,-1 0 0,22-10 1,-35 12-22,0-1 0,0 0 1,0-1-1,0 1 1,-1-1-1,1 0 1,-1 0-1,0 0 1,0-1-1,-1 1 1,1-1-1,-1 0 0,0 0 1,0 0-1,-1-1 1,0 1-1,1-1 1,-2 1-1,1-1 1,-1 0-1,0 1 0,1-9 1,-3 4-8,-1 0 0,0 0 0,0 0 0,-1 0 0,-1 0 0,1 1 0,-2-1 0,1 1 0,-1 0 0,0 0 0,-1 1 0,-9-11 0,-16-28-597,5 19-1224,45 1 1257,-9 19 788,-1 0-1,2 1 1,20-11-1,0-1 219,-5-1 143,35-36-1,-48 43-458,1-1 0,1 2 0,0 0 0,29-18 0,-36 26-103,0 1 1,0 0-1,0 0 1,0 1-1,0-1 1,1 2-1,-1-1 1,1 1-1,-1 1 1,1 0-1,0 0 1,-1 0-1,1 1 1,-1 0-1,1 1 1,15 5-1,4 4-22,-1 1 1,0 1-1,40 28 0,-45-26-4,1-2-1,1 0 1,45 17 0,-62-28 6,-1 0 0,1-1 1,-1-1-1,1 1 0,-1-1 0,1 0 1,0 0-1,-1-1 0,1 1 0,-1-2 1,1 1-1,-1-1 0,0 0 0,1 0 1,-1-1-1,9-5 0,6-5 0,-1 0-1,-1-1 1,23-23 0,4-2 5,-34 31 4,0 2 1,1-1 0,0 2-1,0 0 1,0 0-1,1 2 1,18-4-1,9-3-6,6-5-523,0-1 0,-1-3 0,-1-1 0,85-53-1,-46 17-184,-3-4-1,78-75 0,-132 110 227,63-58-146,-27 30-5973,-46 41 594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3.1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107 45 9945,'-25'0'2576,"-4"0"3121,19-10-4613,-4 1 632,-1-4-5828,1 0-873,21 32-3952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5.1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1769 12837,'-1'-6'570,"0"0"-1,0 0 1,-1 0 0,1 0-1,-1 1 1,0-1-1,-1 1 1,1-1-1,-8-9 2345,12 32-1065,1-7-1456,23 77 1049,3-2 0,43 88 0,-13-34-733,-36-83-494,91 213 568,-79-199-524,89 131-1,-103-171-211,6 9 33,1-2 0,2 0 0,69 63-1,-79-82-210,1-1-1,1-1 0,0-1 0,1-1 0,1-1 0,0-1 0,1-1 0,0-2 0,1 0 1,0-1-1,0-2 0,1-1 0,-1-1 0,1-1 0,0-1 0,0-1 0,0-2 0,0-1 1,0-1-1,45-10 0,-59 9-116,0 0 0,-1-1 0,1 0 0,-1-1 0,0 0 0,-1-1 0,1 0 0,-1-1 0,-1 0 0,0-1 0,0 0 0,0-1 0,-1 0 1,-1 0-1,0-1 0,0 0 0,-1 0 0,0-1 0,-1 0 0,0 0 0,-1-1 0,-1 0 0,0 1 0,0-1 0,-2-1 0,3-20 0,-3-165-2077,-4 102 1831,3 83 542,0-1 0,0 1-1,2-1 1,0 1 0,0 0 0,1 0-1,1 1 1,0-1 0,1 1-1,0 0 1,1 0 0,1 1 0,0 0-1,1 0 1,0 1 0,0 0-1,1 1 1,1 0 0,0 0 0,0 1-1,1 1 1,0 0 0,0 0-1,27-11 1,-27 14 13,0 1 0,0-1 0,0 2 0,1 0 0,0 0 1,-1 1-1,1 1 0,0 0 0,0 1 0,0 0 0,14 3 0,-17-1-26,-1 0 1,0 0-1,1 1 0,-1 0 0,0 1 1,0 0-1,-1 0 0,1 1 1,-1 0-1,0 0 0,0 1 0,-1 0 1,0 1-1,0 0 0,8 10 1,-4-2 15,0 1 0,-1 0 0,-1 1 1,0 0-1,-2 1 0,7 21 1,23 113 94,-9-31-22,-26-113-111,1 1 0,0-1 0,0 0-1,0 0 1,1 0 0,1-1 0,-1 1 0,1-1 0,0 0 0,1 0 0,10 9 0,-14-14-18,1-1 0,0 1 1,0-1-1,-1 0 1,1 0-1,0 0 0,0-1 1,0 1-1,1-1 1,-1 1-1,0-1 0,0 0 1,0 0-1,0-1 1,0 1-1,0 0 0,4-2 1,45-15-152,-39 10 64,-1 0 0,0 0 1,0-1-1,-1-1 0,0 1 0,0-2 1,9-11-1,7-10-527,26-38 0,-20 18-255,-3-2 0,-2 0-1,-3-2 1,-1-1 0,28-107 0,-49 153 779,1-6-134,0 0-1,2-20 1,-6 32 188,1-1 1,-1 1-1,0-1 1,-1 1-1,1-1 1,-1 1-1,0-1 1,0 1-1,0 0 1,-1-1-1,1 1 1,-5-6-1,6 8 43,0 1-1,-1 0 1,0 0 0,1 0-1,-1 0 1,0 0-1,0 0 1,1 0-1,-1 0 1,0 0 0,0 0-1,0 0 1,0 0-1,0 0 1,-1 1 0,1-1-1,0 0 1,0 1-1,0-1 1,-1 1 0,1 0-1,0-1 1,0 1-1,-1 0 1,1 0 0,0-1-1,-1 1 1,1 0-1,0 0 1,-1 1 0,1-1-1,-2 1 1,-7 0 38,1 1 1,-1 0-1,1 0 1,0 1-1,0 1 0,0 0 1,0 0-1,-10 6 1,17-8 841,4-3-845,0 1 0,-1-1 0,1 0 0,0 0 0,0 0 0,-1-1 0,1 1-1,-1 0 1,1 0 0,1-3 0,6-4 54,-3 5-54,-1 0 1,1 1-1,0-1 0,0 1 0,0 0 1,0 1-1,0-1 0,0 1 0,10 0 0,61 4 252,3 0-284,-36-7-392,-1-3-1,0-1 1,53-17 0,-24 1-987,76-38-1,23-34 1123,-129 70 674,-38 24 30,13 9-321,-14-6-176,0 0-1,0 0 0,0 0 0,0 0 0,0-1 1,0 1-1,0-1 0,0 0 0,0 0 0,1 0 1,-1 0-1,0-1 0,0 1 0,0-1 0,0 0 1,5-2-1,-2 1-49,0-1 0,0-1 0,0 1 1,-1-1-1,0 0 0,0 0 0,8-9 1,-1-1-50,0-1 1,-1 0-1,-1-1 1,17-32 0,-14 15 242,0 0 0,-2-1 0,-2 0 0,-1-1 0,-1 1 0,-2-1 1,-2-1-1,-1 1 0,-2-1 0,-1 1 0,-1 0 0,-3 0 0,-12-51 0,11 57-207,-74-301-1393,-25 9 1235,83 267 620,-58-161 2571,77 199-2589,0-1 0,0 1 1,2 0-1,0-1 1,1 1-1,0-1 0,2 1 1,0 0-1,0-1 0,2 1 1,7-21-1,-11 36-315,0 1-1,0-1 1,0 1-1,0-1 1,0 0 0,0 1-1,0-1 1,0 1-1,0-1 1,1 1-1,-1-1 1,0 1 0,0-1-1,1 1 1,-1-1-1,0 1 1,1-1-1,-1 1 1,0-1 0,1 1-1,-1 0 1,1-1-1,-1 1 1,1 0 0,-1-1-1,1 1 1,-1 0-1,1 0 1,-1-1-1,1 1 1,-1 0 0,1 0-1,-1 0 1,2 0-1,-1 0 29,0 1-1,0 0 0,0 0 1,0 0-1,0 0 0,0 0 1,0 0-1,0 0 0,0 0 1,-1 0-1,1 1 0,0-1 1,0 2-1,19 54 842,24 127 182,-20-100-824,-7-24-178,2-1 0,27 58 0,-22-68-732,2-1 1,49 69-1,-62-100-152,0-2-1,0 1 1,2-2 0,0 0-1,0 0 1,2-2 0,-1 0-1,1-1 1,1 0-1,21 8 1,13-1-4828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251 1095 11389,'-1'-2'154,"-1"1"0,1-1-1,-1 0 1,1 0 0,-1 1 0,0-1-1,0 1 1,0 0 0,0-1 0,0 1-1,0 0 1,0 0 0,0 0 0,0 1-1,0-1 1,-1 0 0,1 1 0,0-1-1,0 1 1,-1 0 0,1 0 0,0 0-1,-1 0 1,1 0 0,0 0 0,-1 1-1,1-1 1,0 1 0,0 0 0,0-1-1,-1 1 1,1 0 0,0 0 0,0 1-1,0-1 1,-3 3 0,-4 2 248,1 1-1,0 0 1,0 1-1,0 0 1,1 0 0,-12 18-1,4-2-41,0 1 0,2 0 0,1 1 0,1 1 1,-10 37-1,16-44-266,1 1 1,0-1 0,2 1-1,0 0 1,2 0 0,0 0-1,1 0 1,5 24-1,-4-36-71,1 1-1,0-1 1,0 0-1,1 0 1,0 0-1,1 0 1,0-1-1,0 0 1,1 0-1,0 0 1,0 0-1,14 12 1,-16-17-30,-1 0 1,1 0 0,0 0-1,0-1 1,0 1 0,0-1-1,0 0 1,1 0 0,-1 0-1,1-1 1,-1 0 0,1 0-1,-1 0 1,1 0 0,0-1-1,-1 1 1,1-1 0,0 0-1,0-1 1,-1 1 0,1-1-1,0 0 1,-1 0 0,1-1-1,-1 1 1,0-1 0,1 0-1,4-3 1,2-3-7,0 0-1,-1-1 1,0 0 0,-1 0-1,0-1 1,0 0-1,-1-1 1,0 0 0,-1-1-1,7-12 1,4-15-29,27-75 0,-29 62 46,-3-1 0,-2 0 0,6-82 0,-10-168 57,-9 183 852,-5-1 0,-40-209-1,-13 85 2669,57 235-2874,8 32-289,24 86-33,5-2-1,51 109 1,-46-118-576,29 52-2526,6-2 1,94 136-1,-43-106-7122,-61-102-451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1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58 42 12729,'-57'-3'1964,"60"-16"-364,1 0 1641,14 38-19791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6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50 35 3688,'-25'-19'-444,"0"3"-528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7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736 319 6557,'-108'-140'948,"97"124"-694,-1 1 1,0 1-1,-1 0 0,-1 0 0,0 2 0,-1 0 0,-1 0 0,0 1 1,0 1-1,-1 1 0,-32-13 0,42 19-177,-1 0 1,0 0-1,-1 1 0,1 0 0,0 0 1,-1 1-1,1 0 0,-1 1 0,1 0 1,-1 0-1,1 0 0,-1 1 1,1 1-1,0 0 0,0 0 0,-1 0 1,1 1-1,0 0 0,1 1 0,-9 4 1,4 0 0,0 0 1,1 1-1,0 0 1,1 1-1,0 0 1,0 1-1,1 0 1,1 0-1,0 1 1,0 0-1,-9 19 1,0 10 100,1 1 0,2 0 0,2 1 0,-10 59 0,-7 182 212,23-153-239,5-1 1,6 1 0,35 205-1,-27-269-128,3 0 0,3-2 0,3 0 0,2-1 0,3-1 0,3-1 0,3-2-1,67 93 1,-54-97-17,2-2 0,2-2 0,2-2-1,3-3 1,62 42 0,-12-21-6,2-5-1,126 55 1,-95-55-16,290 141-56,-295-134 16,141 101-1,-193-114 26,-3 4 1,-3 3-1,-3 4 0,-3 3 0,91 119 0,-121-136 21,-2 2-1,-3 2 1,-3 1 0,-2 1-1,-3 2 1,-3 1 0,-2 0-1,-3 2 1,10 71 0,-17-49-27,-5-1 1,-6 145-1,-49 171-39,-1-178 129,36-175 19,-2-2 1,-32 68-1,19-74-41,18-33-184,10-9 140,1 1 1,0-1-1,0 1 0,-1-1 1,1 1-1,0-1 0,0 0 1,0 1-1,0-1 0,0 1 1,0-1-1,0 1 0,0-1 1,0 0-1,0 1 0,0-1 0,0 1 1,0-1-1,1 1 0,-1-1 1,0 1-1,0-1 0,1 1 1,-1-1-1,1 0 0,3-8-76,0-1 0,1 1 0,0 0 0,1 1 0,0-1 0,0 1 0,1 0 0,0 1 0,0-1 0,1 1-1,-1 1 1,2 0 0,-1 0 0,18-9 0,-7 5 14,0 1 1,0 1-1,0 1 0,1 1 0,0 1 1,34-5-1,-43 9 79,-1 0 0,1 1 0,0 1 0,-1-1 0,1 2 0,-1-1 1,1 2-1,-1-1 0,0 1 0,0 1 0,0 0 0,11 6 0,5 6 199,0 1 0,42 36-1,3 2 85,-60-48-365,1 0 1,-1-1-1,1-1 1,0 0-1,0 0 1,1-1 0,-1-1-1,21 3 1,-10-3-1348,-1-1-1,24-1 1,22-6-4232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8.3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24 46 9497,'-2'-3'559,"0"0"1,1 1-1,-1-1 1,0 0-1,1 0 0,0 0 1,-1 0-1,1 0 1,0 0-1,1-1 0,-2-5 1,2 9-639,0-3 2822,-1 6-2626,-5 50-654,10-27-4460,-1-12 1409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9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3502 204 4744,'15'-23'1391,"-12"18"-125,-3 1-102,-1-4-500,2 0 0,-1-1 0,1 1-1,1 0 1,0 0 0,0 0-1,0 0 1,1 1 0,0-1-1,8-14 1,-9 19-185,19-25 3059,-20 23-3374,-1 1 0,1 0-1,-1-1 1,0 1 0,0-1 0,-2-7-1,-4 12-21,-21 2-85,1 0 0,-1 2 1,1 0-1,-34 12 0,-108 42 33,106-35-51,-943 374-20,658-254 24,-614 280-280,339-109-3627,492-242 1653,50-20-3533,58-37-864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49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1135 93 5388,'-7'-5'186,"-9"-6"376,0 0 1,-1 1 0,0 1 0,-1 0-1,1 1 1,-2 2 0,1-1 0,-36-6-1,32 11-384,0 1 0,0 0 0,0 2-1,0 1 1,1 0 0,-1 2-1,0 0 1,1 2 0,0 0 0,0 1-1,1 1 1,0 1 0,0 1 0,1 1-1,1 0 1,-18 15 0,8-2 32,2 0 0,0 2 0,2 2 0,1 0 0,1 1 0,-32 58 0,13-11 356,-53 143 0,41-63-185,7 2 0,7 2 0,7 2 0,-18 264 0,44-309-206,14 186 0,-2-241-67,3-1-1,3 0 1,2 0-1,39 100 0,-46-143-74,0 0-1,2-1 0,0 0 1,1-1-1,0 0 0,2-1 0,-1 0 1,2 0-1,0-1 0,1-1 0,0 0 1,1-1-1,1-1 0,-1 0 1,2-1-1,30 14 0,-18-14-13,0-1 0,1-2 1,0-1-1,0 0 0,0-3 0,1 0 0,-1-2 0,1-2 1,32-4-1,18-5-125,-1-4 0,93-30-1,-23-2-938,157-74 0,133-91-5829,-201 88-654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0.72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60 166 8077,'-6'-8'534,"1"0"1,0-1 0,1 1-1,0-1 1,0 0 0,1 0-1,0 0 1,0 0 0,1-1-1,1 1 1,0-1 0,-1-11-1,2 17-15,0 0-1,-1 1 1,1-1-1,-1 1 0,0-1 1,0 1-1,-3-6 1,4 9-462,0 0 0,0-1 0,0 1 0,0 0 0,0 0 0,0 0 0,0 0 0,0 0 0,0-1-1,0 1 1,0 0 0,0 0 0,0 0 0,0 0 0,0 0 0,0 0 0,-1-1 0,1 1 0,0 0 0,0 0 0,0 0 0,0 0 0,0 0 0,0 0 0,0 0 0,-1 0 0,1 0 0,0 0 0,0 0 0,0-1 0,0 1 0,-1 0 0,1 0 0,0 0 0,0 0 0,0 0 0,0 0 0,0 0 0,-1 0 0,1 0 0,0 1 0,0-1 0,0 0 0,0 0 0,0 0 0,-1 0 0,1 0 0,0 0 0,0 0 0,0 0 0,-4 20 1540,5 9-1051,2 0 0,1 0-1,1-1 1,2 1 0,16 45 0,-6-15-32,27 80 314,6-2 0,120 234 0,-140-316-703,3-2 0,43 55 0,-52-79-68,1 0 1,2-1-1,1-2 0,51 39 1,-67-57-69,0 0 0,0 0 1,1-1-1,0-1 0,0 0 1,1-1-1,0 0 0,0-2 1,0 1-1,0-1 0,0-1 0,1-1 1,-1 0-1,1-1 0,-1 0 1,1-1-1,-1-1 0,0 0 1,1-1-1,-1-1 0,0 0 1,-1-1-1,23-11 0,-14 4-67,0-2 1,-1 0-1,-1-1 0,-1-1 0,0-1 0,30-36 1,-22 20-51,-3 0 1,0-2 0,26-53 0,-34 53 59,-1-1 1,-2 0 0,-1-1-1,-3 0 1,0-1 0,-3 0-1,-1-1 1,0-41 0,-5 16-39,-3 0 0,-3 0 0,-3 1 0,-18-68 0,-16-39-237,41 158 330,9 24 1,7 14 10,20 22-278,3-1-1,1-2 1,2-2-1,56 47 0,-62-63-736,0-1-1,2-2 1,0-2-1,2-1 0,0-2 1,62 22-1,-11-15-5145,-3-6-3961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0.9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11261,'4'44'2144,"17"4"-312,4 0-199,-4-3-245,7 2-332,4 5-216,11 5-168,-1 4-140,11 6-132,8-4-256,-5 1-548,-6 0-776,0-3-624,-4-10-653,28 51-10616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1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1888 5308,'-4'-31'325,"-1"-3"258,2-1 0,2-38 1,2 25-148,3 1-1,2 0 1,1 1 0,18-58 0,253-637 1894,-237 650-1025,-40 89-1194,0 0-1,0 0 0,0-1 1,0 1-1,0 0 1,1 0-1,-1 0 0,1 0 1,-1 0-1,1 1 1,0-1-1,0 0 0,3-1 1,-5 2-73,1 1 0,0 0 0,0-1 0,0 1 0,0 0 0,-1 0 0,1 0 0,0 0 0,0 0 1,0 0-1,0 0 0,0 0 0,0 0 0,-1 0 0,1 1 0,0-1 0,0 0 0,0 1 0,0-1 0,-1 0 0,1 1 0,0-1 0,0 1 0,0 0 1,4 3 48,-1 1 1,0 0 0,-1 0 0,1 0-1,-1 0 1,0 0 0,0 1-1,2 6 1,79 200 860,-58-151-788,56 117-664,-69-154 125,2 1 1,0-2-1,2 0 0,34 37 1,-44-53 258,0-1 1,0 0 0,0 0 0,1 0 0,0-1-1,0 0 1,0-1 0,0 0 0,1 0-1,0-1 1,0 0 0,0 0 0,12 1-1,-14-3 94,-1-1 0,1 0-1,0-1 1,0 1-1,-1-1 1,1-1 0,0 1-1,-1-1 1,1 0-1,-1-1 1,0 1 0,0-1-1,0-1 1,0 1-1,0-1 1,-1 0 0,0 0-1,9-9 1,46-49 835,-38 36-259,2 2 0,1 1-1,49-36 1,202-107 1030,-213 134-1392,-2-3-1,-2-2 0,101-82 1,-152 111-187,0 0-1,-1 0 1,1 0 0,-2-1 0,1 0 0,-1-1 0,-1 1 0,0-1-1,7-19 1,-10 25 4,-1 0 0,0 0 0,0-1 0,0 1 0,0 0 0,-1-1 0,0 1 0,0 0 0,0-1 0,0 1-1,-1 0 1,0-1 0,1 1 0,-2 0 0,1-1 0,0 1 0,-1 0 0,0 0 0,0 0 0,0 1 0,0-1 0,-1 0 0,0 1 0,1 0-1,-6-6 1,7 9 0,0 0 0,0 0-1,0 0 1,0 0-1,0 0 1,0 0-1,0 1 1,0-1 0,0 0-1,0 0 1,0 1-1,0-1 1,0 1 0,1-1-1,-1 1 1,0-1-1,0 1 1,1-1 0,-1 1-1,-1 0 1,2 0 4,-4 1 13,1 1 0,-1 0 0,1 0 0,0 0 0,0 0 1,0 1-1,0-1 0,1 1 0,-4 6 0,5-2 11,3 1-36,-1-4 20,0 0 0,1 1-1,0-1 1,0 0-1,0 0 1,4 8 0,-4-11-20,-1-1 1,0 1 0,1-1-1,0 1 1,-1-1-1,1 1 1,0-1 0,-1 0-1,1 0 1,0 0 0,0 0-1,0 0 1,0 0 0,0 0-1,0-1 1,0 1 0,1-1-1,-1 0 1,0 1 0,0-1-1,0 0 1,4-1 0,3 0 3,0-1-1,-1 0 1,1 0 0,-1-1 0,0 0 0,1-1-1,-2 0 1,1 0 0,0-1 0,9-7 0,-15 11-1,27-21-43,-1-1-1,-2-1 1,0-2-1,31-38 1,-29 31-11,62-80-89,-58 70-850,1 2 0,50-47 0,-78 83 166,1 1 0,0-1 1,0 1-1,0 0 0,1 1 0,0-1 0,8-2 1,-13 5 585,26-9-5454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1.7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82 249 8949,'-4'-19'443,"-4"-15"767,-13-37 0,15 56 619,0 0 1,-16-26-1,10 23-232,9 14-321,7-18 580,-4 21-1838,0 1 0,0 0 1,0-1-1,0 1 0,0-1 1,0 1-1,0 0 1,0-1-1,0 1 0,0 0 1,0-1-1,0 1 0,1 0 1,-1-1-1,0 1 0,0 0 1,0 0-1,1-1 0,-1 1 1,0 0-1,0-1 1,1 1-1,-1 0 0,0 0 1,0 0-1,1-1 0,-1 1 1,0 0-1,1 0 0,-1 0 1,0 0-1,1-1 0,-1 1 1,0 0-1,1 0 1,-1 0-1,0 0 0,1 0 1,-1 0-1,1 0 0,-1 0 1,0 0-1,1 0 0,-1 0 1,0 0-1,1 1 0,-1-1 1,22 17 470,25 41 56,-43-53-469,123 165-118,-35-44-1451,-76-105 928,0 0-1,2-1 1,0 0-1,1-2 0,33 25 1,-39-35 254,1 1 1,0-2-1,1 0 1,0-1-1,0 0 1,0-1-1,1-1 0,26 4 1,0 0-198,-21-4 219,1-1 0,30 2 0,-43-4 404,-1 0 0,1 1 0,0 0 0,0 0 0,-1 1 0,0 0 0,1 1-1,-1-1 1,-1 2 0,1-1 0,9 8 0,-10-7-2,1 0 1,0 0-1,0-1 0,0 1 0,0-2 0,1 1 0,0-1 0,0-1 1,0 0-1,0 0 0,12 1 0,-7-4-262,1 0 1,-1-1 0,1-1-1,-1 0 1,0-1-1,0 0 1,15-8-1,93-51-4518,-90 45 2499,47-23-4484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0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174 151 15761,'-105'-71'2923,"98"66"-2183,1 1 0,0-1 0,0 0 0,1 0 0,-1-1 0,1 1 0,0-1 0,1-1 0,-1 1 0,-4-11 0,5 11 157,3 4 525,6 22 671,5 10-1714,1-1-1,1 0 0,25 42 1,-1-2-362,-8-12-30,224 448-131,-214-439-1238,3-1 0,2-2 0,3-2 0,3-2 0,101 94 0,-122-128-477,45 30 0,-59-46 252,0 0 0,0-2 0,1 0 0,0 0 0,25 6 0,-15-6-6367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39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219 2214 10969,'-97'-167'910,"78"134"-58,3-1 0,1-1 0,-19-62 0,16 41 522,14 44-1142,0-1-1,0 0 1,2 0 0,-1 0-1,2-1 1,0 1 0,0-1 0,1 1-1,1 0 1,0-1 0,1 1 0,1 0-1,0 0 1,0 0 0,1 0-1,1 1 1,0-1 0,1 1 0,8-12-1,-4 9-111,1 0-1,0 1 1,2 0-1,-1 1 1,2 0-1,0 1 0,0 1 1,1 0-1,20-10 1,-17 10-55,0 2 1,1 0-1,0 2 1,1 0-1,-1 1 1,1 0-1,1 2 1,20-2-1,-34 6-48,0-1 0,0 1 0,0 1 0,0-1 0,-1 1 0,1 0 0,0 1 0,0 0 0,-1 0 0,1 0 0,-1 1 0,0 0 0,1 0 0,-1 0 0,8 7 0,-10-7-9,0 1-1,-1 0 0,1 0 0,-1 0 0,0 0 1,0 0-1,0 1 0,-1-1 0,0 1 1,0 0-1,0-1 0,0 1 0,-1 0 0,1 0 1,-1 0-1,-1 1 0,1-1 0,-1 0 1,0 0-1,0 0 0,-1 6 0,-4 27 39,-1-1 1,-2 0-1,-24 64 0,-54 96-438,79-182 62,7-15 311,0 0-1,0 0 1,0 0 0,1 0 0,-1 0 0,0 0 0,0 0 0,0 0 0,0 0 0,0 0 0,0 0 0,0 0-1,0 0 1,0 0 0,0 0 0,0 0 0,0 0 0,0 0 0,0 0 0,0 0 0,0 0 0,0 0 0,0 0 0,0 0-1,0 0 1,0 0 0,0 0 0,1 0 0,-1 0 0,0 0 0,0 0 0,0 0 0,0 0 0,0 0 0,0 0-1,0 0 1,0 0 0,0 0 0,0 0 0,0 0 0,15-20-1471,-6 8 1478,217-326-6023,-182 259 4553,-3-2-1,47-130 1,-55 113 1535,-3-1 0,-5-2 0,20-183 0,-37 173 2338,-6 0-1,-16-157 1,2 211 286,8 47-1201,7 30 53,8 28-492,2 1 0,2-2 0,38 80 0,85 129 164,-109-209-1662,1-1 0,3-2 1,46 49-1,-46-60-2087,1-1 0,42 30 0,-36-36-3661,2-6-3732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2.8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1175 10841,'8'-17'563,"0"1"-1,2 0 1,0 0 0,17-20 0,7-8 1221,-15 18-625,29-30 1,170-201 697,-143 161-2075,-67 85 182,2 1 0,-1-1 0,2 2 0,-1-1 0,1 1 0,0 1 0,1 0 0,19-9 0,-21 12 17,1 1 0,0 1 0,0-1 0,0 2 0,0 0 0,0 0 0,0 1 0,1 0 0,-1 1 0,21 2 0,125 25-1464,-99-15-1042,71 5 1,-126-16 2464,-1-1-1,1 0 1,-1 0 0,1 0 0,-1 0-1,1 0 1,0 0 0,-1-1 0,1 1-1,-1-1 1,1 0 0,-1 0 0,0 0-1,1 0 1,-1 0 0,0 0 0,0-1 0,0 1-1,0-1 1,0 1 0,0-1 0,0 0-1,0 0 1,-1 0 0,3-3 0,-1-1 283,0-1 1,-1 0 0,0 0 0,0 0-1,-1 0 1,1-1 0,-1-7-1,8-34 2426,-9 48-2554,0 0 1,0 0-1,1 0 0,-1-1 0,0 1 1,1 0-1,-1 0 0,1 0 1,-1 0-1,1 0 0,-1 0 0,1 0 1,0 0-1,0 0 0,-1 0 1,1 0-1,0 0 0,0 0 0,0 0 1,0 1-1,0-1 0,0 0 1,0 1-1,0-1 0,0 1 0,1-1 1,-1 1-1,0 0 0,0-1 0,0 1 1,1 0-1,-1 0 0,0 0 1,0 0-1,0 0 0,1 0 0,-1 0 1,0 0-1,0 1 0,1-1 1,-1 0-1,0 1 0,0-1 0,0 1 1,0-1-1,0 1 0,0-1 1,0 1-1,2 1 0,6 5 249,0 1 0,-1-1 0,1 2 0,9 12 0,-8-9 110,3 2-179,1 0 1,1 0-1,0-2 0,1 0 1,0 0-1,1-2 0,0 0 0,1-1 1,0 0-1,23 7 0,-25-12-276,0 0 0,0-1-1,0 0 1,0-1 0,0-1 0,0-1-1,1 0 1,-1-1 0,0-1-1,0-1 1,0 0 0,28-9 0,-18 2-386,-2-1-1,1-1 1,-2-2 0,0 0 0,0-1 0,29-26 0,112-122-4200,-80 75 1821,91-76-3378,-168 159 5878,-1 1 0,1 0 0,-1 0-1,1 0 1,0 1 0,0 0 0,1 1-1,-1 0 1,1 0 0,10-2 0,-15 4-1291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3T10:08:53.5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25 14321,'18'-13'2524,"3"2"905,-20 11-3332,-1 0 0,1 0 0,0 0 0,-1 0 0,1 0 0,0 0 0,-1 0 0,1 1 0,0-1 0,-1 0-1,1 0 1,-1 1 0,1-1 0,0 0 0,-1 1 0,1-1 0,-1 1 0,1-1 0,-1 1 0,1-1 0,-1 1 0,0-1-1,1 1 1,-1-1 0,0 1 0,1 0 0,-1-1 0,0 1 0,1 0 0,-1 1 0,10 16 796,1-1 1,0 0-1,2 0 1,19 21-1,14 17 93,13 30 130,51 98 0,36 101-370,-86-163-784,-39-77-262,3-2 1,1-1 0,43 54 0,-58-82 77,0-2-1,2 1 1,-1-2 0,1 1-1,1-2 1,-1 1 0,2-2-1,-1 0 1,1 0 0,1-2-1,-1 1 1,1-2 0,0 0-1,21 4 1,-28-8 96,0 0-1,0-1 1,1 1 0,-1-2 0,0 1 0,0-1-1,1 0 1,-1-1 0,0 0 0,0 0 0,-1-1-1,15-6 1,-10 2-23,-1 0 0,1-1 1,-2 0-1,1-1 0,-1 0 0,0 0 0,9-13 1,4-9-195,-1-1 1,-2-1 0,-1 0 0,22-55-1,-18 30-138,-2 0-1,-3-2 0,16-86 0,-27 103 282,-2-1-1,-2 0 1,-2 1 0,-2-1-1,-10-71 1,8 101 167,0 0 1,0 0 0,-2 0 0,1 1-1,-2-1 1,0 1 0,0 0-1,-1 1 1,-1 0 0,-14-18-1,18 26 28,0 0-1,0 0 0,0 0 0,0 1 1,-1-1-1,1 1 0,-1 0 0,0 1 0,0-1 1,0 1-1,-1 0 0,1 0 0,0 0 1,-1 1-1,1 0 0,-1 0 0,1 0 0,-1 1 1,0 0-1,1 0 0,-1 0 0,0 1 1,1 0-1,-1 0 0,1 0 0,-1 1 0,1-1 1,0 1-1,-6 4 0,-2 0-10,0 1-1,1 1 1,0 1 0,0-1-1,1 2 1,-16 16 0,2 2-130,-29 42 0,-221 378-2338,101-150 1493,149-256 894,6-11-20,-32 42 1,49-71 51,17-53-34,-9 33 277,-1 0 0,-1 0 0,3-19 0,-7 30-96,0-1 0,0 1 0,0 0 0,-1-1 0,0 1 0,-1 0 0,1 0 0,-1 0 0,-1 0 0,1 0 0,-6-9 0,0-1 19,-1-2-1,2 1 0,0-1 1,2 0-1,0 0 0,1-1 1,1 0-1,0 0 1,2-39-1,1 46-98,1 1 1,1-1-1,0 1 1,1 0-1,1-1 1,-1 1-1,2 1 1,0-1-1,0 1 1,1 0-1,0 0 1,1 0-1,1 1 1,-1 0-1,1 1 1,1-1-1,10-7 1,-15 13-53,0 1 0,0 0 0,0 1 1,0-1-1,1 1 0,0 0 0,-1 0 0,1 0 0,0 0 0,0 1 1,0 0-1,0 0 0,0 0 0,0 1 0,6 0 0,-3 0-32,0 1 0,0 0-1,-1 1 1,1 0 0,-1 0-1,1 1 1,-1 0 0,0 0-1,8 5 1,2 3-1029,-1 1-1,0 1 1,0 0 0,-2 1-1,1 0 1,23 32 0,-15-17-3814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972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29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617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85381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2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2030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7415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77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4201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936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0457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6FDC231-0D7D-4FFC-B3DE-BCE807275955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1841613-2EF7-48CA-855D-5014E1839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618016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63" Type="http://schemas.openxmlformats.org/officeDocument/2006/relationships/image" Target="../media/image31.png"/><Relationship Id="rId84" Type="http://schemas.openxmlformats.org/officeDocument/2006/relationships/customXml" Target="../ink/ink42.xml"/><Relationship Id="rId138" Type="http://schemas.openxmlformats.org/officeDocument/2006/relationships/customXml" Target="../ink/ink69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4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134" Type="http://schemas.openxmlformats.org/officeDocument/2006/relationships/customXml" Target="../ink/ink67.xml"/><Relationship Id="rId139" Type="http://schemas.openxmlformats.org/officeDocument/2006/relationships/image" Target="../media/image69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124" Type="http://schemas.openxmlformats.org/officeDocument/2006/relationships/customXml" Target="../ink/ink62.xml"/><Relationship Id="rId129" Type="http://schemas.openxmlformats.org/officeDocument/2006/relationships/image" Target="../media/image64.png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40" Type="http://schemas.openxmlformats.org/officeDocument/2006/relationships/customXml" Target="../ink/ink70.xml"/><Relationship Id="rId145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130" Type="http://schemas.openxmlformats.org/officeDocument/2006/relationships/customXml" Target="../ink/ink65.xml"/><Relationship Id="rId135" Type="http://schemas.openxmlformats.org/officeDocument/2006/relationships/image" Target="../media/image67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125" Type="http://schemas.openxmlformats.org/officeDocument/2006/relationships/image" Target="../media/image62.png"/><Relationship Id="rId141" Type="http://schemas.openxmlformats.org/officeDocument/2006/relationships/image" Target="../media/image70.png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131" Type="http://schemas.openxmlformats.org/officeDocument/2006/relationships/image" Target="../media/image65.png"/><Relationship Id="rId136" Type="http://schemas.openxmlformats.org/officeDocument/2006/relationships/customXml" Target="../ink/ink68.xml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126" Type="http://schemas.openxmlformats.org/officeDocument/2006/relationships/customXml" Target="../ink/ink63.xml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142" Type="http://schemas.openxmlformats.org/officeDocument/2006/relationships/customXml" Target="../ink/ink71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137" Type="http://schemas.openxmlformats.org/officeDocument/2006/relationships/image" Target="../media/image68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32" Type="http://schemas.openxmlformats.org/officeDocument/2006/relationships/customXml" Target="../ink/ink66.xml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27" Type="http://schemas.openxmlformats.org/officeDocument/2006/relationships/image" Target="../media/image63.png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Relationship Id="rId143" Type="http://schemas.openxmlformats.org/officeDocument/2006/relationships/image" Target="../media/image71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26" Type="http://schemas.openxmlformats.org/officeDocument/2006/relationships/customXml" Target="../ink/ink13.xml"/><Relationship Id="rId47" Type="http://schemas.openxmlformats.org/officeDocument/2006/relationships/image" Target="../media/image23.png"/><Relationship Id="rId68" Type="http://schemas.openxmlformats.org/officeDocument/2006/relationships/customXml" Target="../ink/ink34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33" Type="http://schemas.openxmlformats.org/officeDocument/2006/relationships/image" Target="../media/image66.png"/><Relationship Id="rId16" Type="http://schemas.openxmlformats.org/officeDocument/2006/relationships/customXml" Target="../ink/ink8.xml"/><Relationship Id="rId37" Type="http://schemas.openxmlformats.org/officeDocument/2006/relationships/image" Target="../media/image18.png"/><Relationship Id="rId58" Type="http://schemas.openxmlformats.org/officeDocument/2006/relationships/customXml" Target="../ink/ink29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144" Type="http://schemas.openxmlformats.org/officeDocument/2006/relationships/customXml" Target="../ink/ink72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0.png"/><Relationship Id="rId299" Type="http://schemas.openxmlformats.org/officeDocument/2006/relationships/image" Target="../media/image221.png"/><Relationship Id="rId21" Type="http://schemas.openxmlformats.org/officeDocument/2006/relationships/image" Target="../media/image82.png"/><Relationship Id="rId63" Type="http://schemas.openxmlformats.org/officeDocument/2006/relationships/image" Target="../media/image103.png"/><Relationship Id="rId159" Type="http://schemas.openxmlformats.org/officeDocument/2006/relationships/image" Target="../media/image151.png"/><Relationship Id="rId170" Type="http://schemas.openxmlformats.org/officeDocument/2006/relationships/customXml" Target="../ink/ink157.xml"/><Relationship Id="rId226" Type="http://schemas.openxmlformats.org/officeDocument/2006/relationships/customXml" Target="../ink/ink185.xml"/><Relationship Id="rId268" Type="http://schemas.openxmlformats.org/officeDocument/2006/relationships/customXml" Target="../ink/ink206.xml"/><Relationship Id="rId32" Type="http://schemas.openxmlformats.org/officeDocument/2006/relationships/customXml" Target="../ink/ink88.xml"/><Relationship Id="rId74" Type="http://schemas.openxmlformats.org/officeDocument/2006/relationships/customXml" Target="../ink/ink109.xml"/><Relationship Id="rId128" Type="http://schemas.openxmlformats.org/officeDocument/2006/relationships/customXml" Target="../ink/ink136.xml"/><Relationship Id="rId5" Type="http://schemas.openxmlformats.org/officeDocument/2006/relationships/image" Target="../media/image74.png"/><Relationship Id="rId181" Type="http://schemas.openxmlformats.org/officeDocument/2006/relationships/image" Target="../media/image162.png"/><Relationship Id="rId237" Type="http://schemas.openxmlformats.org/officeDocument/2006/relationships/image" Target="../media/image190.png"/><Relationship Id="rId279" Type="http://schemas.openxmlformats.org/officeDocument/2006/relationships/image" Target="../media/image211.png"/><Relationship Id="rId43" Type="http://schemas.openxmlformats.org/officeDocument/2006/relationships/image" Target="../media/image93.png"/><Relationship Id="rId139" Type="http://schemas.openxmlformats.org/officeDocument/2006/relationships/image" Target="../media/image141.png"/><Relationship Id="rId290" Type="http://schemas.openxmlformats.org/officeDocument/2006/relationships/customXml" Target="../ink/ink217.xml"/><Relationship Id="rId85" Type="http://schemas.openxmlformats.org/officeDocument/2006/relationships/image" Target="../media/image114.png"/><Relationship Id="rId150" Type="http://schemas.openxmlformats.org/officeDocument/2006/relationships/customXml" Target="../ink/ink147.xml"/><Relationship Id="rId192" Type="http://schemas.openxmlformats.org/officeDocument/2006/relationships/customXml" Target="../ink/ink168.xml"/><Relationship Id="rId206" Type="http://schemas.openxmlformats.org/officeDocument/2006/relationships/customXml" Target="../ink/ink175.xml"/><Relationship Id="rId248" Type="http://schemas.openxmlformats.org/officeDocument/2006/relationships/customXml" Target="../ink/ink196.xml"/><Relationship Id="rId12" Type="http://schemas.openxmlformats.org/officeDocument/2006/relationships/customXml" Target="../ink/ink78.xml"/><Relationship Id="rId108" Type="http://schemas.openxmlformats.org/officeDocument/2006/relationships/customXml" Target="../ink/ink126.xml"/><Relationship Id="rId54" Type="http://schemas.openxmlformats.org/officeDocument/2006/relationships/customXml" Target="../ink/ink99.xml"/><Relationship Id="rId96" Type="http://schemas.openxmlformats.org/officeDocument/2006/relationships/customXml" Target="../ink/ink120.xml"/><Relationship Id="rId161" Type="http://schemas.openxmlformats.org/officeDocument/2006/relationships/image" Target="../media/image152.png"/><Relationship Id="rId217" Type="http://schemas.openxmlformats.org/officeDocument/2006/relationships/image" Target="../media/image180.png"/><Relationship Id="rId6" Type="http://schemas.openxmlformats.org/officeDocument/2006/relationships/customXml" Target="../ink/ink75.xml"/><Relationship Id="rId238" Type="http://schemas.openxmlformats.org/officeDocument/2006/relationships/customXml" Target="../ink/ink191.xml"/><Relationship Id="rId259" Type="http://schemas.openxmlformats.org/officeDocument/2006/relationships/image" Target="../media/image201.png"/><Relationship Id="rId23" Type="http://schemas.openxmlformats.org/officeDocument/2006/relationships/image" Target="../media/image83.png"/><Relationship Id="rId119" Type="http://schemas.openxmlformats.org/officeDocument/2006/relationships/image" Target="../media/image131.png"/><Relationship Id="rId270" Type="http://schemas.openxmlformats.org/officeDocument/2006/relationships/customXml" Target="../ink/ink207.xml"/><Relationship Id="rId291" Type="http://schemas.openxmlformats.org/officeDocument/2006/relationships/image" Target="../media/image217.png"/><Relationship Id="rId44" Type="http://schemas.openxmlformats.org/officeDocument/2006/relationships/customXml" Target="../ink/ink94.xml"/><Relationship Id="rId65" Type="http://schemas.openxmlformats.org/officeDocument/2006/relationships/image" Target="../media/image104.png"/><Relationship Id="rId86" Type="http://schemas.openxmlformats.org/officeDocument/2006/relationships/customXml" Target="../ink/ink115.xml"/><Relationship Id="rId130" Type="http://schemas.openxmlformats.org/officeDocument/2006/relationships/customXml" Target="../ink/ink137.xml"/><Relationship Id="rId151" Type="http://schemas.openxmlformats.org/officeDocument/2006/relationships/image" Target="../media/image147.png"/><Relationship Id="rId172" Type="http://schemas.openxmlformats.org/officeDocument/2006/relationships/customXml" Target="../ink/ink158.xml"/><Relationship Id="rId193" Type="http://schemas.openxmlformats.org/officeDocument/2006/relationships/image" Target="../media/image168.png"/><Relationship Id="rId207" Type="http://schemas.openxmlformats.org/officeDocument/2006/relationships/image" Target="../media/image175.png"/><Relationship Id="rId228" Type="http://schemas.openxmlformats.org/officeDocument/2006/relationships/customXml" Target="../ink/ink186.xml"/><Relationship Id="rId249" Type="http://schemas.openxmlformats.org/officeDocument/2006/relationships/image" Target="../media/image196.png"/><Relationship Id="rId13" Type="http://schemas.openxmlformats.org/officeDocument/2006/relationships/image" Target="../media/image78.png"/><Relationship Id="rId109" Type="http://schemas.openxmlformats.org/officeDocument/2006/relationships/image" Target="../media/image126.png"/><Relationship Id="rId260" Type="http://schemas.openxmlformats.org/officeDocument/2006/relationships/customXml" Target="../ink/ink202.xml"/><Relationship Id="rId281" Type="http://schemas.openxmlformats.org/officeDocument/2006/relationships/image" Target="../media/image212.png"/><Relationship Id="rId34" Type="http://schemas.openxmlformats.org/officeDocument/2006/relationships/customXml" Target="../ink/ink89.xml"/><Relationship Id="rId55" Type="http://schemas.openxmlformats.org/officeDocument/2006/relationships/image" Target="../media/image99.png"/><Relationship Id="rId76" Type="http://schemas.openxmlformats.org/officeDocument/2006/relationships/customXml" Target="../ink/ink110.xml"/><Relationship Id="rId97" Type="http://schemas.openxmlformats.org/officeDocument/2006/relationships/image" Target="../media/image120.png"/><Relationship Id="rId120" Type="http://schemas.openxmlformats.org/officeDocument/2006/relationships/customXml" Target="../ink/ink132.xml"/><Relationship Id="rId141" Type="http://schemas.openxmlformats.org/officeDocument/2006/relationships/image" Target="../media/image142.png"/><Relationship Id="rId7" Type="http://schemas.openxmlformats.org/officeDocument/2006/relationships/image" Target="../media/image75.png"/><Relationship Id="rId162" Type="http://schemas.openxmlformats.org/officeDocument/2006/relationships/customXml" Target="../ink/ink153.xml"/><Relationship Id="rId183" Type="http://schemas.openxmlformats.org/officeDocument/2006/relationships/image" Target="../media/image163.png"/><Relationship Id="rId218" Type="http://schemas.openxmlformats.org/officeDocument/2006/relationships/customXml" Target="../ink/ink181.xml"/><Relationship Id="rId239" Type="http://schemas.openxmlformats.org/officeDocument/2006/relationships/image" Target="../media/image191.png"/><Relationship Id="rId250" Type="http://schemas.openxmlformats.org/officeDocument/2006/relationships/customXml" Target="../ink/ink197.xml"/><Relationship Id="rId271" Type="http://schemas.openxmlformats.org/officeDocument/2006/relationships/image" Target="../media/image207.png"/><Relationship Id="rId292" Type="http://schemas.openxmlformats.org/officeDocument/2006/relationships/customXml" Target="../ink/ink218.xml"/><Relationship Id="rId24" Type="http://schemas.openxmlformats.org/officeDocument/2006/relationships/customXml" Target="../ink/ink84.xml"/><Relationship Id="rId45" Type="http://schemas.openxmlformats.org/officeDocument/2006/relationships/image" Target="../media/image94.png"/><Relationship Id="rId66" Type="http://schemas.openxmlformats.org/officeDocument/2006/relationships/customXml" Target="../ink/ink105.xml"/><Relationship Id="rId87" Type="http://schemas.openxmlformats.org/officeDocument/2006/relationships/image" Target="../media/image115.png"/><Relationship Id="rId110" Type="http://schemas.openxmlformats.org/officeDocument/2006/relationships/customXml" Target="../ink/ink127.xml"/><Relationship Id="rId131" Type="http://schemas.openxmlformats.org/officeDocument/2006/relationships/image" Target="../media/image137.png"/><Relationship Id="rId152" Type="http://schemas.openxmlformats.org/officeDocument/2006/relationships/customXml" Target="../ink/ink148.xml"/><Relationship Id="rId173" Type="http://schemas.openxmlformats.org/officeDocument/2006/relationships/image" Target="../media/image158.png"/><Relationship Id="rId194" Type="http://schemas.openxmlformats.org/officeDocument/2006/relationships/customXml" Target="../ink/ink169.xml"/><Relationship Id="rId208" Type="http://schemas.openxmlformats.org/officeDocument/2006/relationships/customXml" Target="../ink/ink176.xml"/><Relationship Id="rId229" Type="http://schemas.openxmlformats.org/officeDocument/2006/relationships/image" Target="../media/image186.png"/><Relationship Id="rId240" Type="http://schemas.openxmlformats.org/officeDocument/2006/relationships/customXml" Target="../ink/ink192.xml"/><Relationship Id="rId261" Type="http://schemas.openxmlformats.org/officeDocument/2006/relationships/image" Target="../media/image202.png"/><Relationship Id="rId14" Type="http://schemas.openxmlformats.org/officeDocument/2006/relationships/customXml" Target="../ink/ink79.xml"/><Relationship Id="rId35" Type="http://schemas.openxmlformats.org/officeDocument/2006/relationships/image" Target="../media/image89.png"/><Relationship Id="rId56" Type="http://schemas.openxmlformats.org/officeDocument/2006/relationships/customXml" Target="../ink/ink100.xml"/><Relationship Id="rId77" Type="http://schemas.openxmlformats.org/officeDocument/2006/relationships/image" Target="../media/image110.png"/><Relationship Id="rId100" Type="http://schemas.openxmlformats.org/officeDocument/2006/relationships/customXml" Target="../ink/ink122.xml"/><Relationship Id="rId282" Type="http://schemas.openxmlformats.org/officeDocument/2006/relationships/customXml" Target="../ink/ink213.xml"/><Relationship Id="rId8" Type="http://schemas.openxmlformats.org/officeDocument/2006/relationships/customXml" Target="../ink/ink76.xml"/><Relationship Id="rId98" Type="http://schemas.openxmlformats.org/officeDocument/2006/relationships/customXml" Target="../ink/ink121.xml"/><Relationship Id="rId121" Type="http://schemas.openxmlformats.org/officeDocument/2006/relationships/image" Target="../media/image132.png"/><Relationship Id="rId142" Type="http://schemas.openxmlformats.org/officeDocument/2006/relationships/customXml" Target="../ink/ink143.xml"/><Relationship Id="rId163" Type="http://schemas.openxmlformats.org/officeDocument/2006/relationships/image" Target="../media/image153.png"/><Relationship Id="rId184" Type="http://schemas.openxmlformats.org/officeDocument/2006/relationships/customXml" Target="../ink/ink164.xml"/><Relationship Id="rId219" Type="http://schemas.openxmlformats.org/officeDocument/2006/relationships/image" Target="../media/image181.png"/><Relationship Id="rId230" Type="http://schemas.openxmlformats.org/officeDocument/2006/relationships/customXml" Target="../ink/ink187.xml"/><Relationship Id="rId251" Type="http://schemas.openxmlformats.org/officeDocument/2006/relationships/image" Target="../media/image197.png"/><Relationship Id="rId25" Type="http://schemas.openxmlformats.org/officeDocument/2006/relationships/image" Target="../media/image84.png"/><Relationship Id="rId46" Type="http://schemas.openxmlformats.org/officeDocument/2006/relationships/customXml" Target="../ink/ink95.xml"/><Relationship Id="rId67" Type="http://schemas.openxmlformats.org/officeDocument/2006/relationships/image" Target="../media/image105.png"/><Relationship Id="rId272" Type="http://schemas.openxmlformats.org/officeDocument/2006/relationships/customXml" Target="../ink/ink208.xml"/><Relationship Id="rId293" Type="http://schemas.openxmlformats.org/officeDocument/2006/relationships/image" Target="../media/image218.png"/><Relationship Id="rId88" Type="http://schemas.openxmlformats.org/officeDocument/2006/relationships/customXml" Target="../ink/ink116.xml"/><Relationship Id="rId111" Type="http://schemas.openxmlformats.org/officeDocument/2006/relationships/image" Target="../media/image127.png"/><Relationship Id="rId132" Type="http://schemas.openxmlformats.org/officeDocument/2006/relationships/customXml" Target="../ink/ink138.xml"/><Relationship Id="rId153" Type="http://schemas.openxmlformats.org/officeDocument/2006/relationships/image" Target="../media/image148.png"/><Relationship Id="rId174" Type="http://schemas.openxmlformats.org/officeDocument/2006/relationships/customXml" Target="../ink/ink159.xml"/><Relationship Id="rId195" Type="http://schemas.openxmlformats.org/officeDocument/2006/relationships/image" Target="../media/image169.png"/><Relationship Id="rId209" Type="http://schemas.openxmlformats.org/officeDocument/2006/relationships/image" Target="../media/image176.png"/><Relationship Id="rId220" Type="http://schemas.openxmlformats.org/officeDocument/2006/relationships/customXml" Target="../ink/ink182.xml"/><Relationship Id="rId241" Type="http://schemas.openxmlformats.org/officeDocument/2006/relationships/image" Target="../media/image192.png"/><Relationship Id="rId15" Type="http://schemas.openxmlformats.org/officeDocument/2006/relationships/image" Target="../media/image79.png"/><Relationship Id="rId36" Type="http://schemas.openxmlformats.org/officeDocument/2006/relationships/customXml" Target="../ink/ink90.xml"/><Relationship Id="rId57" Type="http://schemas.openxmlformats.org/officeDocument/2006/relationships/image" Target="../media/image100.png"/><Relationship Id="rId262" Type="http://schemas.openxmlformats.org/officeDocument/2006/relationships/customXml" Target="../ink/ink203.xml"/><Relationship Id="rId283" Type="http://schemas.openxmlformats.org/officeDocument/2006/relationships/image" Target="../media/image213.png"/><Relationship Id="rId78" Type="http://schemas.openxmlformats.org/officeDocument/2006/relationships/customXml" Target="../ink/ink111.xml"/><Relationship Id="rId99" Type="http://schemas.openxmlformats.org/officeDocument/2006/relationships/image" Target="../media/image121.png"/><Relationship Id="rId101" Type="http://schemas.openxmlformats.org/officeDocument/2006/relationships/image" Target="../media/image122.png"/><Relationship Id="rId122" Type="http://schemas.openxmlformats.org/officeDocument/2006/relationships/customXml" Target="../ink/ink133.xml"/><Relationship Id="rId143" Type="http://schemas.openxmlformats.org/officeDocument/2006/relationships/image" Target="../media/image143.png"/><Relationship Id="rId164" Type="http://schemas.openxmlformats.org/officeDocument/2006/relationships/customXml" Target="../ink/ink154.xml"/><Relationship Id="rId185" Type="http://schemas.openxmlformats.org/officeDocument/2006/relationships/image" Target="../media/image164.png"/><Relationship Id="rId9" Type="http://schemas.openxmlformats.org/officeDocument/2006/relationships/image" Target="../media/image76.png"/><Relationship Id="rId210" Type="http://schemas.openxmlformats.org/officeDocument/2006/relationships/customXml" Target="../ink/ink177.xml"/><Relationship Id="rId26" Type="http://schemas.openxmlformats.org/officeDocument/2006/relationships/customXml" Target="../ink/ink85.xml"/><Relationship Id="rId231" Type="http://schemas.openxmlformats.org/officeDocument/2006/relationships/image" Target="../media/image187.png"/><Relationship Id="rId252" Type="http://schemas.openxmlformats.org/officeDocument/2006/relationships/customXml" Target="../ink/ink198.xml"/><Relationship Id="rId273" Type="http://schemas.openxmlformats.org/officeDocument/2006/relationships/image" Target="../media/image208.png"/><Relationship Id="rId294" Type="http://schemas.openxmlformats.org/officeDocument/2006/relationships/customXml" Target="../ink/ink219.xml"/><Relationship Id="rId47" Type="http://schemas.openxmlformats.org/officeDocument/2006/relationships/image" Target="../media/image95.png"/><Relationship Id="rId68" Type="http://schemas.openxmlformats.org/officeDocument/2006/relationships/customXml" Target="../ink/ink106.xml"/><Relationship Id="rId89" Type="http://schemas.openxmlformats.org/officeDocument/2006/relationships/image" Target="../media/image116.png"/><Relationship Id="rId112" Type="http://schemas.openxmlformats.org/officeDocument/2006/relationships/customXml" Target="../ink/ink128.xml"/><Relationship Id="rId133" Type="http://schemas.openxmlformats.org/officeDocument/2006/relationships/image" Target="../media/image138.png"/><Relationship Id="rId154" Type="http://schemas.openxmlformats.org/officeDocument/2006/relationships/customXml" Target="../ink/ink149.xml"/><Relationship Id="rId175" Type="http://schemas.openxmlformats.org/officeDocument/2006/relationships/image" Target="../media/image159.png"/><Relationship Id="rId196" Type="http://schemas.openxmlformats.org/officeDocument/2006/relationships/customXml" Target="../ink/ink170.xml"/><Relationship Id="rId200" Type="http://schemas.openxmlformats.org/officeDocument/2006/relationships/customXml" Target="../ink/ink172.xml"/><Relationship Id="rId16" Type="http://schemas.openxmlformats.org/officeDocument/2006/relationships/customXml" Target="../ink/ink80.xml"/><Relationship Id="rId221" Type="http://schemas.openxmlformats.org/officeDocument/2006/relationships/image" Target="../media/image182.png"/><Relationship Id="rId242" Type="http://schemas.openxmlformats.org/officeDocument/2006/relationships/customXml" Target="../ink/ink193.xml"/><Relationship Id="rId263" Type="http://schemas.openxmlformats.org/officeDocument/2006/relationships/image" Target="../media/image203.png"/><Relationship Id="rId284" Type="http://schemas.openxmlformats.org/officeDocument/2006/relationships/customXml" Target="../ink/ink214.xml"/><Relationship Id="rId37" Type="http://schemas.openxmlformats.org/officeDocument/2006/relationships/image" Target="../media/image90.png"/><Relationship Id="rId58" Type="http://schemas.openxmlformats.org/officeDocument/2006/relationships/customXml" Target="../ink/ink101.xml"/><Relationship Id="rId79" Type="http://schemas.openxmlformats.org/officeDocument/2006/relationships/image" Target="../media/image111.png"/><Relationship Id="rId102" Type="http://schemas.openxmlformats.org/officeDocument/2006/relationships/customXml" Target="../ink/ink123.xml"/><Relationship Id="rId123" Type="http://schemas.openxmlformats.org/officeDocument/2006/relationships/image" Target="../media/image133.png"/><Relationship Id="rId144" Type="http://schemas.openxmlformats.org/officeDocument/2006/relationships/customXml" Target="../ink/ink144.xml"/><Relationship Id="rId90" Type="http://schemas.openxmlformats.org/officeDocument/2006/relationships/customXml" Target="../ink/ink117.xml"/><Relationship Id="rId165" Type="http://schemas.openxmlformats.org/officeDocument/2006/relationships/image" Target="../media/image154.png"/><Relationship Id="rId186" Type="http://schemas.openxmlformats.org/officeDocument/2006/relationships/customXml" Target="../ink/ink165.xml"/><Relationship Id="rId211" Type="http://schemas.openxmlformats.org/officeDocument/2006/relationships/image" Target="../media/image177.png"/><Relationship Id="rId232" Type="http://schemas.openxmlformats.org/officeDocument/2006/relationships/customXml" Target="../ink/ink188.xml"/><Relationship Id="rId253" Type="http://schemas.openxmlformats.org/officeDocument/2006/relationships/image" Target="../media/image198.png"/><Relationship Id="rId274" Type="http://schemas.openxmlformats.org/officeDocument/2006/relationships/customXml" Target="../ink/ink209.xml"/><Relationship Id="rId295" Type="http://schemas.openxmlformats.org/officeDocument/2006/relationships/image" Target="../media/image219.png"/><Relationship Id="rId27" Type="http://schemas.openxmlformats.org/officeDocument/2006/relationships/image" Target="../media/image85.png"/><Relationship Id="rId48" Type="http://schemas.openxmlformats.org/officeDocument/2006/relationships/customXml" Target="../ink/ink96.xml"/><Relationship Id="rId69" Type="http://schemas.openxmlformats.org/officeDocument/2006/relationships/image" Target="../media/image106.png"/><Relationship Id="rId113" Type="http://schemas.openxmlformats.org/officeDocument/2006/relationships/image" Target="../media/image128.png"/><Relationship Id="rId134" Type="http://schemas.openxmlformats.org/officeDocument/2006/relationships/customXml" Target="../ink/ink139.xml"/><Relationship Id="rId80" Type="http://schemas.openxmlformats.org/officeDocument/2006/relationships/customXml" Target="../ink/ink112.xml"/><Relationship Id="rId155" Type="http://schemas.openxmlformats.org/officeDocument/2006/relationships/image" Target="../media/image149.png"/><Relationship Id="rId176" Type="http://schemas.openxmlformats.org/officeDocument/2006/relationships/customXml" Target="../ink/ink160.xml"/><Relationship Id="rId197" Type="http://schemas.openxmlformats.org/officeDocument/2006/relationships/image" Target="../media/image170.png"/><Relationship Id="rId201" Type="http://schemas.openxmlformats.org/officeDocument/2006/relationships/image" Target="../media/image172.png"/><Relationship Id="rId222" Type="http://schemas.openxmlformats.org/officeDocument/2006/relationships/customXml" Target="../ink/ink183.xml"/><Relationship Id="rId243" Type="http://schemas.openxmlformats.org/officeDocument/2006/relationships/image" Target="../media/image193.png"/><Relationship Id="rId264" Type="http://schemas.openxmlformats.org/officeDocument/2006/relationships/customXml" Target="../ink/ink204.xml"/><Relationship Id="rId285" Type="http://schemas.openxmlformats.org/officeDocument/2006/relationships/image" Target="../media/image214.png"/><Relationship Id="rId17" Type="http://schemas.openxmlformats.org/officeDocument/2006/relationships/image" Target="../media/image80.png"/><Relationship Id="rId38" Type="http://schemas.openxmlformats.org/officeDocument/2006/relationships/customXml" Target="../ink/ink91.xml"/><Relationship Id="rId59" Type="http://schemas.openxmlformats.org/officeDocument/2006/relationships/image" Target="../media/image101.png"/><Relationship Id="rId103" Type="http://schemas.openxmlformats.org/officeDocument/2006/relationships/image" Target="../media/image123.png"/><Relationship Id="rId124" Type="http://schemas.openxmlformats.org/officeDocument/2006/relationships/customXml" Target="../ink/ink134.xml"/><Relationship Id="rId70" Type="http://schemas.openxmlformats.org/officeDocument/2006/relationships/customXml" Target="../ink/ink107.xml"/><Relationship Id="rId91" Type="http://schemas.openxmlformats.org/officeDocument/2006/relationships/image" Target="../media/image117.png"/><Relationship Id="rId145" Type="http://schemas.openxmlformats.org/officeDocument/2006/relationships/image" Target="../media/image144.png"/><Relationship Id="rId166" Type="http://schemas.openxmlformats.org/officeDocument/2006/relationships/customXml" Target="../ink/ink155.xml"/><Relationship Id="rId187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78.xml"/><Relationship Id="rId233" Type="http://schemas.openxmlformats.org/officeDocument/2006/relationships/image" Target="../media/image188.png"/><Relationship Id="rId254" Type="http://schemas.openxmlformats.org/officeDocument/2006/relationships/customXml" Target="../ink/ink199.xml"/><Relationship Id="rId28" Type="http://schemas.openxmlformats.org/officeDocument/2006/relationships/customXml" Target="../ink/ink86.xml"/><Relationship Id="rId49" Type="http://schemas.openxmlformats.org/officeDocument/2006/relationships/image" Target="../media/image96.png"/><Relationship Id="rId114" Type="http://schemas.openxmlformats.org/officeDocument/2006/relationships/customXml" Target="../ink/ink129.xml"/><Relationship Id="rId275" Type="http://schemas.openxmlformats.org/officeDocument/2006/relationships/image" Target="../media/image209.png"/><Relationship Id="rId296" Type="http://schemas.openxmlformats.org/officeDocument/2006/relationships/customXml" Target="../ink/ink220.xml"/><Relationship Id="rId300" Type="http://schemas.openxmlformats.org/officeDocument/2006/relationships/customXml" Target="../ink/ink222.xml"/><Relationship Id="rId60" Type="http://schemas.openxmlformats.org/officeDocument/2006/relationships/customXml" Target="../ink/ink102.xml"/><Relationship Id="rId81" Type="http://schemas.openxmlformats.org/officeDocument/2006/relationships/image" Target="../media/image112.png"/><Relationship Id="rId135" Type="http://schemas.openxmlformats.org/officeDocument/2006/relationships/image" Target="../media/image139.png"/><Relationship Id="rId156" Type="http://schemas.openxmlformats.org/officeDocument/2006/relationships/customXml" Target="../ink/ink150.xml"/><Relationship Id="rId177" Type="http://schemas.openxmlformats.org/officeDocument/2006/relationships/image" Target="../media/image160.png"/><Relationship Id="rId198" Type="http://schemas.openxmlformats.org/officeDocument/2006/relationships/customXml" Target="../ink/ink171.xml"/><Relationship Id="rId202" Type="http://schemas.openxmlformats.org/officeDocument/2006/relationships/customXml" Target="../ink/ink173.xml"/><Relationship Id="rId223" Type="http://schemas.openxmlformats.org/officeDocument/2006/relationships/image" Target="../media/image183.png"/><Relationship Id="rId244" Type="http://schemas.openxmlformats.org/officeDocument/2006/relationships/customXml" Target="../ink/ink194.xml"/><Relationship Id="rId18" Type="http://schemas.openxmlformats.org/officeDocument/2006/relationships/customXml" Target="../ink/ink81.xml"/><Relationship Id="rId39" Type="http://schemas.openxmlformats.org/officeDocument/2006/relationships/image" Target="../media/image91.png"/><Relationship Id="rId265" Type="http://schemas.openxmlformats.org/officeDocument/2006/relationships/image" Target="../media/image204.png"/><Relationship Id="rId286" Type="http://schemas.openxmlformats.org/officeDocument/2006/relationships/customXml" Target="../ink/ink215.xml"/><Relationship Id="rId50" Type="http://schemas.openxmlformats.org/officeDocument/2006/relationships/customXml" Target="../ink/ink97.xml"/><Relationship Id="rId104" Type="http://schemas.openxmlformats.org/officeDocument/2006/relationships/customXml" Target="../ink/ink124.xml"/><Relationship Id="rId125" Type="http://schemas.openxmlformats.org/officeDocument/2006/relationships/image" Target="../media/image134.png"/><Relationship Id="rId146" Type="http://schemas.openxmlformats.org/officeDocument/2006/relationships/customXml" Target="../ink/ink145.xml"/><Relationship Id="rId167" Type="http://schemas.openxmlformats.org/officeDocument/2006/relationships/image" Target="../media/image155.png"/><Relationship Id="rId188" Type="http://schemas.openxmlformats.org/officeDocument/2006/relationships/customXml" Target="../ink/ink166.xml"/><Relationship Id="rId71" Type="http://schemas.openxmlformats.org/officeDocument/2006/relationships/image" Target="../media/image107.png"/><Relationship Id="rId92" Type="http://schemas.openxmlformats.org/officeDocument/2006/relationships/customXml" Target="../ink/ink118.xml"/><Relationship Id="rId213" Type="http://schemas.openxmlformats.org/officeDocument/2006/relationships/image" Target="../media/image178.png"/><Relationship Id="rId234" Type="http://schemas.openxmlformats.org/officeDocument/2006/relationships/customXml" Target="../ink/ink189.xml"/><Relationship Id="rId2" Type="http://schemas.openxmlformats.org/officeDocument/2006/relationships/customXml" Target="../ink/ink73.xml"/><Relationship Id="rId29" Type="http://schemas.openxmlformats.org/officeDocument/2006/relationships/image" Target="../media/image86.png"/><Relationship Id="rId255" Type="http://schemas.openxmlformats.org/officeDocument/2006/relationships/image" Target="../media/image199.png"/><Relationship Id="rId276" Type="http://schemas.openxmlformats.org/officeDocument/2006/relationships/customXml" Target="../ink/ink210.xml"/><Relationship Id="rId297" Type="http://schemas.openxmlformats.org/officeDocument/2006/relationships/image" Target="../media/image220.png"/><Relationship Id="rId40" Type="http://schemas.openxmlformats.org/officeDocument/2006/relationships/customXml" Target="../ink/ink92.xml"/><Relationship Id="rId115" Type="http://schemas.openxmlformats.org/officeDocument/2006/relationships/image" Target="../media/image129.png"/><Relationship Id="rId136" Type="http://schemas.openxmlformats.org/officeDocument/2006/relationships/customXml" Target="../ink/ink140.xml"/><Relationship Id="rId157" Type="http://schemas.openxmlformats.org/officeDocument/2006/relationships/image" Target="../media/image150.png"/><Relationship Id="rId178" Type="http://schemas.openxmlformats.org/officeDocument/2006/relationships/customXml" Target="../ink/ink161.xml"/><Relationship Id="rId301" Type="http://schemas.openxmlformats.org/officeDocument/2006/relationships/image" Target="../media/image222.png"/><Relationship Id="rId61" Type="http://schemas.openxmlformats.org/officeDocument/2006/relationships/image" Target="../media/image102.png"/><Relationship Id="rId82" Type="http://schemas.openxmlformats.org/officeDocument/2006/relationships/customXml" Target="../ink/ink113.xml"/><Relationship Id="rId199" Type="http://schemas.openxmlformats.org/officeDocument/2006/relationships/image" Target="../media/image171.png"/><Relationship Id="rId203" Type="http://schemas.openxmlformats.org/officeDocument/2006/relationships/image" Target="../media/image173.png"/><Relationship Id="rId19" Type="http://schemas.openxmlformats.org/officeDocument/2006/relationships/image" Target="../media/image81.png"/><Relationship Id="rId224" Type="http://schemas.openxmlformats.org/officeDocument/2006/relationships/customXml" Target="../ink/ink184.xml"/><Relationship Id="rId245" Type="http://schemas.openxmlformats.org/officeDocument/2006/relationships/image" Target="../media/image194.png"/><Relationship Id="rId266" Type="http://schemas.openxmlformats.org/officeDocument/2006/relationships/customXml" Target="../ink/ink205.xml"/><Relationship Id="rId287" Type="http://schemas.openxmlformats.org/officeDocument/2006/relationships/image" Target="../media/image215.png"/><Relationship Id="rId30" Type="http://schemas.openxmlformats.org/officeDocument/2006/relationships/customXml" Target="../ink/ink87.xml"/><Relationship Id="rId105" Type="http://schemas.openxmlformats.org/officeDocument/2006/relationships/image" Target="../media/image124.png"/><Relationship Id="rId126" Type="http://schemas.openxmlformats.org/officeDocument/2006/relationships/customXml" Target="../ink/ink135.xml"/><Relationship Id="rId147" Type="http://schemas.openxmlformats.org/officeDocument/2006/relationships/image" Target="../media/image145.png"/><Relationship Id="rId168" Type="http://schemas.openxmlformats.org/officeDocument/2006/relationships/customXml" Target="../ink/ink156.xml"/><Relationship Id="rId51" Type="http://schemas.openxmlformats.org/officeDocument/2006/relationships/image" Target="../media/image97.png"/><Relationship Id="rId72" Type="http://schemas.openxmlformats.org/officeDocument/2006/relationships/customXml" Target="../ink/ink108.xml"/><Relationship Id="rId93" Type="http://schemas.openxmlformats.org/officeDocument/2006/relationships/image" Target="../media/image118.png"/><Relationship Id="rId189" Type="http://schemas.openxmlformats.org/officeDocument/2006/relationships/image" Target="../media/image166.png"/><Relationship Id="rId3" Type="http://schemas.openxmlformats.org/officeDocument/2006/relationships/image" Target="../media/image73.png"/><Relationship Id="rId214" Type="http://schemas.openxmlformats.org/officeDocument/2006/relationships/customXml" Target="../ink/ink179.xml"/><Relationship Id="rId235" Type="http://schemas.openxmlformats.org/officeDocument/2006/relationships/image" Target="../media/image189.png"/><Relationship Id="rId256" Type="http://schemas.openxmlformats.org/officeDocument/2006/relationships/customXml" Target="../ink/ink200.xml"/><Relationship Id="rId277" Type="http://schemas.openxmlformats.org/officeDocument/2006/relationships/image" Target="../media/image210.png"/><Relationship Id="rId298" Type="http://schemas.openxmlformats.org/officeDocument/2006/relationships/customXml" Target="../ink/ink221.xml"/><Relationship Id="rId116" Type="http://schemas.openxmlformats.org/officeDocument/2006/relationships/customXml" Target="../ink/ink130.xml"/><Relationship Id="rId137" Type="http://schemas.openxmlformats.org/officeDocument/2006/relationships/image" Target="../media/image140.png"/><Relationship Id="rId158" Type="http://schemas.openxmlformats.org/officeDocument/2006/relationships/customXml" Target="../ink/ink151.xml"/><Relationship Id="rId302" Type="http://schemas.openxmlformats.org/officeDocument/2006/relationships/customXml" Target="../ink/ink223.xml"/><Relationship Id="rId20" Type="http://schemas.openxmlformats.org/officeDocument/2006/relationships/customXml" Target="../ink/ink82.xml"/><Relationship Id="rId41" Type="http://schemas.openxmlformats.org/officeDocument/2006/relationships/image" Target="../media/image92.png"/><Relationship Id="rId62" Type="http://schemas.openxmlformats.org/officeDocument/2006/relationships/customXml" Target="../ink/ink103.xml"/><Relationship Id="rId83" Type="http://schemas.openxmlformats.org/officeDocument/2006/relationships/image" Target="../media/image113.png"/><Relationship Id="rId179" Type="http://schemas.openxmlformats.org/officeDocument/2006/relationships/image" Target="../media/image161.png"/><Relationship Id="rId190" Type="http://schemas.openxmlformats.org/officeDocument/2006/relationships/customXml" Target="../ink/ink167.xml"/><Relationship Id="rId204" Type="http://schemas.openxmlformats.org/officeDocument/2006/relationships/customXml" Target="../ink/ink174.xml"/><Relationship Id="rId225" Type="http://schemas.openxmlformats.org/officeDocument/2006/relationships/image" Target="../media/image184.png"/><Relationship Id="rId246" Type="http://schemas.openxmlformats.org/officeDocument/2006/relationships/customXml" Target="../ink/ink195.xml"/><Relationship Id="rId267" Type="http://schemas.openxmlformats.org/officeDocument/2006/relationships/image" Target="../media/image205.png"/><Relationship Id="rId288" Type="http://schemas.openxmlformats.org/officeDocument/2006/relationships/customXml" Target="../ink/ink216.xml"/><Relationship Id="rId106" Type="http://schemas.openxmlformats.org/officeDocument/2006/relationships/customXml" Target="../ink/ink125.xml"/><Relationship Id="rId127" Type="http://schemas.openxmlformats.org/officeDocument/2006/relationships/image" Target="../media/image135.png"/><Relationship Id="rId10" Type="http://schemas.openxmlformats.org/officeDocument/2006/relationships/customXml" Target="../ink/ink77.xml"/><Relationship Id="rId31" Type="http://schemas.openxmlformats.org/officeDocument/2006/relationships/image" Target="../media/image87.png"/><Relationship Id="rId52" Type="http://schemas.openxmlformats.org/officeDocument/2006/relationships/customXml" Target="../ink/ink98.xml"/><Relationship Id="rId73" Type="http://schemas.openxmlformats.org/officeDocument/2006/relationships/image" Target="../media/image108.png"/><Relationship Id="rId94" Type="http://schemas.openxmlformats.org/officeDocument/2006/relationships/customXml" Target="../ink/ink119.xml"/><Relationship Id="rId148" Type="http://schemas.openxmlformats.org/officeDocument/2006/relationships/customXml" Target="../ink/ink146.xml"/><Relationship Id="rId169" Type="http://schemas.openxmlformats.org/officeDocument/2006/relationships/image" Target="../media/image156.png"/><Relationship Id="rId4" Type="http://schemas.openxmlformats.org/officeDocument/2006/relationships/customXml" Target="../ink/ink74.xml"/><Relationship Id="rId180" Type="http://schemas.openxmlformats.org/officeDocument/2006/relationships/customXml" Target="../ink/ink162.xml"/><Relationship Id="rId215" Type="http://schemas.openxmlformats.org/officeDocument/2006/relationships/image" Target="../media/image179.png"/><Relationship Id="rId236" Type="http://schemas.openxmlformats.org/officeDocument/2006/relationships/customXml" Target="../ink/ink190.xml"/><Relationship Id="rId257" Type="http://schemas.openxmlformats.org/officeDocument/2006/relationships/image" Target="../media/image200.png"/><Relationship Id="rId278" Type="http://schemas.openxmlformats.org/officeDocument/2006/relationships/customXml" Target="../ink/ink211.xml"/><Relationship Id="rId303" Type="http://schemas.openxmlformats.org/officeDocument/2006/relationships/image" Target="../media/image223.png"/><Relationship Id="rId42" Type="http://schemas.openxmlformats.org/officeDocument/2006/relationships/customXml" Target="../ink/ink93.xml"/><Relationship Id="rId84" Type="http://schemas.openxmlformats.org/officeDocument/2006/relationships/customXml" Target="../ink/ink114.xml"/><Relationship Id="rId138" Type="http://schemas.openxmlformats.org/officeDocument/2006/relationships/customXml" Target="../ink/ink141.xml"/><Relationship Id="rId191" Type="http://schemas.openxmlformats.org/officeDocument/2006/relationships/image" Target="../media/image167.png"/><Relationship Id="rId205" Type="http://schemas.openxmlformats.org/officeDocument/2006/relationships/image" Target="../media/image174.png"/><Relationship Id="rId247" Type="http://schemas.openxmlformats.org/officeDocument/2006/relationships/image" Target="../media/image195.png"/><Relationship Id="rId107" Type="http://schemas.openxmlformats.org/officeDocument/2006/relationships/image" Target="../media/image125.png"/><Relationship Id="rId289" Type="http://schemas.openxmlformats.org/officeDocument/2006/relationships/image" Target="../media/image216.png"/><Relationship Id="rId11" Type="http://schemas.openxmlformats.org/officeDocument/2006/relationships/image" Target="../media/image77.png"/><Relationship Id="rId53" Type="http://schemas.openxmlformats.org/officeDocument/2006/relationships/image" Target="../media/image98.png"/><Relationship Id="rId149" Type="http://schemas.openxmlformats.org/officeDocument/2006/relationships/image" Target="../media/image146.png"/><Relationship Id="rId95" Type="http://schemas.openxmlformats.org/officeDocument/2006/relationships/image" Target="../media/image119.png"/><Relationship Id="rId160" Type="http://schemas.openxmlformats.org/officeDocument/2006/relationships/customXml" Target="../ink/ink152.xml"/><Relationship Id="rId216" Type="http://schemas.openxmlformats.org/officeDocument/2006/relationships/customXml" Target="../ink/ink180.xml"/><Relationship Id="rId258" Type="http://schemas.openxmlformats.org/officeDocument/2006/relationships/customXml" Target="../ink/ink201.xml"/><Relationship Id="rId22" Type="http://schemas.openxmlformats.org/officeDocument/2006/relationships/customXml" Target="../ink/ink83.xml"/><Relationship Id="rId64" Type="http://schemas.openxmlformats.org/officeDocument/2006/relationships/customXml" Target="../ink/ink104.xml"/><Relationship Id="rId118" Type="http://schemas.openxmlformats.org/officeDocument/2006/relationships/customXml" Target="../ink/ink131.xml"/><Relationship Id="rId171" Type="http://schemas.openxmlformats.org/officeDocument/2006/relationships/image" Target="../media/image157.png"/><Relationship Id="rId227" Type="http://schemas.openxmlformats.org/officeDocument/2006/relationships/image" Target="../media/image185.png"/><Relationship Id="rId269" Type="http://schemas.openxmlformats.org/officeDocument/2006/relationships/image" Target="../media/image206.png"/><Relationship Id="rId33" Type="http://schemas.openxmlformats.org/officeDocument/2006/relationships/image" Target="../media/image88.png"/><Relationship Id="rId129" Type="http://schemas.openxmlformats.org/officeDocument/2006/relationships/image" Target="../media/image136.png"/><Relationship Id="rId280" Type="http://schemas.openxmlformats.org/officeDocument/2006/relationships/customXml" Target="../ink/ink212.xml"/><Relationship Id="rId75" Type="http://schemas.openxmlformats.org/officeDocument/2006/relationships/image" Target="../media/image109.png"/><Relationship Id="rId140" Type="http://schemas.openxmlformats.org/officeDocument/2006/relationships/customXml" Target="../ink/ink142.xml"/><Relationship Id="rId182" Type="http://schemas.openxmlformats.org/officeDocument/2006/relationships/customXml" Target="../ink/ink163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36.xml"/><Relationship Id="rId21" Type="http://schemas.openxmlformats.org/officeDocument/2006/relationships/image" Target="../media/image233.png"/><Relationship Id="rId42" Type="http://schemas.openxmlformats.org/officeDocument/2006/relationships/customXml" Target="../ink/ink244.xml"/><Relationship Id="rId47" Type="http://schemas.openxmlformats.org/officeDocument/2006/relationships/image" Target="../media/image246.png"/><Relationship Id="rId63" Type="http://schemas.openxmlformats.org/officeDocument/2006/relationships/image" Target="../media/image254.png"/><Relationship Id="rId68" Type="http://schemas.openxmlformats.org/officeDocument/2006/relationships/customXml" Target="../ink/ink257.xml"/><Relationship Id="rId84" Type="http://schemas.openxmlformats.org/officeDocument/2006/relationships/customXml" Target="../ink/ink265.xml"/><Relationship Id="rId16" Type="http://schemas.openxmlformats.org/officeDocument/2006/relationships/customXml" Target="../ink/ink231.xml"/><Relationship Id="rId11" Type="http://schemas.openxmlformats.org/officeDocument/2006/relationships/image" Target="../media/image228.png"/><Relationship Id="rId32" Type="http://schemas.openxmlformats.org/officeDocument/2006/relationships/customXml" Target="../ink/ink239.xml"/><Relationship Id="rId37" Type="http://schemas.openxmlformats.org/officeDocument/2006/relationships/image" Target="../media/image241.png"/><Relationship Id="rId53" Type="http://schemas.openxmlformats.org/officeDocument/2006/relationships/image" Target="../media/image249.png"/><Relationship Id="rId58" Type="http://schemas.openxmlformats.org/officeDocument/2006/relationships/customXml" Target="../ink/ink252.xml"/><Relationship Id="rId74" Type="http://schemas.openxmlformats.org/officeDocument/2006/relationships/customXml" Target="../ink/ink260.xml"/><Relationship Id="rId79" Type="http://schemas.openxmlformats.org/officeDocument/2006/relationships/image" Target="../media/image262.png"/><Relationship Id="rId5" Type="http://schemas.openxmlformats.org/officeDocument/2006/relationships/image" Target="../media/image225.png"/><Relationship Id="rId19" Type="http://schemas.openxmlformats.org/officeDocument/2006/relationships/image" Target="../media/image232.png"/><Relationship Id="rId14" Type="http://schemas.openxmlformats.org/officeDocument/2006/relationships/customXml" Target="../ink/ink230.xml"/><Relationship Id="rId22" Type="http://schemas.openxmlformats.org/officeDocument/2006/relationships/customXml" Target="../ink/ink234.xml"/><Relationship Id="rId27" Type="http://schemas.openxmlformats.org/officeDocument/2006/relationships/image" Target="../media/image236.png"/><Relationship Id="rId30" Type="http://schemas.openxmlformats.org/officeDocument/2006/relationships/customXml" Target="../ink/ink238.xml"/><Relationship Id="rId35" Type="http://schemas.openxmlformats.org/officeDocument/2006/relationships/image" Target="../media/image240.png"/><Relationship Id="rId43" Type="http://schemas.openxmlformats.org/officeDocument/2006/relationships/image" Target="../media/image244.png"/><Relationship Id="rId48" Type="http://schemas.openxmlformats.org/officeDocument/2006/relationships/customXml" Target="../ink/ink247.xml"/><Relationship Id="rId56" Type="http://schemas.openxmlformats.org/officeDocument/2006/relationships/customXml" Target="../ink/ink251.xml"/><Relationship Id="rId64" Type="http://schemas.openxmlformats.org/officeDocument/2006/relationships/customXml" Target="../ink/ink255.xml"/><Relationship Id="rId69" Type="http://schemas.openxmlformats.org/officeDocument/2006/relationships/image" Target="../media/image257.png"/><Relationship Id="rId77" Type="http://schemas.openxmlformats.org/officeDocument/2006/relationships/image" Target="../media/image261.png"/><Relationship Id="rId8" Type="http://schemas.openxmlformats.org/officeDocument/2006/relationships/customXml" Target="../ink/ink227.xml"/><Relationship Id="rId51" Type="http://schemas.openxmlformats.org/officeDocument/2006/relationships/image" Target="../media/image248.png"/><Relationship Id="rId72" Type="http://schemas.openxmlformats.org/officeDocument/2006/relationships/customXml" Target="../ink/ink259.xml"/><Relationship Id="rId80" Type="http://schemas.openxmlformats.org/officeDocument/2006/relationships/customXml" Target="../ink/ink263.xml"/><Relationship Id="rId85" Type="http://schemas.openxmlformats.org/officeDocument/2006/relationships/image" Target="../media/image265.png"/><Relationship Id="rId3" Type="http://schemas.openxmlformats.org/officeDocument/2006/relationships/image" Target="../media/image224.png"/><Relationship Id="rId12" Type="http://schemas.openxmlformats.org/officeDocument/2006/relationships/customXml" Target="../ink/ink229.xml"/><Relationship Id="rId17" Type="http://schemas.openxmlformats.org/officeDocument/2006/relationships/image" Target="../media/image231.png"/><Relationship Id="rId25" Type="http://schemas.openxmlformats.org/officeDocument/2006/relationships/image" Target="../media/image235.png"/><Relationship Id="rId33" Type="http://schemas.openxmlformats.org/officeDocument/2006/relationships/image" Target="../media/image239.png"/><Relationship Id="rId38" Type="http://schemas.openxmlformats.org/officeDocument/2006/relationships/customXml" Target="../ink/ink242.xml"/><Relationship Id="rId46" Type="http://schemas.openxmlformats.org/officeDocument/2006/relationships/customXml" Target="../ink/ink246.xml"/><Relationship Id="rId59" Type="http://schemas.openxmlformats.org/officeDocument/2006/relationships/image" Target="../media/image252.png"/><Relationship Id="rId67" Type="http://schemas.openxmlformats.org/officeDocument/2006/relationships/image" Target="../media/image256.png"/><Relationship Id="rId20" Type="http://schemas.openxmlformats.org/officeDocument/2006/relationships/customXml" Target="../ink/ink233.xml"/><Relationship Id="rId41" Type="http://schemas.openxmlformats.org/officeDocument/2006/relationships/image" Target="../media/image243.png"/><Relationship Id="rId54" Type="http://schemas.openxmlformats.org/officeDocument/2006/relationships/customXml" Target="../ink/ink250.xml"/><Relationship Id="rId62" Type="http://schemas.openxmlformats.org/officeDocument/2006/relationships/customXml" Target="../ink/ink254.xml"/><Relationship Id="rId70" Type="http://schemas.openxmlformats.org/officeDocument/2006/relationships/customXml" Target="../ink/ink258.xml"/><Relationship Id="rId75" Type="http://schemas.openxmlformats.org/officeDocument/2006/relationships/image" Target="../media/image260.png"/><Relationship Id="rId83" Type="http://schemas.openxmlformats.org/officeDocument/2006/relationships/image" Target="../media/image2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26.xml"/><Relationship Id="rId15" Type="http://schemas.openxmlformats.org/officeDocument/2006/relationships/image" Target="../media/image230.png"/><Relationship Id="rId23" Type="http://schemas.openxmlformats.org/officeDocument/2006/relationships/image" Target="../media/image234.png"/><Relationship Id="rId28" Type="http://schemas.openxmlformats.org/officeDocument/2006/relationships/customXml" Target="../ink/ink237.xml"/><Relationship Id="rId36" Type="http://schemas.openxmlformats.org/officeDocument/2006/relationships/customXml" Target="../ink/ink241.xml"/><Relationship Id="rId49" Type="http://schemas.openxmlformats.org/officeDocument/2006/relationships/image" Target="../media/image247.png"/><Relationship Id="rId57" Type="http://schemas.openxmlformats.org/officeDocument/2006/relationships/image" Target="../media/image251.png"/><Relationship Id="rId10" Type="http://schemas.openxmlformats.org/officeDocument/2006/relationships/customXml" Target="../ink/ink228.xml"/><Relationship Id="rId31" Type="http://schemas.openxmlformats.org/officeDocument/2006/relationships/image" Target="../media/image238.png"/><Relationship Id="rId44" Type="http://schemas.openxmlformats.org/officeDocument/2006/relationships/customXml" Target="../ink/ink245.xml"/><Relationship Id="rId52" Type="http://schemas.openxmlformats.org/officeDocument/2006/relationships/customXml" Target="../ink/ink249.xml"/><Relationship Id="rId60" Type="http://schemas.openxmlformats.org/officeDocument/2006/relationships/customXml" Target="../ink/ink253.xml"/><Relationship Id="rId65" Type="http://schemas.openxmlformats.org/officeDocument/2006/relationships/image" Target="../media/image255.png"/><Relationship Id="rId73" Type="http://schemas.openxmlformats.org/officeDocument/2006/relationships/image" Target="../media/image259.png"/><Relationship Id="rId78" Type="http://schemas.openxmlformats.org/officeDocument/2006/relationships/customXml" Target="../ink/ink262.xml"/><Relationship Id="rId81" Type="http://schemas.openxmlformats.org/officeDocument/2006/relationships/image" Target="../media/image263.png"/><Relationship Id="rId4" Type="http://schemas.openxmlformats.org/officeDocument/2006/relationships/customXml" Target="../ink/ink225.xml"/><Relationship Id="rId9" Type="http://schemas.openxmlformats.org/officeDocument/2006/relationships/image" Target="../media/image227.png"/><Relationship Id="rId13" Type="http://schemas.openxmlformats.org/officeDocument/2006/relationships/image" Target="../media/image229.png"/><Relationship Id="rId18" Type="http://schemas.openxmlformats.org/officeDocument/2006/relationships/customXml" Target="../ink/ink232.xml"/><Relationship Id="rId39" Type="http://schemas.openxmlformats.org/officeDocument/2006/relationships/image" Target="../media/image242.png"/><Relationship Id="rId34" Type="http://schemas.openxmlformats.org/officeDocument/2006/relationships/customXml" Target="../ink/ink240.xml"/><Relationship Id="rId50" Type="http://schemas.openxmlformats.org/officeDocument/2006/relationships/customXml" Target="../ink/ink248.xml"/><Relationship Id="rId55" Type="http://schemas.openxmlformats.org/officeDocument/2006/relationships/image" Target="../media/image250.png"/><Relationship Id="rId76" Type="http://schemas.openxmlformats.org/officeDocument/2006/relationships/customXml" Target="../ink/ink261.xml"/><Relationship Id="rId7" Type="http://schemas.openxmlformats.org/officeDocument/2006/relationships/image" Target="../media/image226.png"/><Relationship Id="rId71" Type="http://schemas.openxmlformats.org/officeDocument/2006/relationships/image" Target="../media/image258.png"/><Relationship Id="rId2" Type="http://schemas.openxmlformats.org/officeDocument/2006/relationships/customXml" Target="../ink/ink224.xml"/><Relationship Id="rId29" Type="http://schemas.openxmlformats.org/officeDocument/2006/relationships/image" Target="../media/image237.png"/><Relationship Id="rId24" Type="http://schemas.openxmlformats.org/officeDocument/2006/relationships/customXml" Target="../ink/ink235.xml"/><Relationship Id="rId40" Type="http://schemas.openxmlformats.org/officeDocument/2006/relationships/customXml" Target="../ink/ink243.xml"/><Relationship Id="rId45" Type="http://schemas.openxmlformats.org/officeDocument/2006/relationships/image" Target="../media/image245.png"/><Relationship Id="rId66" Type="http://schemas.openxmlformats.org/officeDocument/2006/relationships/customXml" Target="../ink/ink256.xml"/><Relationship Id="rId61" Type="http://schemas.openxmlformats.org/officeDocument/2006/relationships/image" Target="../media/image253.png"/><Relationship Id="rId82" Type="http://schemas.openxmlformats.org/officeDocument/2006/relationships/customXml" Target="../ink/ink264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23.png"/><Relationship Id="rId21" Type="http://schemas.openxmlformats.org/officeDocument/2006/relationships/image" Target="../media/image275.png"/><Relationship Id="rId42" Type="http://schemas.openxmlformats.org/officeDocument/2006/relationships/customXml" Target="../ink/ink286.xml"/><Relationship Id="rId63" Type="http://schemas.openxmlformats.org/officeDocument/2006/relationships/image" Target="../media/image296.png"/><Relationship Id="rId84" Type="http://schemas.openxmlformats.org/officeDocument/2006/relationships/customXml" Target="../ink/ink307.xml"/><Relationship Id="rId138" Type="http://schemas.openxmlformats.org/officeDocument/2006/relationships/customXml" Target="../ink/ink334.xml"/><Relationship Id="rId16" Type="http://schemas.openxmlformats.org/officeDocument/2006/relationships/customXml" Target="../ink/ink273.xml"/><Relationship Id="rId107" Type="http://schemas.openxmlformats.org/officeDocument/2006/relationships/image" Target="../media/image318.png"/><Relationship Id="rId11" Type="http://schemas.openxmlformats.org/officeDocument/2006/relationships/image" Target="../media/image270.png"/><Relationship Id="rId32" Type="http://schemas.openxmlformats.org/officeDocument/2006/relationships/customXml" Target="../ink/ink281.xml"/><Relationship Id="rId37" Type="http://schemas.openxmlformats.org/officeDocument/2006/relationships/image" Target="../media/image283.png"/><Relationship Id="rId53" Type="http://schemas.openxmlformats.org/officeDocument/2006/relationships/image" Target="../media/image291.png"/><Relationship Id="rId58" Type="http://schemas.openxmlformats.org/officeDocument/2006/relationships/customXml" Target="../ink/ink294.xml"/><Relationship Id="rId74" Type="http://schemas.openxmlformats.org/officeDocument/2006/relationships/customXml" Target="../ink/ink302.xml"/><Relationship Id="rId79" Type="http://schemas.openxmlformats.org/officeDocument/2006/relationships/image" Target="../media/image304.png"/><Relationship Id="rId102" Type="http://schemas.openxmlformats.org/officeDocument/2006/relationships/customXml" Target="../ink/ink316.xml"/><Relationship Id="rId123" Type="http://schemas.openxmlformats.org/officeDocument/2006/relationships/image" Target="../media/image326.png"/><Relationship Id="rId128" Type="http://schemas.openxmlformats.org/officeDocument/2006/relationships/customXml" Target="../ink/ink329.xml"/><Relationship Id="rId5" Type="http://schemas.openxmlformats.org/officeDocument/2006/relationships/image" Target="../media/image267.png"/><Relationship Id="rId90" Type="http://schemas.openxmlformats.org/officeDocument/2006/relationships/customXml" Target="../ink/ink310.xml"/><Relationship Id="rId95" Type="http://schemas.openxmlformats.org/officeDocument/2006/relationships/image" Target="../media/image312.png"/><Relationship Id="rId22" Type="http://schemas.openxmlformats.org/officeDocument/2006/relationships/customXml" Target="../ink/ink276.xml"/><Relationship Id="rId27" Type="http://schemas.openxmlformats.org/officeDocument/2006/relationships/image" Target="../media/image278.png"/><Relationship Id="rId43" Type="http://schemas.openxmlformats.org/officeDocument/2006/relationships/image" Target="../media/image286.png"/><Relationship Id="rId48" Type="http://schemas.openxmlformats.org/officeDocument/2006/relationships/customXml" Target="../ink/ink289.xml"/><Relationship Id="rId64" Type="http://schemas.openxmlformats.org/officeDocument/2006/relationships/customXml" Target="../ink/ink297.xml"/><Relationship Id="rId69" Type="http://schemas.openxmlformats.org/officeDocument/2006/relationships/image" Target="../media/image299.png"/><Relationship Id="rId113" Type="http://schemas.openxmlformats.org/officeDocument/2006/relationships/image" Target="../media/image321.png"/><Relationship Id="rId118" Type="http://schemas.openxmlformats.org/officeDocument/2006/relationships/customXml" Target="../ink/ink324.xml"/><Relationship Id="rId134" Type="http://schemas.openxmlformats.org/officeDocument/2006/relationships/customXml" Target="../ink/ink332.xml"/><Relationship Id="rId139" Type="http://schemas.openxmlformats.org/officeDocument/2006/relationships/image" Target="../media/image334.png"/><Relationship Id="rId80" Type="http://schemas.openxmlformats.org/officeDocument/2006/relationships/customXml" Target="../ink/ink305.xml"/><Relationship Id="rId85" Type="http://schemas.openxmlformats.org/officeDocument/2006/relationships/image" Target="../media/image307.png"/><Relationship Id="rId12" Type="http://schemas.openxmlformats.org/officeDocument/2006/relationships/customXml" Target="../ink/ink271.xml"/><Relationship Id="rId17" Type="http://schemas.openxmlformats.org/officeDocument/2006/relationships/image" Target="../media/image273.png"/><Relationship Id="rId33" Type="http://schemas.openxmlformats.org/officeDocument/2006/relationships/image" Target="../media/image281.png"/><Relationship Id="rId38" Type="http://schemas.openxmlformats.org/officeDocument/2006/relationships/customXml" Target="../ink/ink284.xml"/><Relationship Id="rId59" Type="http://schemas.openxmlformats.org/officeDocument/2006/relationships/image" Target="../media/image294.png"/><Relationship Id="rId103" Type="http://schemas.openxmlformats.org/officeDocument/2006/relationships/image" Target="../media/image316.png"/><Relationship Id="rId108" Type="http://schemas.openxmlformats.org/officeDocument/2006/relationships/customXml" Target="../ink/ink319.xml"/><Relationship Id="rId124" Type="http://schemas.openxmlformats.org/officeDocument/2006/relationships/customXml" Target="../ink/ink327.xml"/><Relationship Id="rId129" Type="http://schemas.openxmlformats.org/officeDocument/2006/relationships/image" Target="../media/image329.png"/><Relationship Id="rId54" Type="http://schemas.openxmlformats.org/officeDocument/2006/relationships/customXml" Target="../ink/ink292.xml"/><Relationship Id="rId70" Type="http://schemas.openxmlformats.org/officeDocument/2006/relationships/customXml" Target="../ink/ink300.xml"/><Relationship Id="rId75" Type="http://schemas.openxmlformats.org/officeDocument/2006/relationships/image" Target="../media/image302.png"/><Relationship Id="rId91" Type="http://schemas.openxmlformats.org/officeDocument/2006/relationships/image" Target="../media/image310.png"/><Relationship Id="rId96" Type="http://schemas.openxmlformats.org/officeDocument/2006/relationships/customXml" Target="../ink/ink31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68.xml"/><Relationship Id="rId23" Type="http://schemas.openxmlformats.org/officeDocument/2006/relationships/image" Target="../media/image276.png"/><Relationship Id="rId28" Type="http://schemas.openxmlformats.org/officeDocument/2006/relationships/customXml" Target="../ink/ink279.xml"/><Relationship Id="rId49" Type="http://schemas.openxmlformats.org/officeDocument/2006/relationships/image" Target="../media/image289.png"/><Relationship Id="rId114" Type="http://schemas.openxmlformats.org/officeDocument/2006/relationships/customXml" Target="../ink/ink322.xml"/><Relationship Id="rId119" Type="http://schemas.openxmlformats.org/officeDocument/2006/relationships/image" Target="../media/image324.png"/><Relationship Id="rId44" Type="http://schemas.openxmlformats.org/officeDocument/2006/relationships/customXml" Target="../ink/ink287.xml"/><Relationship Id="rId60" Type="http://schemas.openxmlformats.org/officeDocument/2006/relationships/customXml" Target="../ink/ink295.xml"/><Relationship Id="rId65" Type="http://schemas.openxmlformats.org/officeDocument/2006/relationships/image" Target="../media/image297.png"/><Relationship Id="rId81" Type="http://schemas.openxmlformats.org/officeDocument/2006/relationships/image" Target="../media/image305.png"/><Relationship Id="rId86" Type="http://schemas.openxmlformats.org/officeDocument/2006/relationships/customXml" Target="../ink/ink308.xml"/><Relationship Id="rId130" Type="http://schemas.openxmlformats.org/officeDocument/2006/relationships/customXml" Target="../ink/ink330.xml"/><Relationship Id="rId135" Type="http://schemas.openxmlformats.org/officeDocument/2006/relationships/image" Target="../media/image332.png"/><Relationship Id="rId13" Type="http://schemas.openxmlformats.org/officeDocument/2006/relationships/image" Target="../media/image271.png"/><Relationship Id="rId18" Type="http://schemas.openxmlformats.org/officeDocument/2006/relationships/customXml" Target="../ink/ink274.xml"/><Relationship Id="rId39" Type="http://schemas.openxmlformats.org/officeDocument/2006/relationships/image" Target="../media/image284.png"/><Relationship Id="rId109" Type="http://schemas.openxmlformats.org/officeDocument/2006/relationships/image" Target="../media/image319.png"/><Relationship Id="rId34" Type="http://schemas.openxmlformats.org/officeDocument/2006/relationships/customXml" Target="../ink/ink282.xml"/><Relationship Id="rId50" Type="http://schemas.openxmlformats.org/officeDocument/2006/relationships/customXml" Target="../ink/ink290.xml"/><Relationship Id="rId55" Type="http://schemas.openxmlformats.org/officeDocument/2006/relationships/image" Target="../media/image292.png"/><Relationship Id="rId76" Type="http://schemas.openxmlformats.org/officeDocument/2006/relationships/customXml" Target="../ink/ink303.xml"/><Relationship Id="rId97" Type="http://schemas.openxmlformats.org/officeDocument/2006/relationships/image" Target="../media/image313.png"/><Relationship Id="rId104" Type="http://schemas.openxmlformats.org/officeDocument/2006/relationships/customXml" Target="../ink/ink317.xml"/><Relationship Id="rId120" Type="http://schemas.openxmlformats.org/officeDocument/2006/relationships/customXml" Target="../ink/ink325.xml"/><Relationship Id="rId125" Type="http://schemas.openxmlformats.org/officeDocument/2006/relationships/image" Target="../media/image327.png"/><Relationship Id="rId7" Type="http://schemas.openxmlformats.org/officeDocument/2006/relationships/image" Target="../media/image268.png"/><Relationship Id="rId71" Type="http://schemas.openxmlformats.org/officeDocument/2006/relationships/image" Target="../media/image300.png"/><Relationship Id="rId92" Type="http://schemas.openxmlformats.org/officeDocument/2006/relationships/customXml" Target="../ink/ink311.xml"/><Relationship Id="rId2" Type="http://schemas.openxmlformats.org/officeDocument/2006/relationships/customXml" Target="../ink/ink266.xml"/><Relationship Id="rId29" Type="http://schemas.openxmlformats.org/officeDocument/2006/relationships/image" Target="../media/image279.png"/><Relationship Id="rId24" Type="http://schemas.openxmlformats.org/officeDocument/2006/relationships/customXml" Target="../ink/ink277.xml"/><Relationship Id="rId40" Type="http://schemas.openxmlformats.org/officeDocument/2006/relationships/customXml" Target="../ink/ink285.xml"/><Relationship Id="rId45" Type="http://schemas.openxmlformats.org/officeDocument/2006/relationships/image" Target="../media/image287.png"/><Relationship Id="rId66" Type="http://schemas.openxmlformats.org/officeDocument/2006/relationships/customXml" Target="../ink/ink298.xml"/><Relationship Id="rId87" Type="http://schemas.openxmlformats.org/officeDocument/2006/relationships/image" Target="../media/image308.png"/><Relationship Id="rId110" Type="http://schemas.openxmlformats.org/officeDocument/2006/relationships/customXml" Target="../ink/ink320.xml"/><Relationship Id="rId115" Type="http://schemas.openxmlformats.org/officeDocument/2006/relationships/image" Target="../media/image322.png"/><Relationship Id="rId131" Type="http://schemas.openxmlformats.org/officeDocument/2006/relationships/image" Target="../media/image330.png"/><Relationship Id="rId136" Type="http://schemas.openxmlformats.org/officeDocument/2006/relationships/customXml" Target="../ink/ink333.xml"/><Relationship Id="rId61" Type="http://schemas.openxmlformats.org/officeDocument/2006/relationships/image" Target="../media/image295.png"/><Relationship Id="rId82" Type="http://schemas.openxmlformats.org/officeDocument/2006/relationships/customXml" Target="../ink/ink306.xml"/><Relationship Id="rId19" Type="http://schemas.openxmlformats.org/officeDocument/2006/relationships/image" Target="../media/image274.png"/><Relationship Id="rId14" Type="http://schemas.openxmlformats.org/officeDocument/2006/relationships/customXml" Target="../ink/ink272.xml"/><Relationship Id="rId30" Type="http://schemas.openxmlformats.org/officeDocument/2006/relationships/customXml" Target="../ink/ink280.xml"/><Relationship Id="rId35" Type="http://schemas.openxmlformats.org/officeDocument/2006/relationships/image" Target="../media/image282.png"/><Relationship Id="rId56" Type="http://schemas.openxmlformats.org/officeDocument/2006/relationships/customXml" Target="../ink/ink293.xml"/><Relationship Id="rId77" Type="http://schemas.openxmlformats.org/officeDocument/2006/relationships/image" Target="../media/image303.png"/><Relationship Id="rId100" Type="http://schemas.openxmlformats.org/officeDocument/2006/relationships/customXml" Target="../ink/ink315.xml"/><Relationship Id="rId105" Type="http://schemas.openxmlformats.org/officeDocument/2006/relationships/image" Target="../media/image317.png"/><Relationship Id="rId126" Type="http://schemas.openxmlformats.org/officeDocument/2006/relationships/customXml" Target="../ink/ink328.xml"/><Relationship Id="rId8" Type="http://schemas.openxmlformats.org/officeDocument/2006/relationships/customXml" Target="../ink/ink269.xml"/><Relationship Id="rId51" Type="http://schemas.openxmlformats.org/officeDocument/2006/relationships/image" Target="../media/image290.png"/><Relationship Id="rId72" Type="http://schemas.openxmlformats.org/officeDocument/2006/relationships/customXml" Target="../ink/ink301.xml"/><Relationship Id="rId93" Type="http://schemas.openxmlformats.org/officeDocument/2006/relationships/image" Target="../media/image311.png"/><Relationship Id="rId98" Type="http://schemas.openxmlformats.org/officeDocument/2006/relationships/customXml" Target="../ink/ink314.xml"/><Relationship Id="rId121" Type="http://schemas.openxmlformats.org/officeDocument/2006/relationships/image" Target="../media/image325.png"/><Relationship Id="rId3" Type="http://schemas.openxmlformats.org/officeDocument/2006/relationships/image" Target="../media/image266.png"/><Relationship Id="rId25" Type="http://schemas.openxmlformats.org/officeDocument/2006/relationships/image" Target="../media/image277.png"/><Relationship Id="rId46" Type="http://schemas.openxmlformats.org/officeDocument/2006/relationships/customXml" Target="../ink/ink288.xml"/><Relationship Id="rId67" Type="http://schemas.openxmlformats.org/officeDocument/2006/relationships/image" Target="../media/image298.png"/><Relationship Id="rId116" Type="http://schemas.openxmlformats.org/officeDocument/2006/relationships/customXml" Target="../ink/ink323.xml"/><Relationship Id="rId137" Type="http://schemas.openxmlformats.org/officeDocument/2006/relationships/image" Target="../media/image333.png"/><Relationship Id="rId20" Type="http://schemas.openxmlformats.org/officeDocument/2006/relationships/customXml" Target="../ink/ink275.xml"/><Relationship Id="rId41" Type="http://schemas.openxmlformats.org/officeDocument/2006/relationships/image" Target="../media/image285.png"/><Relationship Id="rId62" Type="http://schemas.openxmlformats.org/officeDocument/2006/relationships/customXml" Target="../ink/ink296.xml"/><Relationship Id="rId83" Type="http://schemas.openxmlformats.org/officeDocument/2006/relationships/image" Target="../media/image306.png"/><Relationship Id="rId88" Type="http://schemas.openxmlformats.org/officeDocument/2006/relationships/customXml" Target="../ink/ink309.xml"/><Relationship Id="rId111" Type="http://schemas.openxmlformats.org/officeDocument/2006/relationships/image" Target="../media/image320.png"/><Relationship Id="rId132" Type="http://schemas.openxmlformats.org/officeDocument/2006/relationships/customXml" Target="../ink/ink331.xml"/><Relationship Id="rId15" Type="http://schemas.openxmlformats.org/officeDocument/2006/relationships/image" Target="../media/image272.png"/><Relationship Id="rId36" Type="http://schemas.openxmlformats.org/officeDocument/2006/relationships/customXml" Target="../ink/ink283.xml"/><Relationship Id="rId57" Type="http://schemas.openxmlformats.org/officeDocument/2006/relationships/image" Target="../media/image293.png"/><Relationship Id="rId106" Type="http://schemas.openxmlformats.org/officeDocument/2006/relationships/customXml" Target="../ink/ink318.xml"/><Relationship Id="rId127" Type="http://schemas.openxmlformats.org/officeDocument/2006/relationships/image" Target="../media/image328.png"/><Relationship Id="rId10" Type="http://schemas.openxmlformats.org/officeDocument/2006/relationships/customXml" Target="../ink/ink270.xml"/><Relationship Id="rId31" Type="http://schemas.openxmlformats.org/officeDocument/2006/relationships/image" Target="../media/image280.png"/><Relationship Id="rId52" Type="http://schemas.openxmlformats.org/officeDocument/2006/relationships/customXml" Target="../ink/ink291.xml"/><Relationship Id="rId73" Type="http://schemas.openxmlformats.org/officeDocument/2006/relationships/image" Target="../media/image301.png"/><Relationship Id="rId78" Type="http://schemas.openxmlformats.org/officeDocument/2006/relationships/customXml" Target="../ink/ink304.xml"/><Relationship Id="rId94" Type="http://schemas.openxmlformats.org/officeDocument/2006/relationships/customXml" Target="../ink/ink312.xml"/><Relationship Id="rId99" Type="http://schemas.openxmlformats.org/officeDocument/2006/relationships/image" Target="../media/image314.png"/><Relationship Id="rId101" Type="http://schemas.openxmlformats.org/officeDocument/2006/relationships/image" Target="../media/image315.png"/><Relationship Id="rId122" Type="http://schemas.openxmlformats.org/officeDocument/2006/relationships/customXml" Target="../ink/ink326.xml"/><Relationship Id="rId4" Type="http://schemas.openxmlformats.org/officeDocument/2006/relationships/customXml" Target="../ink/ink267.xml"/><Relationship Id="rId9" Type="http://schemas.openxmlformats.org/officeDocument/2006/relationships/image" Target="../media/image269.png"/><Relationship Id="rId26" Type="http://schemas.openxmlformats.org/officeDocument/2006/relationships/customXml" Target="../ink/ink278.xml"/><Relationship Id="rId47" Type="http://schemas.openxmlformats.org/officeDocument/2006/relationships/image" Target="../media/image288.png"/><Relationship Id="rId68" Type="http://schemas.openxmlformats.org/officeDocument/2006/relationships/customXml" Target="../ink/ink299.xml"/><Relationship Id="rId89" Type="http://schemas.openxmlformats.org/officeDocument/2006/relationships/image" Target="../media/image309.png"/><Relationship Id="rId112" Type="http://schemas.openxmlformats.org/officeDocument/2006/relationships/customXml" Target="../ink/ink321.xml"/><Relationship Id="rId133" Type="http://schemas.openxmlformats.org/officeDocument/2006/relationships/image" Target="../media/image331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47.xml"/><Relationship Id="rId21" Type="http://schemas.openxmlformats.org/officeDocument/2006/relationships/image" Target="../media/image344.png"/><Relationship Id="rId42" Type="http://schemas.openxmlformats.org/officeDocument/2006/relationships/customXml" Target="../ink/ink355.xml"/><Relationship Id="rId47" Type="http://schemas.openxmlformats.org/officeDocument/2006/relationships/image" Target="../media/image357.png"/><Relationship Id="rId63" Type="http://schemas.openxmlformats.org/officeDocument/2006/relationships/image" Target="../media/image365.png"/><Relationship Id="rId68" Type="http://schemas.openxmlformats.org/officeDocument/2006/relationships/customXml" Target="../ink/ink368.xml"/><Relationship Id="rId84" Type="http://schemas.openxmlformats.org/officeDocument/2006/relationships/customXml" Target="../ink/ink376.xml"/><Relationship Id="rId89" Type="http://schemas.openxmlformats.org/officeDocument/2006/relationships/image" Target="../media/image378.png"/><Relationship Id="rId16" Type="http://schemas.openxmlformats.org/officeDocument/2006/relationships/customXml" Target="../ink/ink342.xml"/><Relationship Id="rId107" Type="http://schemas.openxmlformats.org/officeDocument/2006/relationships/image" Target="../media/image387.png"/><Relationship Id="rId11" Type="http://schemas.openxmlformats.org/officeDocument/2006/relationships/image" Target="../media/image339.png"/><Relationship Id="rId32" Type="http://schemas.openxmlformats.org/officeDocument/2006/relationships/customXml" Target="../ink/ink350.xml"/><Relationship Id="rId37" Type="http://schemas.openxmlformats.org/officeDocument/2006/relationships/image" Target="../media/image352.png"/><Relationship Id="rId53" Type="http://schemas.openxmlformats.org/officeDocument/2006/relationships/image" Target="../media/image360.png"/><Relationship Id="rId58" Type="http://schemas.openxmlformats.org/officeDocument/2006/relationships/customXml" Target="../ink/ink363.xml"/><Relationship Id="rId74" Type="http://schemas.openxmlformats.org/officeDocument/2006/relationships/customXml" Target="../ink/ink371.xml"/><Relationship Id="rId79" Type="http://schemas.openxmlformats.org/officeDocument/2006/relationships/image" Target="../media/image373.png"/><Relationship Id="rId102" Type="http://schemas.openxmlformats.org/officeDocument/2006/relationships/customXml" Target="../ink/ink385.xml"/><Relationship Id="rId5" Type="http://schemas.openxmlformats.org/officeDocument/2006/relationships/image" Target="../media/image336.png"/><Relationship Id="rId90" Type="http://schemas.openxmlformats.org/officeDocument/2006/relationships/customXml" Target="../ink/ink379.xml"/><Relationship Id="rId95" Type="http://schemas.openxmlformats.org/officeDocument/2006/relationships/image" Target="../media/image381.png"/><Relationship Id="rId22" Type="http://schemas.openxmlformats.org/officeDocument/2006/relationships/customXml" Target="../ink/ink345.xml"/><Relationship Id="rId27" Type="http://schemas.openxmlformats.org/officeDocument/2006/relationships/image" Target="../media/image347.png"/><Relationship Id="rId43" Type="http://schemas.openxmlformats.org/officeDocument/2006/relationships/image" Target="../media/image355.png"/><Relationship Id="rId48" Type="http://schemas.openxmlformats.org/officeDocument/2006/relationships/customXml" Target="../ink/ink358.xml"/><Relationship Id="rId64" Type="http://schemas.openxmlformats.org/officeDocument/2006/relationships/customXml" Target="../ink/ink366.xml"/><Relationship Id="rId69" Type="http://schemas.openxmlformats.org/officeDocument/2006/relationships/image" Target="../media/image368.png"/><Relationship Id="rId80" Type="http://schemas.openxmlformats.org/officeDocument/2006/relationships/customXml" Target="../ink/ink374.xml"/><Relationship Id="rId85" Type="http://schemas.openxmlformats.org/officeDocument/2006/relationships/image" Target="../media/image376.png"/><Relationship Id="rId12" Type="http://schemas.openxmlformats.org/officeDocument/2006/relationships/customXml" Target="../ink/ink340.xml"/><Relationship Id="rId17" Type="http://schemas.openxmlformats.org/officeDocument/2006/relationships/image" Target="../media/image342.png"/><Relationship Id="rId33" Type="http://schemas.openxmlformats.org/officeDocument/2006/relationships/image" Target="../media/image350.png"/><Relationship Id="rId38" Type="http://schemas.openxmlformats.org/officeDocument/2006/relationships/customXml" Target="../ink/ink353.xml"/><Relationship Id="rId59" Type="http://schemas.openxmlformats.org/officeDocument/2006/relationships/image" Target="../media/image363.png"/><Relationship Id="rId103" Type="http://schemas.openxmlformats.org/officeDocument/2006/relationships/image" Target="../media/image385.png"/><Relationship Id="rId108" Type="http://schemas.openxmlformats.org/officeDocument/2006/relationships/customXml" Target="../ink/ink388.xml"/><Relationship Id="rId54" Type="http://schemas.openxmlformats.org/officeDocument/2006/relationships/customXml" Target="../ink/ink361.xml"/><Relationship Id="rId70" Type="http://schemas.openxmlformats.org/officeDocument/2006/relationships/customXml" Target="../ink/ink369.xml"/><Relationship Id="rId75" Type="http://schemas.openxmlformats.org/officeDocument/2006/relationships/image" Target="../media/image371.png"/><Relationship Id="rId91" Type="http://schemas.openxmlformats.org/officeDocument/2006/relationships/image" Target="../media/image379.png"/><Relationship Id="rId96" Type="http://schemas.openxmlformats.org/officeDocument/2006/relationships/customXml" Target="../ink/ink38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7.xml"/><Relationship Id="rId15" Type="http://schemas.openxmlformats.org/officeDocument/2006/relationships/image" Target="../media/image341.png"/><Relationship Id="rId23" Type="http://schemas.openxmlformats.org/officeDocument/2006/relationships/image" Target="../media/image345.png"/><Relationship Id="rId28" Type="http://schemas.openxmlformats.org/officeDocument/2006/relationships/customXml" Target="../ink/ink348.xml"/><Relationship Id="rId36" Type="http://schemas.openxmlformats.org/officeDocument/2006/relationships/customXml" Target="../ink/ink352.xml"/><Relationship Id="rId49" Type="http://schemas.openxmlformats.org/officeDocument/2006/relationships/image" Target="../media/image358.png"/><Relationship Id="rId57" Type="http://schemas.openxmlformats.org/officeDocument/2006/relationships/image" Target="../media/image362.png"/><Relationship Id="rId106" Type="http://schemas.openxmlformats.org/officeDocument/2006/relationships/customXml" Target="../ink/ink387.xml"/><Relationship Id="rId10" Type="http://schemas.openxmlformats.org/officeDocument/2006/relationships/customXml" Target="../ink/ink339.xml"/><Relationship Id="rId31" Type="http://schemas.openxmlformats.org/officeDocument/2006/relationships/image" Target="../media/image349.png"/><Relationship Id="rId44" Type="http://schemas.openxmlformats.org/officeDocument/2006/relationships/customXml" Target="../ink/ink356.xml"/><Relationship Id="rId52" Type="http://schemas.openxmlformats.org/officeDocument/2006/relationships/customXml" Target="../ink/ink360.xml"/><Relationship Id="rId60" Type="http://schemas.openxmlformats.org/officeDocument/2006/relationships/customXml" Target="../ink/ink364.xml"/><Relationship Id="rId65" Type="http://schemas.openxmlformats.org/officeDocument/2006/relationships/image" Target="../media/image366.png"/><Relationship Id="rId73" Type="http://schemas.openxmlformats.org/officeDocument/2006/relationships/image" Target="../media/image370.png"/><Relationship Id="rId78" Type="http://schemas.openxmlformats.org/officeDocument/2006/relationships/customXml" Target="../ink/ink373.xml"/><Relationship Id="rId81" Type="http://schemas.openxmlformats.org/officeDocument/2006/relationships/image" Target="../media/image374.png"/><Relationship Id="rId86" Type="http://schemas.openxmlformats.org/officeDocument/2006/relationships/customXml" Target="../ink/ink377.xml"/><Relationship Id="rId94" Type="http://schemas.openxmlformats.org/officeDocument/2006/relationships/customXml" Target="../ink/ink381.xml"/><Relationship Id="rId99" Type="http://schemas.openxmlformats.org/officeDocument/2006/relationships/image" Target="../media/image383.png"/><Relationship Id="rId101" Type="http://schemas.openxmlformats.org/officeDocument/2006/relationships/image" Target="../media/image384.png"/><Relationship Id="rId4" Type="http://schemas.openxmlformats.org/officeDocument/2006/relationships/customXml" Target="../ink/ink336.xml"/><Relationship Id="rId9" Type="http://schemas.openxmlformats.org/officeDocument/2006/relationships/image" Target="../media/image338.png"/><Relationship Id="rId13" Type="http://schemas.openxmlformats.org/officeDocument/2006/relationships/image" Target="../media/image340.png"/><Relationship Id="rId18" Type="http://schemas.openxmlformats.org/officeDocument/2006/relationships/customXml" Target="../ink/ink343.xml"/><Relationship Id="rId39" Type="http://schemas.openxmlformats.org/officeDocument/2006/relationships/image" Target="../media/image353.png"/><Relationship Id="rId109" Type="http://schemas.openxmlformats.org/officeDocument/2006/relationships/image" Target="../media/image388.png"/><Relationship Id="rId34" Type="http://schemas.openxmlformats.org/officeDocument/2006/relationships/customXml" Target="../ink/ink351.xml"/><Relationship Id="rId50" Type="http://schemas.openxmlformats.org/officeDocument/2006/relationships/customXml" Target="../ink/ink359.xml"/><Relationship Id="rId55" Type="http://schemas.openxmlformats.org/officeDocument/2006/relationships/image" Target="../media/image361.png"/><Relationship Id="rId76" Type="http://schemas.openxmlformats.org/officeDocument/2006/relationships/customXml" Target="../ink/ink372.xml"/><Relationship Id="rId97" Type="http://schemas.openxmlformats.org/officeDocument/2006/relationships/image" Target="../media/image382.png"/><Relationship Id="rId104" Type="http://schemas.openxmlformats.org/officeDocument/2006/relationships/customXml" Target="../ink/ink386.xml"/><Relationship Id="rId7" Type="http://schemas.openxmlformats.org/officeDocument/2006/relationships/image" Target="../media/image337.png"/><Relationship Id="rId71" Type="http://schemas.openxmlformats.org/officeDocument/2006/relationships/image" Target="../media/image369.png"/><Relationship Id="rId92" Type="http://schemas.openxmlformats.org/officeDocument/2006/relationships/customXml" Target="../ink/ink380.xml"/><Relationship Id="rId2" Type="http://schemas.openxmlformats.org/officeDocument/2006/relationships/customXml" Target="../ink/ink335.xml"/><Relationship Id="rId29" Type="http://schemas.openxmlformats.org/officeDocument/2006/relationships/image" Target="../media/image348.png"/><Relationship Id="rId24" Type="http://schemas.openxmlformats.org/officeDocument/2006/relationships/customXml" Target="../ink/ink346.xml"/><Relationship Id="rId40" Type="http://schemas.openxmlformats.org/officeDocument/2006/relationships/customXml" Target="../ink/ink354.xml"/><Relationship Id="rId45" Type="http://schemas.openxmlformats.org/officeDocument/2006/relationships/image" Target="../media/image356.png"/><Relationship Id="rId66" Type="http://schemas.openxmlformats.org/officeDocument/2006/relationships/customXml" Target="../ink/ink367.xml"/><Relationship Id="rId87" Type="http://schemas.openxmlformats.org/officeDocument/2006/relationships/image" Target="../media/image377.png"/><Relationship Id="rId61" Type="http://schemas.openxmlformats.org/officeDocument/2006/relationships/image" Target="../media/image364.png"/><Relationship Id="rId82" Type="http://schemas.openxmlformats.org/officeDocument/2006/relationships/customXml" Target="../ink/ink375.xml"/><Relationship Id="rId19" Type="http://schemas.openxmlformats.org/officeDocument/2006/relationships/image" Target="../media/image343.png"/><Relationship Id="rId14" Type="http://schemas.openxmlformats.org/officeDocument/2006/relationships/customXml" Target="../ink/ink341.xml"/><Relationship Id="rId30" Type="http://schemas.openxmlformats.org/officeDocument/2006/relationships/customXml" Target="../ink/ink349.xml"/><Relationship Id="rId35" Type="http://schemas.openxmlformats.org/officeDocument/2006/relationships/image" Target="../media/image351.png"/><Relationship Id="rId56" Type="http://schemas.openxmlformats.org/officeDocument/2006/relationships/customXml" Target="../ink/ink362.xml"/><Relationship Id="rId77" Type="http://schemas.openxmlformats.org/officeDocument/2006/relationships/image" Target="../media/image372.png"/><Relationship Id="rId100" Type="http://schemas.openxmlformats.org/officeDocument/2006/relationships/customXml" Target="../ink/ink384.xml"/><Relationship Id="rId105" Type="http://schemas.openxmlformats.org/officeDocument/2006/relationships/image" Target="../media/image386.png"/><Relationship Id="rId8" Type="http://schemas.openxmlformats.org/officeDocument/2006/relationships/customXml" Target="../ink/ink338.xml"/><Relationship Id="rId51" Type="http://schemas.openxmlformats.org/officeDocument/2006/relationships/image" Target="../media/image359.png"/><Relationship Id="rId72" Type="http://schemas.openxmlformats.org/officeDocument/2006/relationships/customXml" Target="../ink/ink370.xml"/><Relationship Id="rId93" Type="http://schemas.openxmlformats.org/officeDocument/2006/relationships/image" Target="../media/image380.png"/><Relationship Id="rId98" Type="http://schemas.openxmlformats.org/officeDocument/2006/relationships/customXml" Target="../ink/ink383.xml"/><Relationship Id="rId3" Type="http://schemas.openxmlformats.org/officeDocument/2006/relationships/image" Target="../media/image335.png"/><Relationship Id="rId25" Type="http://schemas.openxmlformats.org/officeDocument/2006/relationships/image" Target="../media/image346.png"/><Relationship Id="rId46" Type="http://schemas.openxmlformats.org/officeDocument/2006/relationships/customXml" Target="../ink/ink357.xml"/><Relationship Id="rId67" Type="http://schemas.openxmlformats.org/officeDocument/2006/relationships/image" Target="../media/image367.png"/><Relationship Id="rId20" Type="http://schemas.openxmlformats.org/officeDocument/2006/relationships/customXml" Target="../ink/ink344.xml"/><Relationship Id="rId41" Type="http://schemas.openxmlformats.org/officeDocument/2006/relationships/image" Target="../media/image354.png"/><Relationship Id="rId62" Type="http://schemas.openxmlformats.org/officeDocument/2006/relationships/customXml" Target="../ink/ink365.xml"/><Relationship Id="rId83" Type="http://schemas.openxmlformats.org/officeDocument/2006/relationships/image" Target="../media/image375.png"/><Relationship Id="rId88" Type="http://schemas.openxmlformats.org/officeDocument/2006/relationships/customXml" Target="../ink/ink37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2.xml"/><Relationship Id="rId13" Type="http://schemas.openxmlformats.org/officeDocument/2006/relationships/image" Target="../media/image394.png"/><Relationship Id="rId18" Type="http://schemas.openxmlformats.org/officeDocument/2006/relationships/customXml" Target="../ink/ink397.xml"/><Relationship Id="rId3" Type="http://schemas.openxmlformats.org/officeDocument/2006/relationships/image" Target="../media/image389.png"/><Relationship Id="rId21" Type="http://schemas.openxmlformats.org/officeDocument/2006/relationships/image" Target="../media/image398.png"/><Relationship Id="rId7" Type="http://schemas.openxmlformats.org/officeDocument/2006/relationships/image" Target="../media/image391.png"/><Relationship Id="rId12" Type="http://schemas.openxmlformats.org/officeDocument/2006/relationships/customXml" Target="../ink/ink394.xml"/><Relationship Id="rId17" Type="http://schemas.openxmlformats.org/officeDocument/2006/relationships/image" Target="../media/image396.png"/><Relationship Id="rId2" Type="http://schemas.openxmlformats.org/officeDocument/2006/relationships/customXml" Target="../ink/ink389.xml"/><Relationship Id="rId16" Type="http://schemas.openxmlformats.org/officeDocument/2006/relationships/customXml" Target="../ink/ink396.xml"/><Relationship Id="rId20" Type="http://schemas.openxmlformats.org/officeDocument/2006/relationships/customXml" Target="../ink/ink39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1.xml"/><Relationship Id="rId11" Type="http://schemas.openxmlformats.org/officeDocument/2006/relationships/image" Target="../media/image393.png"/><Relationship Id="rId5" Type="http://schemas.openxmlformats.org/officeDocument/2006/relationships/image" Target="../media/image390.png"/><Relationship Id="rId15" Type="http://schemas.openxmlformats.org/officeDocument/2006/relationships/image" Target="../media/image395.png"/><Relationship Id="rId23" Type="http://schemas.openxmlformats.org/officeDocument/2006/relationships/image" Target="../media/image399.png"/><Relationship Id="rId10" Type="http://schemas.openxmlformats.org/officeDocument/2006/relationships/customXml" Target="../ink/ink393.xml"/><Relationship Id="rId19" Type="http://schemas.openxmlformats.org/officeDocument/2006/relationships/image" Target="../media/image397.png"/><Relationship Id="rId4" Type="http://schemas.openxmlformats.org/officeDocument/2006/relationships/customXml" Target="../ink/ink390.xml"/><Relationship Id="rId9" Type="http://schemas.openxmlformats.org/officeDocument/2006/relationships/image" Target="../media/image392.png"/><Relationship Id="rId14" Type="http://schemas.openxmlformats.org/officeDocument/2006/relationships/customXml" Target="../ink/ink395.xml"/><Relationship Id="rId22" Type="http://schemas.openxmlformats.org/officeDocument/2006/relationships/customXml" Target="../ink/ink39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7.png"/><Relationship Id="rId21" Type="http://schemas.openxmlformats.org/officeDocument/2006/relationships/image" Target="../media/image409.png"/><Relationship Id="rId42" Type="http://schemas.openxmlformats.org/officeDocument/2006/relationships/customXml" Target="../ink/ink420.xml"/><Relationship Id="rId63" Type="http://schemas.openxmlformats.org/officeDocument/2006/relationships/image" Target="../media/image430.png"/><Relationship Id="rId84" Type="http://schemas.openxmlformats.org/officeDocument/2006/relationships/customXml" Target="../ink/ink441.xml"/><Relationship Id="rId138" Type="http://schemas.openxmlformats.org/officeDocument/2006/relationships/customXml" Target="../ink/ink468.xml"/><Relationship Id="rId159" Type="http://schemas.openxmlformats.org/officeDocument/2006/relationships/image" Target="../media/image478.png"/><Relationship Id="rId170" Type="http://schemas.openxmlformats.org/officeDocument/2006/relationships/customXml" Target="../ink/ink484.xml"/><Relationship Id="rId191" Type="http://schemas.openxmlformats.org/officeDocument/2006/relationships/image" Target="../media/image494.png"/><Relationship Id="rId205" Type="http://schemas.openxmlformats.org/officeDocument/2006/relationships/image" Target="../media/image501.png"/><Relationship Id="rId107" Type="http://schemas.openxmlformats.org/officeDocument/2006/relationships/image" Target="../media/image452.png"/><Relationship Id="rId11" Type="http://schemas.openxmlformats.org/officeDocument/2006/relationships/image" Target="../media/image404.png"/><Relationship Id="rId32" Type="http://schemas.openxmlformats.org/officeDocument/2006/relationships/customXml" Target="../ink/ink415.xml"/><Relationship Id="rId53" Type="http://schemas.openxmlformats.org/officeDocument/2006/relationships/image" Target="../media/image425.png"/><Relationship Id="rId74" Type="http://schemas.openxmlformats.org/officeDocument/2006/relationships/customXml" Target="../ink/ink436.xml"/><Relationship Id="rId128" Type="http://schemas.openxmlformats.org/officeDocument/2006/relationships/customXml" Target="../ink/ink463.xml"/><Relationship Id="rId149" Type="http://schemas.openxmlformats.org/officeDocument/2006/relationships/image" Target="../media/image473.png"/><Relationship Id="rId5" Type="http://schemas.openxmlformats.org/officeDocument/2006/relationships/image" Target="../media/image401.png"/><Relationship Id="rId95" Type="http://schemas.openxmlformats.org/officeDocument/2006/relationships/image" Target="../media/image446.png"/><Relationship Id="rId160" Type="http://schemas.openxmlformats.org/officeDocument/2006/relationships/customXml" Target="../ink/ink479.xml"/><Relationship Id="rId181" Type="http://schemas.openxmlformats.org/officeDocument/2006/relationships/image" Target="../media/image489.png"/><Relationship Id="rId22" Type="http://schemas.openxmlformats.org/officeDocument/2006/relationships/customXml" Target="../ink/ink410.xml"/><Relationship Id="rId43" Type="http://schemas.openxmlformats.org/officeDocument/2006/relationships/image" Target="../media/image420.png"/><Relationship Id="rId64" Type="http://schemas.openxmlformats.org/officeDocument/2006/relationships/customXml" Target="../ink/ink431.xml"/><Relationship Id="rId118" Type="http://schemas.openxmlformats.org/officeDocument/2006/relationships/customXml" Target="../ink/ink458.xml"/><Relationship Id="rId139" Type="http://schemas.openxmlformats.org/officeDocument/2006/relationships/image" Target="../media/image468.png"/><Relationship Id="rId85" Type="http://schemas.openxmlformats.org/officeDocument/2006/relationships/image" Target="../media/image441.png"/><Relationship Id="rId150" Type="http://schemas.openxmlformats.org/officeDocument/2006/relationships/customXml" Target="../ink/ink474.xml"/><Relationship Id="rId171" Type="http://schemas.openxmlformats.org/officeDocument/2006/relationships/image" Target="../media/image484.png"/><Relationship Id="rId192" Type="http://schemas.openxmlformats.org/officeDocument/2006/relationships/customXml" Target="../ink/ink495.xml"/><Relationship Id="rId206" Type="http://schemas.openxmlformats.org/officeDocument/2006/relationships/customXml" Target="../ink/ink502.xml"/><Relationship Id="rId12" Type="http://schemas.openxmlformats.org/officeDocument/2006/relationships/customXml" Target="../ink/ink405.xml"/><Relationship Id="rId33" Type="http://schemas.openxmlformats.org/officeDocument/2006/relationships/image" Target="../media/image415.png"/><Relationship Id="rId108" Type="http://schemas.openxmlformats.org/officeDocument/2006/relationships/customXml" Target="../ink/ink453.xml"/><Relationship Id="rId129" Type="http://schemas.openxmlformats.org/officeDocument/2006/relationships/image" Target="../media/image463.png"/><Relationship Id="rId54" Type="http://schemas.openxmlformats.org/officeDocument/2006/relationships/customXml" Target="../ink/ink426.xml"/><Relationship Id="rId75" Type="http://schemas.openxmlformats.org/officeDocument/2006/relationships/image" Target="../media/image436.png"/><Relationship Id="rId96" Type="http://schemas.openxmlformats.org/officeDocument/2006/relationships/customXml" Target="../ink/ink447.xml"/><Relationship Id="rId140" Type="http://schemas.openxmlformats.org/officeDocument/2006/relationships/customXml" Target="../ink/ink469.xml"/><Relationship Id="rId161" Type="http://schemas.openxmlformats.org/officeDocument/2006/relationships/image" Target="../media/image479.png"/><Relationship Id="rId182" Type="http://schemas.openxmlformats.org/officeDocument/2006/relationships/customXml" Target="../ink/ink490.xml"/><Relationship Id="rId6" Type="http://schemas.openxmlformats.org/officeDocument/2006/relationships/customXml" Target="../ink/ink402.xml"/><Relationship Id="rId23" Type="http://schemas.openxmlformats.org/officeDocument/2006/relationships/image" Target="../media/image410.png"/><Relationship Id="rId119" Type="http://schemas.openxmlformats.org/officeDocument/2006/relationships/image" Target="../media/image458.png"/><Relationship Id="rId44" Type="http://schemas.openxmlformats.org/officeDocument/2006/relationships/customXml" Target="../ink/ink421.xml"/><Relationship Id="rId65" Type="http://schemas.openxmlformats.org/officeDocument/2006/relationships/image" Target="../media/image431.png"/><Relationship Id="rId86" Type="http://schemas.openxmlformats.org/officeDocument/2006/relationships/customXml" Target="../ink/ink442.xml"/><Relationship Id="rId130" Type="http://schemas.openxmlformats.org/officeDocument/2006/relationships/customXml" Target="../ink/ink464.xml"/><Relationship Id="rId151" Type="http://schemas.openxmlformats.org/officeDocument/2006/relationships/image" Target="../media/image474.png"/><Relationship Id="rId172" Type="http://schemas.openxmlformats.org/officeDocument/2006/relationships/customXml" Target="../ink/ink485.xml"/><Relationship Id="rId193" Type="http://schemas.openxmlformats.org/officeDocument/2006/relationships/image" Target="../media/image495.png"/><Relationship Id="rId207" Type="http://schemas.openxmlformats.org/officeDocument/2006/relationships/image" Target="../media/image502.png"/><Relationship Id="rId13" Type="http://schemas.openxmlformats.org/officeDocument/2006/relationships/image" Target="../media/image405.png"/><Relationship Id="rId109" Type="http://schemas.openxmlformats.org/officeDocument/2006/relationships/image" Target="../media/image453.png"/><Relationship Id="rId34" Type="http://schemas.openxmlformats.org/officeDocument/2006/relationships/customXml" Target="../ink/ink416.xml"/><Relationship Id="rId55" Type="http://schemas.openxmlformats.org/officeDocument/2006/relationships/image" Target="../media/image426.png"/><Relationship Id="rId76" Type="http://schemas.openxmlformats.org/officeDocument/2006/relationships/customXml" Target="../ink/ink437.xml"/><Relationship Id="rId97" Type="http://schemas.openxmlformats.org/officeDocument/2006/relationships/image" Target="../media/image447.png"/><Relationship Id="rId120" Type="http://schemas.openxmlformats.org/officeDocument/2006/relationships/customXml" Target="../ink/ink459.xml"/><Relationship Id="rId141" Type="http://schemas.openxmlformats.org/officeDocument/2006/relationships/image" Target="../media/image469.png"/><Relationship Id="rId7" Type="http://schemas.openxmlformats.org/officeDocument/2006/relationships/image" Target="../media/image402.png"/><Relationship Id="rId162" Type="http://schemas.openxmlformats.org/officeDocument/2006/relationships/customXml" Target="../ink/ink480.xml"/><Relationship Id="rId183" Type="http://schemas.openxmlformats.org/officeDocument/2006/relationships/image" Target="../media/image490.png"/><Relationship Id="rId24" Type="http://schemas.openxmlformats.org/officeDocument/2006/relationships/customXml" Target="../ink/ink411.xml"/><Relationship Id="rId40" Type="http://schemas.openxmlformats.org/officeDocument/2006/relationships/customXml" Target="../ink/ink419.xml"/><Relationship Id="rId45" Type="http://schemas.openxmlformats.org/officeDocument/2006/relationships/image" Target="../media/image421.png"/><Relationship Id="rId66" Type="http://schemas.openxmlformats.org/officeDocument/2006/relationships/customXml" Target="../ink/ink432.xml"/><Relationship Id="rId87" Type="http://schemas.openxmlformats.org/officeDocument/2006/relationships/image" Target="../media/image442.png"/><Relationship Id="rId110" Type="http://schemas.openxmlformats.org/officeDocument/2006/relationships/customXml" Target="../ink/ink454.xml"/><Relationship Id="rId115" Type="http://schemas.openxmlformats.org/officeDocument/2006/relationships/image" Target="../media/image456.png"/><Relationship Id="rId131" Type="http://schemas.openxmlformats.org/officeDocument/2006/relationships/image" Target="../media/image464.png"/><Relationship Id="rId136" Type="http://schemas.openxmlformats.org/officeDocument/2006/relationships/customXml" Target="../ink/ink467.xml"/><Relationship Id="rId157" Type="http://schemas.openxmlformats.org/officeDocument/2006/relationships/image" Target="../media/image477.png"/><Relationship Id="rId178" Type="http://schemas.openxmlformats.org/officeDocument/2006/relationships/customXml" Target="../ink/ink488.xml"/><Relationship Id="rId61" Type="http://schemas.openxmlformats.org/officeDocument/2006/relationships/image" Target="../media/image429.png"/><Relationship Id="rId82" Type="http://schemas.openxmlformats.org/officeDocument/2006/relationships/customXml" Target="../ink/ink440.xml"/><Relationship Id="rId152" Type="http://schemas.openxmlformats.org/officeDocument/2006/relationships/customXml" Target="../ink/ink475.xml"/><Relationship Id="rId173" Type="http://schemas.openxmlformats.org/officeDocument/2006/relationships/image" Target="../media/image485.png"/><Relationship Id="rId194" Type="http://schemas.openxmlformats.org/officeDocument/2006/relationships/customXml" Target="../ink/ink496.xml"/><Relationship Id="rId199" Type="http://schemas.openxmlformats.org/officeDocument/2006/relationships/image" Target="../media/image498.png"/><Relationship Id="rId203" Type="http://schemas.openxmlformats.org/officeDocument/2006/relationships/image" Target="../media/image500.png"/><Relationship Id="rId19" Type="http://schemas.openxmlformats.org/officeDocument/2006/relationships/image" Target="../media/image408.png"/><Relationship Id="rId14" Type="http://schemas.openxmlformats.org/officeDocument/2006/relationships/customXml" Target="../ink/ink406.xml"/><Relationship Id="rId30" Type="http://schemas.openxmlformats.org/officeDocument/2006/relationships/customXml" Target="../ink/ink414.xml"/><Relationship Id="rId35" Type="http://schemas.openxmlformats.org/officeDocument/2006/relationships/image" Target="../media/image416.png"/><Relationship Id="rId56" Type="http://schemas.openxmlformats.org/officeDocument/2006/relationships/customXml" Target="../ink/ink427.xml"/><Relationship Id="rId77" Type="http://schemas.openxmlformats.org/officeDocument/2006/relationships/image" Target="../media/image437.png"/><Relationship Id="rId100" Type="http://schemas.openxmlformats.org/officeDocument/2006/relationships/customXml" Target="../ink/ink449.xml"/><Relationship Id="rId105" Type="http://schemas.openxmlformats.org/officeDocument/2006/relationships/image" Target="../media/image451.png"/><Relationship Id="rId126" Type="http://schemas.openxmlformats.org/officeDocument/2006/relationships/customXml" Target="../ink/ink462.xml"/><Relationship Id="rId147" Type="http://schemas.openxmlformats.org/officeDocument/2006/relationships/image" Target="../media/image472.png"/><Relationship Id="rId168" Type="http://schemas.openxmlformats.org/officeDocument/2006/relationships/customXml" Target="../ink/ink483.xml"/><Relationship Id="rId8" Type="http://schemas.openxmlformats.org/officeDocument/2006/relationships/customXml" Target="../ink/ink403.xml"/><Relationship Id="rId51" Type="http://schemas.openxmlformats.org/officeDocument/2006/relationships/image" Target="../media/image424.png"/><Relationship Id="rId72" Type="http://schemas.openxmlformats.org/officeDocument/2006/relationships/customXml" Target="../ink/ink435.xml"/><Relationship Id="rId93" Type="http://schemas.openxmlformats.org/officeDocument/2006/relationships/image" Target="../media/image445.png"/><Relationship Id="rId98" Type="http://schemas.openxmlformats.org/officeDocument/2006/relationships/customXml" Target="../ink/ink448.xml"/><Relationship Id="rId121" Type="http://schemas.openxmlformats.org/officeDocument/2006/relationships/image" Target="../media/image459.png"/><Relationship Id="rId142" Type="http://schemas.openxmlformats.org/officeDocument/2006/relationships/customXml" Target="../ink/ink470.xml"/><Relationship Id="rId163" Type="http://schemas.openxmlformats.org/officeDocument/2006/relationships/image" Target="../media/image480.png"/><Relationship Id="rId184" Type="http://schemas.openxmlformats.org/officeDocument/2006/relationships/customXml" Target="../ink/ink491.xml"/><Relationship Id="rId189" Type="http://schemas.openxmlformats.org/officeDocument/2006/relationships/image" Target="../media/image493.png"/><Relationship Id="rId3" Type="http://schemas.openxmlformats.org/officeDocument/2006/relationships/image" Target="../media/image400.png"/><Relationship Id="rId25" Type="http://schemas.openxmlformats.org/officeDocument/2006/relationships/image" Target="../media/image411.png"/><Relationship Id="rId46" Type="http://schemas.openxmlformats.org/officeDocument/2006/relationships/customXml" Target="../ink/ink422.xml"/><Relationship Id="rId67" Type="http://schemas.openxmlformats.org/officeDocument/2006/relationships/image" Target="../media/image432.png"/><Relationship Id="rId116" Type="http://schemas.openxmlformats.org/officeDocument/2006/relationships/customXml" Target="../ink/ink457.xml"/><Relationship Id="rId137" Type="http://schemas.openxmlformats.org/officeDocument/2006/relationships/image" Target="../media/image467.png"/><Relationship Id="rId158" Type="http://schemas.openxmlformats.org/officeDocument/2006/relationships/customXml" Target="../ink/ink478.xml"/><Relationship Id="rId20" Type="http://schemas.openxmlformats.org/officeDocument/2006/relationships/customXml" Target="../ink/ink409.xml"/><Relationship Id="rId41" Type="http://schemas.openxmlformats.org/officeDocument/2006/relationships/image" Target="../media/image419.png"/><Relationship Id="rId62" Type="http://schemas.openxmlformats.org/officeDocument/2006/relationships/customXml" Target="../ink/ink430.xml"/><Relationship Id="rId83" Type="http://schemas.openxmlformats.org/officeDocument/2006/relationships/image" Target="../media/image440.png"/><Relationship Id="rId88" Type="http://schemas.openxmlformats.org/officeDocument/2006/relationships/customXml" Target="../ink/ink443.xml"/><Relationship Id="rId111" Type="http://schemas.openxmlformats.org/officeDocument/2006/relationships/image" Target="../media/image454.png"/><Relationship Id="rId132" Type="http://schemas.openxmlformats.org/officeDocument/2006/relationships/customXml" Target="../ink/ink465.xml"/><Relationship Id="rId153" Type="http://schemas.openxmlformats.org/officeDocument/2006/relationships/image" Target="../media/image475.png"/><Relationship Id="rId174" Type="http://schemas.openxmlformats.org/officeDocument/2006/relationships/customXml" Target="../ink/ink486.xml"/><Relationship Id="rId179" Type="http://schemas.openxmlformats.org/officeDocument/2006/relationships/image" Target="../media/image488.png"/><Relationship Id="rId195" Type="http://schemas.openxmlformats.org/officeDocument/2006/relationships/image" Target="../media/image496.png"/><Relationship Id="rId190" Type="http://schemas.openxmlformats.org/officeDocument/2006/relationships/customXml" Target="../ink/ink494.xml"/><Relationship Id="rId204" Type="http://schemas.openxmlformats.org/officeDocument/2006/relationships/customXml" Target="../ink/ink501.xml"/><Relationship Id="rId15" Type="http://schemas.openxmlformats.org/officeDocument/2006/relationships/image" Target="../media/image406.png"/><Relationship Id="rId36" Type="http://schemas.openxmlformats.org/officeDocument/2006/relationships/customXml" Target="../ink/ink417.xml"/><Relationship Id="rId57" Type="http://schemas.openxmlformats.org/officeDocument/2006/relationships/image" Target="../media/image427.png"/><Relationship Id="rId106" Type="http://schemas.openxmlformats.org/officeDocument/2006/relationships/customXml" Target="../ink/ink452.xml"/><Relationship Id="rId127" Type="http://schemas.openxmlformats.org/officeDocument/2006/relationships/image" Target="../media/image462.png"/><Relationship Id="rId10" Type="http://schemas.openxmlformats.org/officeDocument/2006/relationships/customXml" Target="../ink/ink404.xml"/><Relationship Id="rId31" Type="http://schemas.openxmlformats.org/officeDocument/2006/relationships/image" Target="../media/image414.png"/><Relationship Id="rId52" Type="http://schemas.openxmlformats.org/officeDocument/2006/relationships/customXml" Target="../ink/ink425.xml"/><Relationship Id="rId73" Type="http://schemas.openxmlformats.org/officeDocument/2006/relationships/image" Target="../media/image435.png"/><Relationship Id="rId78" Type="http://schemas.openxmlformats.org/officeDocument/2006/relationships/customXml" Target="../ink/ink438.xml"/><Relationship Id="rId94" Type="http://schemas.openxmlformats.org/officeDocument/2006/relationships/customXml" Target="../ink/ink446.xml"/><Relationship Id="rId99" Type="http://schemas.openxmlformats.org/officeDocument/2006/relationships/image" Target="../media/image448.png"/><Relationship Id="rId101" Type="http://schemas.openxmlformats.org/officeDocument/2006/relationships/image" Target="../media/image449.png"/><Relationship Id="rId122" Type="http://schemas.openxmlformats.org/officeDocument/2006/relationships/customXml" Target="../ink/ink460.xml"/><Relationship Id="rId143" Type="http://schemas.openxmlformats.org/officeDocument/2006/relationships/image" Target="../media/image470.png"/><Relationship Id="rId148" Type="http://schemas.openxmlformats.org/officeDocument/2006/relationships/customXml" Target="../ink/ink473.xml"/><Relationship Id="rId164" Type="http://schemas.openxmlformats.org/officeDocument/2006/relationships/customXml" Target="../ink/ink481.xml"/><Relationship Id="rId169" Type="http://schemas.openxmlformats.org/officeDocument/2006/relationships/image" Target="../media/image483.png"/><Relationship Id="rId185" Type="http://schemas.openxmlformats.org/officeDocument/2006/relationships/image" Target="../media/image491.png"/><Relationship Id="rId4" Type="http://schemas.openxmlformats.org/officeDocument/2006/relationships/customXml" Target="../ink/ink401.xml"/><Relationship Id="rId9" Type="http://schemas.openxmlformats.org/officeDocument/2006/relationships/image" Target="../media/image403.png"/><Relationship Id="rId180" Type="http://schemas.openxmlformats.org/officeDocument/2006/relationships/customXml" Target="../ink/ink489.xml"/><Relationship Id="rId26" Type="http://schemas.openxmlformats.org/officeDocument/2006/relationships/customXml" Target="../ink/ink412.xml"/><Relationship Id="rId47" Type="http://schemas.openxmlformats.org/officeDocument/2006/relationships/image" Target="../media/image422.png"/><Relationship Id="rId68" Type="http://schemas.openxmlformats.org/officeDocument/2006/relationships/customXml" Target="../ink/ink433.xml"/><Relationship Id="rId89" Type="http://schemas.openxmlformats.org/officeDocument/2006/relationships/image" Target="../media/image443.png"/><Relationship Id="rId112" Type="http://schemas.openxmlformats.org/officeDocument/2006/relationships/customXml" Target="../ink/ink455.xml"/><Relationship Id="rId133" Type="http://schemas.openxmlformats.org/officeDocument/2006/relationships/image" Target="../media/image465.png"/><Relationship Id="rId154" Type="http://schemas.openxmlformats.org/officeDocument/2006/relationships/customXml" Target="../ink/ink476.xml"/><Relationship Id="rId175" Type="http://schemas.openxmlformats.org/officeDocument/2006/relationships/image" Target="../media/image486.png"/><Relationship Id="rId196" Type="http://schemas.openxmlformats.org/officeDocument/2006/relationships/customXml" Target="../ink/ink497.xml"/><Relationship Id="rId200" Type="http://schemas.openxmlformats.org/officeDocument/2006/relationships/customXml" Target="../ink/ink499.xml"/><Relationship Id="rId16" Type="http://schemas.openxmlformats.org/officeDocument/2006/relationships/customXml" Target="../ink/ink407.xml"/><Relationship Id="rId37" Type="http://schemas.openxmlformats.org/officeDocument/2006/relationships/image" Target="../media/image417.png"/><Relationship Id="rId58" Type="http://schemas.openxmlformats.org/officeDocument/2006/relationships/customXml" Target="../ink/ink428.xml"/><Relationship Id="rId79" Type="http://schemas.openxmlformats.org/officeDocument/2006/relationships/image" Target="../media/image438.png"/><Relationship Id="rId102" Type="http://schemas.openxmlformats.org/officeDocument/2006/relationships/customXml" Target="../ink/ink450.xml"/><Relationship Id="rId123" Type="http://schemas.openxmlformats.org/officeDocument/2006/relationships/image" Target="../media/image460.png"/><Relationship Id="rId144" Type="http://schemas.openxmlformats.org/officeDocument/2006/relationships/customXml" Target="../ink/ink471.xml"/><Relationship Id="rId90" Type="http://schemas.openxmlformats.org/officeDocument/2006/relationships/customXml" Target="../ink/ink444.xml"/><Relationship Id="rId165" Type="http://schemas.openxmlformats.org/officeDocument/2006/relationships/image" Target="../media/image481.png"/><Relationship Id="rId186" Type="http://schemas.openxmlformats.org/officeDocument/2006/relationships/customXml" Target="../ink/ink492.xml"/><Relationship Id="rId27" Type="http://schemas.openxmlformats.org/officeDocument/2006/relationships/image" Target="../media/image412.png"/><Relationship Id="rId48" Type="http://schemas.openxmlformats.org/officeDocument/2006/relationships/customXml" Target="../ink/ink423.xml"/><Relationship Id="rId69" Type="http://schemas.openxmlformats.org/officeDocument/2006/relationships/image" Target="../media/image433.png"/><Relationship Id="rId113" Type="http://schemas.openxmlformats.org/officeDocument/2006/relationships/image" Target="../media/image455.png"/><Relationship Id="rId134" Type="http://schemas.openxmlformats.org/officeDocument/2006/relationships/customXml" Target="../ink/ink466.xml"/><Relationship Id="rId80" Type="http://schemas.openxmlformats.org/officeDocument/2006/relationships/customXml" Target="../ink/ink439.xml"/><Relationship Id="rId155" Type="http://schemas.openxmlformats.org/officeDocument/2006/relationships/image" Target="../media/image476.png"/><Relationship Id="rId176" Type="http://schemas.openxmlformats.org/officeDocument/2006/relationships/customXml" Target="../ink/ink487.xml"/><Relationship Id="rId197" Type="http://schemas.openxmlformats.org/officeDocument/2006/relationships/image" Target="../media/image497.png"/><Relationship Id="rId201" Type="http://schemas.openxmlformats.org/officeDocument/2006/relationships/image" Target="../media/image499.png"/><Relationship Id="rId17" Type="http://schemas.openxmlformats.org/officeDocument/2006/relationships/image" Target="../media/image407.png"/><Relationship Id="rId38" Type="http://schemas.openxmlformats.org/officeDocument/2006/relationships/customXml" Target="../ink/ink418.xml"/><Relationship Id="rId59" Type="http://schemas.openxmlformats.org/officeDocument/2006/relationships/image" Target="../media/image428.png"/><Relationship Id="rId103" Type="http://schemas.openxmlformats.org/officeDocument/2006/relationships/image" Target="../media/image450.png"/><Relationship Id="rId124" Type="http://schemas.openxmlformats.org/officeDocument/2006/relationships/customXml" Target="../ink/ink461.xml"/><Relationship Id="rId70" Type="http://schemas.openxmlformats.org/officeDocument/2006/relationships/customXml" Target="../ink/ink434.xml"/><Relationship Id="rId91" Type="http://schemas.openxmlformats.org/officeDocument/2006/relationships/image" Target="../media/image444.png"/><Relationship Id="rId145" Type="http://schemas.openxmlformats.org/officeDocument/2006/relationships/image" Target="../media/image471.png"/><Relationship Id="rId166" Type="http://schemas.openxmlformats.org/officeDocument/2006/relationships/customXml" Target="../ink/ink482.xml"/><Relationship Id="rId187" Type="http://schemas.openxmlformats.org/officeDocument/2006/relationships/image" Target="../media/image49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413.xml"/><Relationship Id="rId49" Type="http://schemas.openxmlformats.org/officeDocument/2006/relationships/image" Target="../media/image423.png"/><Relationship Id="rId114" Type="http://schemas.openxmlformats.org/officeDocument/2006/relationships/customXml" Target="../ink/ink456.xml"/><Relationship Id="rId60" Type="http://schemas.openxmlformats.org/officeDocument/2006/relationships/customXml" Target="../ink/ink429.xml"/><Relationship Id="rId81" Type="http://schemas.openxmlformats.org/officeDocument/2006/relationships/image" Target="../media/image439.png"/><Relationship Id="rId135" Type="http://schemas.openxmlformats.org/officeDocument/2006/relationships/image" Target="../media/image466.png"/><Relationship Id="rId156" Type="http://schemas.openxmlformats.org/officeDocument/2006/relationships/customXml" Target="../ink/ink477.xml"/><Relationship Id="rId177" Type="http://schemas.openxmlformats.org/officeDocument/2006/relationships/image" Target="../media/image487.png"/><Relationship Id="rId198" Type="http://schemas.openxmlformats.org/officeDocument/2006/relationships/customXml" Target="../ink/ink498.xml"/><Relationship Id="rId202" Type="http://schemas.openxmlformats.org/officeDocument/2006/relationships/customXml" Target="../ink/ink500.xml"/><Relationship Id="rId18" Type="http://schemas.openxmlformats.org/officeDocument/2006/relationships/customXml" Target="../ink/ink408.xml"/><Relationship Id="rId39" Type="http://schemas.openxmlformats.org/officeDocument/2006/relationships/image" Target="../media/image418.png"/><Relationship Id="rId50" Type="http://schemas.openxmlformats.org/officeDocument/2006/relationships/customXml" Target="../ink/ink424.xml"/><Relationship Id="rId104" Type="http://schemas.openxmlformats.org/officeDocument/2006/relationships/customXml" Target="../ink/ink451.xml"/><Relationship Id="rId125" Type="http://schemas.openxmlformats.org/officeDocument/2006/relationships/image" Target="../media/image461.png"/><Relationship Id="rId146" Type="http://schemas.openxmlformats.org/officeDocument/2006/relationships/customXml" Target="../ink/ink472.xml"/><Relationship Id="rId167" Type="http://schemas.openxmlformats.org/officeDocument/2006/relationships/image" Target="../media/image482.png"/><Relationship Id="rId188" Type="http://schemas.openxmlformats.org/officeDocument/2006/relationships/customXml" Target="../ink/ink493.xml"/><Relationship Id="rId71" Type="http://schemas.openxmlformats.org/officeDocument/2006/relationships/image" Target="../media/image434.png"/><Relationship Id="rId92" Type="http://schemas.openxmlformats.org/officeDocument/2006/relationships/customXml" Target="../ink/ink445.xml"/><Relationship Id="rId2" Type="http://schemas.openxmlformats.org/officeDocument/2006/relationships/customXml" Target="../ink/ink400.xml"/><Relationship Id="rId29" Type="http://schemas.openxmlformats.org/officeDocument/2006/relationships/image" Target="../media/image4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6.xml"/><Relationship Id="rId13" Type="http://schemas.openxmlformats.org/officeDocument/2006/relationships/image" Target="../media/image508.png"/><Relationship Id="rId18" Type="http://schemas.openxmlformats.org/officeDocument/2006/relationships/customXml" Target="../ink/ink511.xml"/><Relationship Id="rId3" Type="http://schemas.openxmlformats.org/officeDocument/2006/relationships/image" Target="../media/image503.png"/><Relationship Id="rId21" Type="http://schemas.openxmlformats.org/officeDocument/2006/relationships/image" Target="../media/image512.png"/><Relationship Id="rId7" Type="http://schemas.openxmlformats.org/officeDocument/2006/relationships/image" Target="../media/image505.png"/><Relationship Id="rId12" Type="http://schemas.openxmlformats.org/officeDocument/2006/relationships/customXml" Target="../ink/ink508.xml"/><Relationship Id="rId17" Type="http://schemas.openxmlformats.org/officeDocument/2006/relationships/image" Target="../media/image510.png"/><Relationship Id="rId25" Type="http://schemas.openxmlformats.org/officeDocument/2006/relationships/image" Target="../media/image514.png"/><Relationship Id="rId2" Type="http://schemas.openxmlformats.org/officeDocument/2006/relationships/customXml" Target="../ink/ink503.xml"/><Relationship Id="rId16" Type="http://schemas.openxmlformats.org/officeDocument/2006/relationships/customXml" Target="../ink/ink510.xml"/><Relationship Id="rId20" Type="http://schemas.openxmlformats.org/officeDocument/2006/relationships/customXml" Target="../ink/ink512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05.xml"/><Relationship Id="rId11" Type="http://schemas.openxmlformats.org/officeDocument/2006/relationships/image" Target="../media/image507.png"/><Relationship Id="rId24" Type="http://schemas.openxmlformats.org/officeDocument/2006/relationships/customXml" Target="../ink/ink514.xml"/><Relationship Id="rId5" Type="http://schemas.openxmlformats.org/officeDocument/2006/relationships/image" Target="../media/image504.png"/><Relationship Id="rId15" Type="http://schemas.openxmlformats.org/officeDocument/2006/relationships/image" Target="../media/image509.png"/><Relationship Id="rId23" Type="http://schemas.openxmlformats.org/officeDocument/2006/relationships/image" Target="../media/image513.png"/><Relationship Id="rId10" Type="http://schemas.openxmlformats.org/officeDocument/2006/relationships/customXml" Target="../ink/ink507.xml"/><Relationship Id="rId19" Type="http://schemas.openxmlformats.org/officeDocument/2006/relationships/image" Target="../media/image511.png"/><Relationship Id="rId4" Type="http://schemas.openxmlformats.org/officeDocument/2006/relationships/customXml" Target="../ink/ink504.xml"/><Relationship Id="rId9" Type="http://schemas.openxmlformats.org/officeDocument/2006/relationships/image" Target="../media/image506.png"/><Relationship Id="rId14" Type="http://schemas.openxmlformats.org/officeDocument/2006/relationships/customXml" Target="../ink/ink509.xml"/><Relationship Id="rId22" Type="http://schemas.openxmlformats.org/officeDocument/2006/relationships/customXml" Target="../ink/ink5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515.xml"/><Relationship Id="rId2" Type="http://schemas.openxmlformats.org/officeDocument/2006/relationships/hyperlink" Target="https://www.geeksforgeeks.org/computer-science-fundamentals/central-processing-unit-cpu/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6.png"/><Relationship Id="rId5" Type="http://schemas.openxmlformats.org/officeDocument/2006/relationships/customXml" Target="../ink/ink516.xml"/><Relationship Id="rId4" Type="http://schemas.openxmlformats.org/officeDocument/2006/relationships/image" Target="../media/image515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74.png"/><Relationship Id="rId21" Type="http://schemas.openxmlformats.org/officeDocument/2006/relationships/image" Target="../media/image526.png"/><Relationship Id="rId63" Type="http://schemas.openxmlformats.org/officeDocument/2006/relationships/image" Target="../media/image547.png"/><Relationship Id="rId159" Type="http://schemas.openxmlformats.org/officeDocument/2006/relationships/image" Target="../media/image595.png"/><Relationship Id="rId170" Type="http://schemas.openxmlformats.org/officeDocument/2006/relationships/customXml" Target="../ink/ink601.xml"/><Relationship Id="rId191" Type="http://schemas.openxmlformats.org/officeDocument/2006/relationships/image" Target="../media/image611.png"/><Relationship Id="rId205" Type="http://schemas.openxmlformats.org/officeDocument/2006/relationships/image" Target="../media/image618.png"/><Relationship Id="rId226" Type="http://schemas.openxmlformats.org/officeDocument/2006/relationships/customXml" Target="../ink/ink629.xml"/><Relationship Id="rId247" Type="http://schemas.openxmlformats.org/officeDocument/2006/relationships/customXml" Target="../ink/ink640.xml"/><Relationship Id="rId107" Type="http://schemas.openxmlformats.org/officeDocument/2006/relationships/image" Target="../media/image569.png"/><Relationship Id="rId11" Type="http://schemas.openxmlformats.org/officeDocument/2006/relationships/image" Target="../media/image521.png"/><Relationship Id="rId32" Type="http://schemas.openxmlformats.org/officeDocument/2006/relationships/customXml" Target="../ink/ink532.xml"/><Relationship Id="rId53" Type="http://schemas.openxmlformats.org/officeDocument/2006/relationships/image" Target="../media/image542.png"/><Relationship Id="rId74" Type="http://schemas.openxmlformats.org/officeDocument/2006/relationships/customXml" Target="../ink/ink553.xml"/><Relationship Id="rId128" Type="http://schemas.openxmlformats.org/officeDocument/2006/relationships/customXml" Target="../ink/ink580.xml"/><Relationship Id="rId149" Type="http://schemas.openxmlformats.org/officeDocument/2006/relationships/image" Target="../media/image590.png"/><Relationship Id="rId5" Type="http://schemas.openxmlformats.org/officeDocument/2006/relationships/image" Target="../media/image518.png"/><Relationship Id="rId95" Type="http://schemas.openxmlformats.org/officeDocument/2006/relationships/image" Target="../media/image563.png"/><Relationship Id="rId160" Type="http://schemas.openxmlformats.org/officeDocument/2006/relationships/customXml" Target="../ink/ink596.xml"/><Relationship Id="rId181" Type="http://schemas.openxmlformats.org/officeDocument/2006/relationships/image" Target="../media/image606.png"/><Relationship Id="rId216" Type="http://schemas.openxmlformats.org/officeDocument/2006/relationships/customXml" Target="../ink/ink624.xml"/><Relationship Id="rId237" Type="http://schemas.openxmlformats.org/officeDocument/2006/relationships/customXml" Target="../ink/ink635.xml"/><Relationship Id="rId258" Type="http://schemas.openxmlformats.org/officeDocument/2006/relationships/image" Target="../media/image643.png"/><Relationship Id="rId22" Type="http://schemas.openxmlformats.org/officeDocument/2006/relationships/customXml" Target="../ink/ink527.xml"/><Relationship Id="rId43" Type="http://schemas.openxmlformats.org/officeDocument/2006/relationships/image" Target="../media/image537.png"/><Relationship Id="rId64" Type="http://schemas.openxmlformats.org/officeDocument/2006/relationships/customXml" Target="../ink/ink548.xml"/><Relationship Id="rId118" Type="http://schemas.openxmlformats.org/officeDocument/2006/relationships/customXml" Target="../ink/ink575.xml"/><Relationship Id="rId139" Type="http://schemas.openxmlformats.org/officeDocument/2006/relationships/image" Target="../media/image585.png"/><Relationship Id="rId85" Type="http://schemas.openxmlformats.org/officeDocument/2006/relationships/image" Target="../media/image558.png"/><Relationship Id="rId150" Type="http://schemas.openxmlformats.org/officeDocument/2006/relationships/customXml" Target="../ink/ink591.xml"/><Relationship Id="rId171" Type="http://schemas.openxmlformats.org/officeDocument/2006/relationships/image" Target="../media/image601.png"/><Relationship Id="rId192" Type="http://schemas.openxmlformats.org/officeDocument/2006/relationships/customXml" Target="../ink/ink612.xml"/><Relationship Id="rId206" Type="http://schemas.openxmlformats.org/officeDocument/2006/relationships/customXml" Target="../ink/ink619.xml"/><Relationship Id="rId227" Type="http://schemas.openxmlformats.org/officeDocument/2006/relationships/image" Target="../media/image629.png"/><Relationship Id="rId248" Type="http://schemas.openxmlformats.org/officeDocument/2006/relationships/image" Target="../media/image638.png"/><Relationship Id="rId12" Type="http://schemas.openxmlformats.org/officeDocument/2006/relationships/customXml" Target="../ink/ink522.xml"/><Relationship Id="rId33" Type="http://schemas.openxmlformats.org/officeDocument/2006/relationships/image" Target="../media/image532.png"/><Relationship Id="rId108" Type="http://schemas.openxmlformats.org/officeDocument/2006/relationships/customXml" Target="../ink/ink570.xml"/><Relationship Id="rId129" Type="http://schemas.openxmlformats.org/officeDocument/2006/relationships/image" Target="../media/image580.png"/><Relationship Id="rId54" Type="http://schemas.openxmlformats.org/officeDocument/2006/relationships/customXml" Target="../ink/ink543.xml"/><Relationship Id="rId75" Type="http://schemas.openxmlformats.org/officeDocument/2006/relationships/image" Target="../media/image553.png"/><Relationship Id="rId96" Type="http://schemas.openxmlformats.org/officeDocument/2006/relationships/customXml" Target="../ink/ink564.xml"/><Relationship Id="rId140" Type="http://schemas.openxmlformats.org/officeDocument/2006/relationships/customXml" Target="../ink/ink586.xml"/><Relationship Id="rId161" Type="http://schemas.openxmlformats.org/officeDocument/2006/relationships/image" Target="../media/image596.png"/><Relationship Id="rId182" Type="http://schemas.openxmlformats.org/officeDocument/2006/relationships/customXml" Target="../ink/ink607.xml"/><Relationship Id="rId217" Type="http://schemas.openxmlformats.org/officeDocument/2006/relationships/image" Target="../media/image624.png"/><Relationship Id="rId6" Type="http://schemas.openxmlformats.org/officeDocument/2006/relationships/customXml" Target="../ink/ink519.xml"/><Relationship Id="rId238" Type="http://schemas.openxmlformats.org/officeDocument/2006/relationships/image" Target="../media/image633.png"/><Relationship Id="rId259" Type="http://schemas.openxmlformats.org/officeDocument/2006/relationships/customXml" Target="../ink/ink646.xml"/><Relationship Id="rId23" Type="http://schemas.openxmlformats.org/officeDocument/2006/relationships/image" Target="../media/image527.png"/><Relationship Id="rId119" Type="http://schemas.openxmlformats.org/officeDocument/2006/relationships/image" Target="../media/image575.png"/><Relationship Id="rId44" Type="http://schemas.openxmlformats.org/officeDocument/2006/relationships/customXml" Target="../ink/ink538.xml"/><Relationship Id="rId65" Type="http://schemas.openxmlformats.org/officeDocument/2006/relationships/image" Target="../media/image548.png"/><Relationship Id="rId86" Type="http://schemas.openxmlformats.org/officeDocument/2006/relationships/customXml" Target="../ink/ink559.xml"/><Relationship Id="rId130" Type="http://schemas.openxmlformats.org/officeDocument/2006/relationships/customXml" Target="../ink/ink581.xml"/><Relationship Id="rId151" Type="http://schemas.openxmlformats.org/officeDocument/2006/relationships/image" Target="../media/image591.png"/><Relationship Id="rId172" Type="http://schemas.openxmlformats.org/officeDocument/2006/relationships/customXml" Target="../ink/ink602.xml"/><Relationship Id="rId193" Type="http://schemas.openxmlformats.org/officeDocument/2006/relationships/image" Target="../media/image612.png"/><Relationship Id="rId207" Type="http://schemas.openxmlformats.org/officeDocument/2006/relationships/image" Target="../media/image619.png"/><Relationship Id="rId228" Type="http://schemas.openxmlformats.org/officeDocument/2006/relationships/customXml" Target="../ink/ink630.xml"/><Relationship Id="rId249" Type="http://schemas.openxmlformats.org/officeDocument/2006/relationships/customXml" Target="../ink/ink641.xml"/><Relationship Id="rId13" Type="http://schemas.openxmlformats.org/officeDocument/2006/relationships/image" Target="../media/image522.png"/><Relationship Id="rId109" Type="http://schemas.openxmlformats.org/officeDocument/2006/relationships/image" Target="../media/image570.png"/><Relationship Id="rId260" Type="http://schemas.openxmlformats.org/officeDocument/2006/relationships/image" Target="../media/image644.png"/><Relationship Id="rId34" Type="http://schemas.openxmlformats.org/officeDocument/2006/relationships/customXml" Target="../ink/ink533.xml"/><Relationship Id="rId55" Type="http://schemas.openxmlformats.org/officeDocument/2006/relationships/image" Target="../media/image543.png"/><Relationship Id="rId76" Type="http://schemas.openxmlformats.org/officeDocument/2006/relationships/customXml" Target="../ink/ink554.xml"/><Relationship Id="rId97" Type="http://schemas.openxmlformats.org/officeDocument/2006/relationships/image" Target="../media/image564.png"/><Relationship Id="rId120" Type="http://schemas.openxmlformats.org/officeDocument/2006/relationships/customXml" Target="../ink/ink576.xml"/><Relationship Id="rId141" Type="http://schemas.openxmlformats.org/officeDocument/2006/relationships/image" Target="../media/image586.png"/><Relationship Id="rId7" Type="http://schemas.openxmlformats.org/officeDocument/2006/relationships/image" Target="../media/image519.png"/><Relationship Id="rId162" Type="http://schemas.openxmlformats.org/officeDocument/2006/relationships/customXml" Target="../ink/ink597.xml"/><Relationship Id="rId183" Type="http://schemas.openxmlformats.org/officeDocument/2006/relationships/image" Target="../media/image607.png"/><Relationship Id="rId218" Type="http://schemas.openxmlformats.org/officeDocument/2006/relationships/customXml" Target="../ink/ink625.xml"/><Relationship Id="rId239" Type="http://schemas.openxmlformats.org/officeDocument/2006/relationships/customXml" Target="../ink/ink636.xml"/><Relationship Id="rId250" Type="http://schemas.openxmlformats.org/officeDocument/2006/relationships/image" Target="../media/image639.png"/><Relationship Id="rId24" Type="http://schemas.openxmlformats.org/officeDocument/2006/relationships/customXml" Target="../ink/ink528.xml"/><Relationship Id="rId45" Type="http://schemas.openxmlformats.org/officeDocument/2006/relationships/image" Target="../media/image538.png"/><Relationship Id="rId66" Type="http://schemas.openxmlformats.org/officeDocument/2006/relationships/customXml" Target="../ink/ink549.xml"/><Relationship Id="rId87" Type="http://schemas.openxmlformats.org/officeDocument/2006/relationships/image" Target="../media/image559.png"/><Relationship Id="rId110" Type="http://schemas.openxmlformats.org/officeDocument/2006/relationships/customXml" Target="../ink/ink571.xml"/><Relationship Id="rId131" Type="http://schemas.openxmlformats.org/officeDocument/2006/relationships/image" Target="../media/image581.png"/><Relationship Id="rId152" Type="http://schemas.openxmlformats.org/officeDocument/2006/relationships/customXml" Target="../ink/ink592.xml"/><Relationship Id="rId173" Type="http://schemas.openxmlformats.org/officeDocument/2006/relationships/image" Target="../media/image602.png"/><Relationship Id="rId194" Type="http://schemas.openxmlformats.org/officeDocument/2006/relationships/customXml" Target="../ink/ink613.xml"/><Relationship Id="rId208" Type="http://schemas.openxmlformats.org/officeDocument/2006/relationships/customXml" Target="../ink/ink620.xml"/><Relationship Id="rId229" Type="http://schemas.openxmlformats.org/officeDocument/2006/relationships/image" Target="../media/image515.png"/><Relationship Id="rId240" Type="http://schemas.openxmlformats.org/officeDocument/2006/relationships/image" Target="../media/image634.png"/><Relationship Id="rId261" Type="http://schemas.openxmlformats.org/officeDocument/2006/relationships/customXml" Target="../ink/ink647.xml"/><Relationship Id="rId14" Type="http://schemas.openxmlformats.org/officeDocument/2006/relationships/customXml" Target="../ink/ink523.xml"/><Relationship Id="rId35" Type="http://schemas.openxmlformats.org/officeDocument/2006/relationships/image" Target="../media/image533.png"/><Relationship Id="rId56" Type="http://schemas.openxmlformats.org/officeDocument/2006/relationships/customXml" Target="../ink/ink544.xml"/><Relationship Id="rId77" Type="http://schemas.openxmlformats.org/officeDocument/2006/relationships/image" Target="../media/image554.png"/><Relationship Id="rId100" Type="http://schemas.openxmlformats.org/officeDocument/2006/relationships/customXml" Target="../ink/ink566.xml"/><Relationship Id="rId8" Type="http://schemas.openxmlformats.org/officeDocument/2006/relationships/customXml" Target="../ink/ink520.xml"/><Relationship Id="rId98" Type="http://schemas.openxmlformats.org/officeDocument/2006/relationships/customXml" Target="../ink/ink565.xml"/><Relationship Id="rId121" Type="http://schemas.openxmlformats.org/officeDocument/2006/relationships/image" Target="../media/image576.png"/><Relationship Id="rId142" Type="http://schemas.openxmlformats.org/officeDocument/2006/relationships/customXml" Target="../ink/ink587.xml"/><Relationship Id="rId163" Type="http://schemas.openxmlformats.org/officeDocument/2006/relationships/image" Target="../media/image597.png"/><Relationship Id="rId184" Type="http://schemas.openxmlformats.org/officeDocument/2006/relationships/customXml" Target="../ink/ink608.xml"/><Relationship Id="rId219" Type="http://schemas.openxmlformats.org/officeDocument/2006/relationships/image" Target="../media/image625.png"/><Relationship Id="rId230" Type="http://schemas.openxmlformats.org/officeDocument/2006/relationships/customXml" Target="../ink/ink631.xml"/><Relationship Id="rId251" Type="http://schemas.openxmlformats.org/officeDocument/2006/relationships/customXml" Target="../ink/ink642.xml"/><Relationship Id="rId25" Type="http://schemas.openxmlformats.org/officeDocument/2006/relationships/image" Target="../media/image528.png"/><Relationship Id="rId46" Type="http://schemas.openxmlformats.org/officeDocument/2006/relationships/customXml" Target="../ink/ink539.xml"/><Relationship Id="rId67" Type="http://schemas.openxmlformats.org/officeDocument/2006/relationships/image" Target="../media/image549.png"/><Relationship Id="rId88" Type="http://schemas.openxmlformats.org/officeDocument/2006/relationships/customXml" Target="../ink/ink560.xml"/><Relationship Id="rId111" Type="http://schemas.openxmlformats.org/officeDocument/2006/relationships/image" Target="../media/image571.png"/><Relationship Id="rId132" Type="http://schemas.openxmlformats.org/officeDocument/2006/relationships/customXml" Target="../ink/ink582.xml"/><Relationship Id="rId153" Type="http://schemas.openxmlformats.org/officeDocument/2006/relationships/image" Target="../media/image592.png"/><Relationship Id="rId174" Type="http://schemas.openxmlformats.org/officeDocument/2006/relationships/customXml" Target="../ink/ink603.xml"/><Relationship Id="rId195" Type="http://schemas.openxmlformats.org/officeDocument/2006/relationships/image" Target="../media/image613.png"/><Relationship Id="rId209" Type="http://schemas.openxmlformats.org/officeDocument/2006/relationships/image" Target="../media/image620.png"/><Relationship Id="rId220" Type="http://schemas.openxmlformats.org/officeDocument/2006/relationships/customXml" Target="../ink/ink626.xml"/><Relationship Id="rId241" Type="http://schemas.openxmlformats.org/officeDocument/2006/relationships/customXml" Target="../ink/ink637.xml"/><Relationship Id="rId15" Type="http://schemas.openxmlformats.org/officeDocument/2006/relationships/image" Target="../media/image523.png"/><Relationship Id="rId36" Type="http://schemas.openxmlformats.org/officeDocument/2006/relationships/customXml" Target="../ink/ink534.xml"/><Relationship Id="rId57" Type="http://schemas.openxmlformats.org/officeDocument/2006/relationships/image" Target="../media/image544.png"/><Relationship Id="rId262" Type="http://schemas.openxmlformats.org/officeDocument/2006/relationships/image" Target="../media/image645.png"/><Relationship Id="rId78" Type="http://schemas.openxmlformats.org/officeDocument/2006/relationships/customXml" Target="../ink/ink555.xml"/><Relationship Id="rId99" Type="http://schemas.openxmlformats.org/officeDocument/2006/relationships/image" Target="../media/image565.png"/><Relationship Id="rId101" Type="http://schemas.openxmlformats.org/officeDocument/2006/relationships/image" Target="../media/image566.png"/><Relationship Id="rId122" Type="http://schemas.openxmlformats.org/officeDocument/2006/relationships/customXml" Target="../ink/ink577.xml"/><Relationship Id="rId143" Type="http://schemas.openxmlformats.org/officeDocument/2006/relationships/image" Target="../media/image587.png"/><Relationship Id="rId164" Type="http://schemas.openxmlformats.org/officeDocument/2006/relationships/customXml" Target="../ink/ink598.xml"/><Relationship Id="rId185" Type="http://schemas.openxmlformats.org/officeDocument/2006/relationships/image" Target="../media/image608.png"/><Relationship Id="rId9" Type="http://schemas.openxmlformats.org/officeDocument/2006/relationships/image" Target="../media/image520.png"/><Relationship Id="rId210" Type="http://schemas.openxmlformats.org/officeDocument/2006/relationships/customXml" Target="../ink/ink621.xml"/><Relationship Id="rId26" Type="http://schemas.openxmlformats.org/officeDocument/2006/relationships/customXml" Target="../ink/ink529.xml"/><Relationship Id="rId231" Type="http://schemas.openxmlformats.org/officeDocument/2006/relationships/image" Target="../media/image630.png"/><Relationship Id="rId252" Type="http://schemas.openxmlformats.org/officeDocument/2006/relationships/image" Target="../media/image640.png"/><Relationship Id="rId47" Type="http://schemas.openxmlformats.org/officeDocument/2006/relationships/image" Target="../media/image539.png"/><Relationship Id="rId68" Type="http://schemas.openxmlformats.org/officeDocument/2006/relationships/customXml" Target="../ink/ink550.xml"/><Relationship Id="rId89" Type="http://schemas.openxmlformats.org/officeDocument/2006/relationships/image" Target="../media/image560.png"/><Relationship Id="rId112" Type="http://schemas.openxmlformats.org/officeDocument/2006/relationships/customXml" Target="../ink/ink572.xml"/><Relationship Id="rId133" Type="http://schemas.openxmlformats.org/officeDocument/2006/relationships/image" Target="../media/image582.png"/><Relationship Id="rId154" Type="http://schemas.openxmlformats.org/officeDocument/2006/relationships/customXml" Target="../ink/ink593.xml"/><Relationship Id="rId175" Type="http://schemas.openxmlformats.org/officeDocument/2006/relationships/image" Target="../media/image603.png"/><Relationship Id="rId196" Type="http://schemas.openxmlformats.org/officeDocument/2006/relationships/customXml" Target="../ink/ink614.xml"/><Relationship Id="rId200" Type="http://schemas.openxmlformats.org/officeDocument/2006/relationships/customXml" Target="../ink/ink616.xml"/><Relationship Id="rId16" Type="http://schemas.openxmlformats.org/officeDocument/2006/relationships/customXml" Target="../ink/ink524.xml"/><Relationship Id="rId221" Type="http://schemas.openxmlformats.org/officeDocument/2006/relationships/image" Target="../media/image626.png"/><Relationship Id="rId242" Type="http://schemas.openxmlformats.org/officeDocument/2006/relationships/image" Target="../media/image635.png"/><Relationship Id="rId37" Type="http://schemas.openxmlformats.org/officeDocument/2006/relationships/image" Target="../media/image534.png"/><Relationship Id="rId58" Type="http://schemas.openxmlformats.org/officeDocument/2006/relationships/customXml" Target="../ink/ink545.xml"/><Relationship Id="rId79" Type="http://schemas.openxmlformats.org/officeDocument/2006/relationships/image" Target="../media/image555.png"/><Relationship Id="rId102" Type="http://schemas.openxmlformats.org/officeDocument/2006/relationships/customXml" Target="../ink/ink567.xml"/><Relationship Id="rId123" Type="http://schemas.openxmlformats.org/officeDocument/2006/relationships/image" Target="../media/image577.png"/><Relationship Id="rId144" Type="http://schemas.openxmlformats.org/officeDocument/2006/relationships/customXml" Target="../ink/ink588.xml"/><Relationship Id="rId90" Type="http://schemas.openxmlformats.org/officeDocument/2006/relationships/customXml" Target="../ink/ink561.xml"/><Relationship Id="rId165" Type="http://schemas.openxmlformats.org/officeDocument/2006/relationships/image" Target="../media/image598.png"/><Relationship Id="rId186" Type="http://schemas.openxmlformats.org/officeDocument/2006/relationships/customXml" Target="../ink/ink609.xml"/><Relationship Id="rId211" Type="http://schemas.openxmlformats.org/officeDocument/2006/relationships/image" Target="../media/image621.png"/><Relationship Id="rId232" Type="http://schemas.openxmlformats.org/officeDocument/2006/relationships/customXml" Target="../ink/ink632.xml"/><Relationship Id="rId253" Type="http://schemas.openxmlformats.org/officeDocument/2006/relationships/customXml" Target="../ink/ink643.xml"/><Relationship Id="rId27" Type="http://schemas.openxmlformats.org/officeDocument/2006/relationships/image" Target="../media/image529.png"/><Relationship Id="rId48" Type="http://schemas.openxmlformats.org/officeDocument/2006/relationships/customXml" Target="../ink/ink540.xml"/><Relationship Id="rId69" Type="http://schemas.openxmlformats.org/officeDocument/2006/relationships/image" Target="../media/image550.png"/><Relationship Id="rId113" Type="http://schemas.openxmlformats.org/officeDocument/2006/relationships/image" Target="../media/image572.png"/><Relationship Id="rId134" Type="http://schemas.openxmlformats.org/officeDocument/2006/relationships/customXml" Target="../ink/ink583.xml"/><Relationship Id="rId80" Type="http://schemas.openxmlformats.org/officeDocument/2006/relationships/customXml" Target="../ink/ink556.xml"/><Relationship Id="rId155" Type="http://schemas.openxmlformats.org/officeDocument/2006/relationships/image" Target="../media/image593.png"/><Relationship Id="rId176" Type="http://schemas.openxmlformats.org/officeDocument/2006/relationships/customXml" Target="../ink/ink604.xml"/><Relationship Id="rId197" Type="http://schemas.openxmlformats.org/officeDocument/2006/relationships/image" Target="../media/image614.png"/><Relationship Id="rId201" Type="http://schemas.openxmlformats.org/officeDocument/2006/relationships/image" Target="../media/image616.png"/><Relationship Id="rId222" Type="http://schemas.openxmlformats.org/officeDocument/2006/relationships/customXml" Target="../ink/ink627.xml"/><Relationship Id="rId243" Type="http://schemas.openxmlformats.org/officeDocument/2006/relationships/customXml" Target="../ink/ink638.xml"/><Relationship Id="rId17" Type="http://schemas.openxmlformats.org/officeDocument/2006/relationships/image" Target="../media/image524.png"/><Relationship Id="rId38" Type="http://schemas.openxmlformats.org/officeDocument/2006/relationships/customXml" Target="../ink/ink535.xml"/><Relationship Id="rId59" Type="http://schemas.openxmlformats.org/officeDocument/2006/relationships/image" Target="../media/image545.png"/><Relationship Id="rId103" Type="http://schemas.openxmlformats.org/officeDocument/2006/relationships/image" Target="../media/image567.png"/><Relationship Id="rId124" Type="http://schemas.openxmlformats.org/officeDocument/2006/relationships/customXml" Target="../ink/ink578.xml"/><Relationship Id="rId70" Type="http://schemas.openxmlformats.org/officeDocument/2006/relationships/customXml" Target="../ink/ink551.xml"/><Relationship Id="rId91" Type="http://schemas.openxmlformats.org/officeDocument/2006/relationships/image" Target="../media/image561.png"/><Relationship Id="rId145" Type="http://schemas.openxmlformats.org/officeDocument/2006/relationships/image" Target="../media/image588.png"/><Relationship Id="rId166" Type="http://schemas.openxmlformats.org/officeDocument/2006/relationships/customXml" Target="../ink/ink599.xml"/><Relationship Id="rId187" Type="http://schemas.openxmlformats.org/officeDocument/2006/relationships/image" Target="../media/image60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22.xml"/><Relationship Id="rId233" Type="http://schemas.openxmlformats.org/officeDocument/2006/relationships/image" Target="../media/image631.png"/><Relationship Id="rId254" Type="http://schemas.openxmlformats.org/officeDocument/2006/relationships/image" Target="../media/image641.png"/><Relationship Id="rId28" Type="http://schemas.openxmlformats.org/officeDocument/2006/relationships/customXml" Target="../ink/ink530.xml"/><Relationship Id="rId49" Type="http://schemas.openxmlformats.org/officeDocument/2006/relationships/image" Target="../media/image540.png"/><Relationship Id="rId114" Type="http://schemas.openxmlformats.org/officeDocument/2006/relationships/customXml" Target="../ink/ink573.xml"/><Relationship Id="rId60" Type="http://schemas.openxmlformats.org/officeDocument/2006/relationships/customXml" Target="../ink/ink546.xml"/><Relationship Id="rId81" Type="http://schemas.openxmlformats.org/officeDocument/2006/relationships/image" Target="../media/image556.png"/><Relationship Id="rId135" Type="http://schemas.openxmlformats.org/officeDocument/2006/relationships/image" Target="../media/image583.png"/><Relationship Id="rId156" Type="http://schemas.openxmlformats.org/officeDocument/2006/relationships/customXml" Target="../ink/ink594.xml"/><Relationship Id="rId177" Type="http://schemas.openxmlformats.org/officeDocument/2006/relationships/image" Target="../media/image604.png"/><Relationship Id="rId198" Type="http://schemas.openxmlformats.org/officeDocument/2006/relationships/customXml" Target="../ink/ink615.xml"/><Relationship Id="rId202" Type="http://schemas.openxmlformats.org/officeDocument/2006/relationships/customXml" Target="../ink/ink617.xml"/><Relationship Id="rId223" Type="http://schemas.openxmlformats.org/officeDocument/2006/relationships/image" Target="../media/image627.png"/><Relationship Id="rId244" Type="http://schemas.openxmlformats.org/officeDocument/2006/relationships/image" Target="../media/image636.png"/><Relationship Id="rId18" Type="http://schemas.openxmlformats.org/officeDocument/2006/relationships/customXml" Target="../ink/ink525.xml"/><Relationship Id="rId39" Type="http://schemas.openxmlformats.org/officeDocument/2006/relationships/image" Target="../media/image535.png"/><Relationship Id="rId50" Type="http://schemas.openxmlformats.org/officeDocument/2006/relationships/customXml" Target="../ink/ink541.xml"/><Relationship Id="rId104" Type="http://schemas.openxmlformats.org/officeDocument/2006/relationships/customXml" Target="../ink/ink568.xml"/><Relationship Id="rId125" Type="http://schemas.openxmlformats.org/officeDocument/2006/relationships/image" Target="../media/image578.png"/><Relationship Id="rId146" Type="http://schemas.openxmlformats.org/officeDocument/2006/relationships/customXml" Target="../ink/ink589.xml"/><Relationship Id="rId167" Type="http://schemas.openxmlformats.org/officeDocument/2006/relationships/image" Target="../media/image599.png"/><Relationship Id="rId188" Type="http://schemas.openxmlformats.org/officeDocument/2006/relationships/customXml" Target="../ink/ink610.xml"/><Relationship Id="rId71" Type="http://schemas.openxmlformats.org/officeDocument/2006/relationships/image" Target="../media/image551.png"/><Relationship Id="rId92" Type="http://schemas.openxmlformats.org/officeDocument/2006/relationships/customXml" Target="../ink/ink562.xml"/><Relationship Id="rId213" Type="http://schemas.openxmlformats.org/officeDocument/2006/relationships/image" Target="../media/image622.png"/><Relationship Id="rId234" Type="http://schemas.openxmlformats.org/officeDocument/2006/relationships/customXml" Target="../ink/ink633.xml"/><Relationship Id="rId2" Type="http://schemas.openxmlformats.org/officeDocument/2006/relationships/customXml" Target="../ink/ink517.xml"/><Relationship Id="rId29" Type="http://schemas.openxmlformats.org/officeDocument/2006/relationships/image" Target="../media/image530.png"/><Relationship Id="rId255" Type="http://schemas.openxmlformats.org/officeDocument/2006/relationships/customXml" Target="../ink/ink644.xml"/><Relationship Id="rId40" Type="http://schemas.openxmlformats.org/officeDocument/2006/relationships/customXml" Target="../ink/ink536.xml"/><Relationship Id="rId115" Type="http://schemas.openxmlformats.org/officeDocument/2006/relationships/image" Target="../media/image573.png"/><Relationship Id="rId136" Type="http://schemas.openxmlformats.org/officeDocument/2006/relationships/customXml" Target="../ink/ink584.xml"/><Relationship Id="rId157" Type="http://schemas.openxmlformats.org/officeDocument/2006/relationships/image" Target="../media/image594.png"/><Relationship Id="rId178" Type="http://schemas.openxmlformats.org/officeDocument/2006/relationships/customXml" Target="../ink/ink605.xml"/><Relationship Id="rId61" Type="http://schemas.openxmlformats.org/officeDocument/2006/relationships/image" Target="../media/image546.png"/><Relationship Id="rId82" Type="http://schemas.openxmlformats.org/officeDocument/2006/relationships/customXml" Target="../ink/ink557.xml"/><Relationship Id="rId199" Type="http://schemas.openxmlformats.org/officeDocument/2006/relationships/image" Target="../media/image615.png"/><Relationship Id="rId203" Type="http://schemas.openxmlformats.org/officeDocument/2006/relationships/image" Target="../media/image617.png"/><Relationship Id="rId19" Type="http://schemas.openxmlformats.org/officeDocument/2006/relationships/image" Target="../media/image525.png"/><Relationship Id="rId224" Type="http://schemas.openxmlformats.org/officeDocument/2006/relationships/customXml" Target="../ink/ink628.xml"/><Relationship Id="rId245" Type="http://schemas.openxmlformats.org/officeDocument/2006/relationships/customXml" Target="../ink/ink639.xml"/><Relationship Id="rId30" Type="http://schemas.openxmlformats.org/officeDocument/2006/relationships/customXml" Target="../ink/ink531.xml"/><Relationship Id="rId105" Type="http://schemas.openxmlformats.org/officeDocument/2006/relationships/image" Target="../media/image568.png"/><Relationship Id="rId126" Type="http://schemas.openxmlformats.org/officeDocument/2006/relationships/customXml" Target="../ink/ink579.xml"/><Relationship Id="rId147" Type="http://schemas.openxmlformats.org/officeDocument/2006/relationships/image" Target="../media/image589.png"/><Relationship Id="rId168" Type="http://schemas.openxmlformats.org/officeDocument/2006/relationships/customXml" Target="../ink/ink600.xml"/><Relationship Id="rId51" Type="http://schemas.openxmlformats.org/officeDocument/2006/relationships/image" Target="../media/image541.png"/><Relationship Id="rId72" Type="http://schemas.openxmlformats.org/officeDocument/2006/relationships/customXml" Target="../ink/ink552.xml"/><Relationship Id="rId93" Type="http://schemas.openxmlformats.org/officeDocument/2006/relationships/image" Target="../media/image562.png"/><Relationship Id="rId189" Type="http://schemas.openxmlformats.org/officeDocument/2006/relationships/image" Target="../media/image610.png"/><Relationship Id="rId3" Type="http://schemas.openxmlformats.org/officeDocument/2006/relationships/image" Target="../media/image517.png"/><Relationship Id="rId214" Type="http://schemas.openxmlformats.org/officeDocument/2006/relationships/customXml" Target="../ink/ink623.xml"/><Relationship Id="rId235" Type="http://schemas.openxmlformats.org/officeDocument/2006/relationships/customXml" Target="../ink/ink634.xml"/><Relationship Id="rId256" Type="http://schemas.openxmlformats.org/officeDocument/2006/relationships/image" Target="../media/image642.png"/><Relationship Id="rId116" Type="http://schemas.openxmlformats.org/officeDocument/2006/relationships/customXml" Target="../ink/ink574.xml"/><Relationship Id="rId137" Type="http://schemas.openxmlformats.org/officeDocument/2006/relationships/image" Target="../media/image584.png"/><Relationship Id="rId158" Type="http://schemas.openxmlformats.org/officeDocument/2006/relationships/customXml" Target="../ink/ink595.xml"/><Relationship Id="rId20" Type="http://schemas.openxmlformats.org/officeDocument/2006/relationships/customXml" Target="../ink/ink526.xml"/><Relationship Id="rId41" Type="http://schemas.openxmlformats.org/officeDocument/2006/relationships/image" Target="../media/image536.png"/><Relationship Id="rId62" Type="http://schemas.openxmlformats.org/officeDocument/2006/relationships/customXml" Target="../ink/ink547.xml"/><Relationship Id="rId83" Type="http://schemas.openxmlformats.org/officeDocument/2006/relationships/image" Target="../media/image557.png"/><Relationship Id="rId179" Type="http://schemas.openxmlformats.org/officeDocument/2006/relationships/image" Target="../media/image605.png"/><Relationship Id="rId190" Type="http://schemas.openxmlformats.org/officeDocument/2006/relationships/customXml" Target="../ink/ink611.xml"/><Relationship Id="rId204" Type="http://schemas.openxmlformats.org/officeDocument/2006/relationships/customXml" Target="../ink/ink618.xml"/><Relationship Id="rId225" Type="http://schemas.openxmlformats.org/officeDocument/2006/relationships/image" Target="../media/image628.png"/><Relationship Id="rId246" Type="http://schemas.openxmlformats.org/officeDocument/2006/relationships/image" Target="../media/image637.png"/><Relationship Id="rId106" Type="http://schemas.openxmlformats.org/officeDocument/2006/relationships/customXml" Target="../ink/ink569.xml"/><Relationship Id="rId127" Type="http://schemas.openxmlformats.org/officeDocument/2006/relationships/image" Target="../media/image579.png"/><Relationship Id="rId10" Type="http://schemas.openxmlformats.org/officeDocument/2006/relationships/customXml" Target="../ink/ink521.xml"/><Relationship Id="rId31" Type="http://schemas.openxmlformats.org/officeDocument/2006/relationships/image" Target="../media/image531.png"/><Relationship Id="rId52" Type="http://schemas.openxmlformats.org/officeDocument/2006/relationships/customXml" Target="../ink/ink542.xml"/><Relationship Id="rId73" Type="http://schemas.openxmlformats.org/officeDocument/2006/relationships/image" Target="../media/image552.png"/><Relationship Id="rId94" Type="http://schemas.openxmlformats.org/officeDocument/2006/relationships/customXml" Target="../ink/ink563.xml"/><Relationship Id="rId148" Type="http://schemas.openxmlformats.org/officeDocument/2006/relationships/customXml" Target="../ink/ink590.xml"/><Relationship Id="rId169" Type="http://schemas.openxmlformats.org/officeDocument/2006/relationships/image" Target="../media/image600.png"/><Relationship Id="rId4" Type="http://schemas.openxmlformats.org/officeDocument/2006/relationships/customXml" Target="../ink/ink518.xml"/><Relationship Id="rId180" Type="http://schemas.openxmlformats.org/officeDocument/2006/relationships/customXml" Target="../ink/ink606.xml"/><Relationship Id="rId215" Type="http://schemas.openxmlformats.org/officeDocument/2006/relationships/image" Target="../media/image623.png"/><Relationship Id="rId236" Type="http://schemas.openxmlformats.org/officeDocument/2006/relationships/image" Target="../media/image632.png"/><Relationship Id="rId257" Type="http://schemas.openxmlformats.org/officeDocument/2006/relationships/customXml" Target="../ink/ink645.xml"/><Relationship Id="rId42" Type="http://schemas.openxmlformats.org/officeDocument/2006/relationships/customXml" Target="../ink/ink537.xml"/><Relationship Id="rId84" Type="http://schemas.openxmlformats.org/officeDocument/2006/relationships/customXml" Target="../ink/ink558.xml"/><Relationship Id="rId138" Type="http://schemas.openxmlformats.org/officeDocument/2006/relationships/customXml" Target="../ink/ink585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03.png"/><Relationship Id="rId21" Type="http://schemas.openxmlformats.org/officeDocument/2006/relationships/image" Target="../media/image655.png"/><Relationship Id="rId42" Type="http://schemas.openxmlformats.org/officeDocument/2006/relationships/customXml" Target="../ink/ink668.xml"/><Relationship Id="rId63" Type="http://schemas.openxmlformats.org/officeDocument/2006/relationships/image" Target="../media/image676.png"/><Relationship Id="rId84" Type="http://schemas.openxmlformats.org/officeDocument/2006/relationships/customXml" Target="../ink/ink689.xml"/><Relationship Id="rId138" Type="http://schemas.openxmlformats.org/officeDocument/2006/relationships/customXml" Target="../ink/ink716.xml"/><Relationship Id="rId159" Type="http://schemas.openxmlformats.org/officeDocument/2006/relationships/image" Target="../media/image724.png"/><Relationship Id="rId170" Type="http://schemas.openxmlformats.org/officeDocument/2006/relationships/customXml" Target="../ink/ink732.xml"/><Relationship Id="rId191" Type="http://schemas.openxmlformats.org/officeDocument/2006/relationships/image" Target="../media/image740.png"/><Relationship Id="rId205" Type="http://schemas.openxmlformats.org/officeDocument/2006/relationships/image" Target="../media/image747.png"/><Relationship Id="rId107" Type="http://schemas.openxmlformats.org/officeDocument/2006/relationships/image" Target="../media/image698.png"/><Relationship Id="rId11" Type="http://schemas.openxmlformats.org/officeDocument/2006/relationships/image" Target="../media/image650.png"/><Relationship Id="rId32" Type="http://schemas.openxmlformats.org/officeDocument/2006/relationships/customXml" Target="../ink/ink663.xml"/><Relationship Id="rId53" Type="http://schemas.openxmlformats.org/officeDocument/2006/relationships/image" Target="../media/image671.png"/><Relationship Id="rId74" Type="http://schemas.openxmlformats.org/officeDocument/2006/relationships/customXml" Target="../ink/ink684.xml"/><Relationship Id="rId128" Type="http://schemas.openxmlformats.org/officeDocument/2006/relationships/customXml" Target="../ink/ink711.xml"/><Relationship Id="rId149" Type="http://schemas.openxmlformats.org/officeDocument/2006/relationships/image" Target="../media/image719.png"/><Relationship Id="rId5" Type="http://schemas.openxmlformats.org/officeDocument/2006/relationships/image" Target="../media/image647.png"/><Relationship Id="rId95" Type="http://schemas.openxmlformats.org/officeDocument/2006/relationships/image" Target="../media/image692.png"/><Relationship Id="rId160" Type="http://schemas.openxmlformats.org/officeDocument/2006/relationships/customXml" Target="../ink/ink727.xml"/><Relationship Id="rId181" Type="http://schemas.openxmlformats.org/officeDocument/2006/relationships/image" Target="../media/image735.png"/><Relationship Id="rId22" Type="http://schemas.openxmlformats.org/officeDocument/2006/relationships/customXml" Target="../ink/ink658.xml"/><Relationship Id="rId43" Type="http://schemas.openxmlformats.org/officeDocument/2006/relationships/image" Target="../media/image666.png"/><Relationship Id="rId64" Type="http://schemas.openxmlformats.org/officeDocument/2006/relationships/customXml" Target="../ink/ink679.xml"/><Relationship Id="rId118" Type="http://schemas.openxmlformats.org/officeDocument/2006/relationships/customXml" Target="../ink/ink706.xml"/><Relationship Id="rId139" Type="http://schemas.openxmlformats.org/officeDocument/2006/relationships/image" Target="../media/image714.png"/><Relationship Id="rId85" Type="http://schemas.openxmlformats.org/officeDocument/2006/relationships/image" Target="../media/image687.png"/><Relationship Id="rId150" Type="http://schemas.openxmlformats.org/officeDocument/2006/relationships/customXml" Target="../ink/ink722.xml"/><Relationship Id="rId171" Type="http://schemas.openxmlformats.org/officeDocument/2006/relationships/image" Target="../media/image730.png"/><Relationship Id="rId192" Type="http://schemas.openxmlformats.org/officeDocument/2006/relationships/customXml" Target="../ink/ink743.xml"/><Relationship Id="rId206" Type="http://schemas.openxmlformats.org/officeDocument/2006/relationships/customXml" Target="../ink/ink750.xml"/><Relationship Id="rId12" Type="http://schemas.openxmlformats.org/officeDocument/2006/relationships/customXml" Target="../ink/ink653.xml"/><Relationship Id="rId33" Type="http://schemas.openxmlformats.org/officeDocument/2006/relationships/image" Target="../media/image661.png"/><Relationship Id="rId108" Type="http://schemas.openxmlformats.org/officeDocument/2006/relationships/customXml" Target="../ink/ink701.xml"/><Relationship Id="rId129" Type="http://schemas.openxmlformats.org/officeDocument/2006/relationships/image" Target="../media/image709.png"/><Relationship Id="rId54" Type="http://schemas.openxmlformats.org/officeDocument/2006/relationships/customXml" Target="../ink/ink674.xml"/><Relationship Id="rId75" Type="http://schemas.openxmlformats.org/officeDocument/2006/relationships/image" Target="../media/image682.png"/><Relationship Id="rId96" Type="http://schemas.openxmlformats.org/officeDocument/2006/relationships/customXml" Target="../ink/ink695.xml"/><Relationship Id="rId140" Type="http://schemas.openxmlformats.org/officeDocument/2006/relationships/customXml" Target="../ink/ink717.xml"/><Relationship Id="rId161" Type="http://schemas.openxmlformats.org/officeDocument/2006/relationships/image" Target="../media/image725.png"/><Relationship Id="rId182" Type="http://schemas.openxmlformats.org/officeDocument/2006/relationships/customXml" Target="../ink/ink738.xml"/><Relationship Id="rId6" Type="http://schemas.openxmlformats.org/officeDocument/2006/relationships/customXml" Target="../ink/ink650.xml"/><Relationship Id="rId23" Type="http://schemas.openxmlformats.org/officeDocument/2006/relationships/image" Target="../media/image656.png"/><Relationship Id="rId119" Type="http://schemas.openxmlformats.org/officeDocument/2006/relationships/image" Target="../media/image704.png"/><Relationship Id="rId44" Type="http://schemas.openxmlformats.org/officeDocument/2006/relationships/customXml" Target="../ink/ink669.xml"/><Relationship Id="rId65" Type="http://schemas.openxmlformats.org/officeDocument/2006/relationships/image" Target="../media/image677.png"/><Relationship Id="rId86" Type="http://schemas.openxmlformats.org/officeDocument/2006/relationships/customXml" Target="../ink/ink690.xml"/><Relationship Id="rId130" Type="http://schemas.openxmlformats.org/officeDocument/2006/relationships/customXml" Target="../ink/ink712.xml"/><Relationship Id="rId151" Type="http://schemas.openxmlformats.org/officeDocument/2006/relationships/image" Target="../media/image720.png"/><Relationship Id="rId172" Type="http://schemas.openxmlformats.org/officeDocument/2006/relationships/customXml" Target="../ink/ink733.xml"/><Relationship Id="rId193" Type="http://schemas.openxmlformats.org/officeDocument/2006/relationships/image" Target="../media/image741.png"/><Relationship Id="rId207" Type="http://schemas.openxmlformats.org/officeDocument/2006/relationships/image" Target="../media/image748.png"/><Relationship Id="rId13" Type="http://schemas.openxmlformats.org/officeDocument/2006/relationships/image" Target="../media/image651.png"/><Relationship Id="rId109" Type="http://schemas.openxmlformats.org/officeDocument/2006/relationships/image" Target="../media/image699.png"/><Relationship Id="rId34" Type="http://schemas.openxmlformats.org/officeDocument/2006/relationships/customXml" Target="../ink/ink664.xml"/><Relationship Id="rId55" Type="http://schemas.openxmlformats.org/officeDocument/2006/relationships/image" Target="../media/image672.png"/><Relationship Id="rId76" Type="http://schemas.openxmlformats.org/officeDocument/2006/relationships/customXml" Target="../ink/ink685.xml"/><Relationship Id="rId97" Type="http://schemas.openxmlformats.org/officeDocument/2006/relationships/image" Target="../media/image693.png"/><Relationship Id="rId120" Type="http://schemas.openxmlformats.org/officeDocument/2006/relationships/customXml" Target="../ink/ink707.xml"/><Relationship Id="rId141" Type="http://schemas.openxmlformats.org/officeDocument/2006/relationships/image" Target="../media/image715.png"/><Relationship Id="rId7" Type="http://schemas.openxmlformats.org/officeDocument/2006/relationships/image" Target="../media/image648.png"/><Relationship Id="rId162" Type="http://schemas.openxmlformats.org/officeDocument/2006/relationships/customXml" Target="../ink/ink728.xml"/><Relationship Id="rId183" Type="http://schemas.openxmlformats.org/officeDocument/2006/relationships/image" Target="../media/image736.png"/><Relationship Id="rId24" Type="http://schemas.openxmlformats.org/officeDocument/2006/relationships/customXml" Target="../ink/ink659.xml"/><Relationship Id="rId45" Type="http://schemas.openxmlformats.org/officeDocument/2006/relationships/image" Target="../media/image667.png"/><Relationship Id="rId66" Type="http://schemas.openxmlformats.org/officeDocument/2006/relationships/customXml" Target="../ink/ink680.xml"/><Relationship Id="rId87" Type="http://schemas.openxmlformats.org/officeDocument/2006/relationships/image" Target="../media/image688.png"/><Relationship Id="rId110" Type="http://schemas.openxmlformats.org/officeDocument/2006/relationships/customXml" Target="../ink/ink702.xml"/><Relationship Id="rId131" Type="http://schemas.openxmlformats.org/officeDocument/2006/relationships/image" Target="../media/image710.png"/><Relationship Id="rId152" Type="http://schemas.openxmlformats.org/officeDocument/2006/relationships/customXml" Target="../ink/ink723.xml"/><Relationship Id="rId173" Type="http://schemas.openxmlformats.org/officeDocument/2006/relationships/image" Target="../media/image731.png"/><Relationship Id="rId194" Type="http://schemas.openxmlformats.org/officeDocument/2006/relationships/customXml" Target="../ink/ink744.xml"/><Relationship Id="rId208" Type="http://schemas.openxmlformats.org/officeDocument/2006/relationships/customXml" Target="../ink/ink751.xml"/><Relationship Id="rId19" Type="http://schemas.openxmlformats.org/officeDocument/2006/relationships/image" Target="../media/image654.png"/><Relationship Id="rId14" Type="http://schemas.openxmlformats.org/officeDocument/2006/relationships/customXml" Target="../ink/ink654.xml"/><Relationship Id="rId30" Type="http://schemas.openxmlformats.org/officeDocument/2006/relationships/customXml" Target="../ink/ink662.xml"/><Relationship Id="rId35" Type="http://schemas.openxmlformats.org/officeDocument/2006/relationships/image" Target="../media/image662.png"/><Relationship Id="rId56" Type="http://schemas.openxmlformats.org/officeDocument/2006/relationships/customXml" Target="../ink/ink675.xml"/><Relationship Id="rId77" Type="http://schemas.openxmlformats.org/officeDocument/2006/relationships/image" Target="../media/image683.png"/><Relationship Id="rId100" Type="http://schemas.openxmlformats.org/officeDocument/2006/relationships/customXml" Target="../ink/ink697.xml"/><Relationship Id="rId105" Type="http://schemas.openxmlformats.org/officeDocument/2006/relationships/image" Target="../media/image697.png"/><Relationship Id="rId126" Type="http://schemas.openxmlformats.org/officeDocument/2006/relationships/customXml" Target="../ink/ink710.xml"/><Relationship Id="rId147" Type="http://schemas.openxmlformats.org/officeDocument/2006/relationships/image" Target="../media/image718.png"/><Relationship Id="rId168" Type="http://schemas.openxmlformats.org/officeDocument/2006/relationships/customXml" Target="../ink/ink731.xml"/><Relationship Id="rId8" Type="http://schemas.openxmlformats.org/officeDocument/2006/relationships/customXml" Target="../ink/ink651.xml"/><Relationship Id="rId51" Type="http://schemas.openxmlformats.org/officeDocument/2006/relationships/image" Target="../media/image670.png"/><Relationship Id="rId72" Type="http://schemas.openxmlformats.org/officeDocument/2006/relationships/customXml" Target="../ink/ink683.xml"/><Relationship Id="rId93" Type="http://schemas.openxmlformats.org/officeDocument/2006/relationships/image" Target="../media/image691.png"/><Relationship Id="rId98" Type="http://schemas.openxmlformats.org/officeDocument/2006/relationships/customXml" Target="../ink/ink696.xml"/><Relationship Id="rId121" Type="http://schemas.openxmlformats.org/officeDocument/2006/relationships/image" Target="../media/image705.png"/><Relationship Id="rId142" Type="http://schemas.openxmlformats.org/officeDocument/2006/relationships/customXml" Target="../ink/ink718.xml"/><Relationship Id="rId163" Type="http://schemas.openxmlformats.org/officeDocument/2006/relationships/image" Target="../media/image726.png"/><Relationship Id="rId184" Type="http://schemas.openxmlformats.org/officeDocument/2006/relationships/customXml" Target="../ink/ink739.xml"/><Relationship Id="rId189" Type="http://schemas.openxmlformats.org/officeDocument/2006/relationships/image" Target="../media/image739.png"/><Relationship Id="rId3" Type="http://schemas.openxmlformats.org/officeDocument/2006/relationships/image" Target="../media/image646.png"/><Relationship Id="rId25" Type="http://schemas.openxmlformats.org/officeDocument/2006/relationships/image" Target="../media/image657.png"/><Relationship Id="rId46" Type="http://schemas.openxmlformats.org/officeDocument/2006/relationships/customXml" Target="../ink/ink670.xml"/><Relationship Id="rId67" Type="http://schemas.openxmlformats.org/officeDocument/2006/relationships/image" Target="../media/image678.png"/><Relationship Id="rId116" Type="http://schemas.openxmlformats.org/officeDocument/2006/relationships/customXml" Target="../ink/ink705.xml"/><Relationship Id="rId137" Type="http://schemas.openxmlformats.org/officeDocument/2006/relationships/image" Target="../media/image713.png"/><Relationship Id="rId158" Type="http://schemas.openxmlformats.org/officeDocument/2006/relationships/customXml" Target="../ink/ink726.xml"/><Relationship Id="rId20" Type="http://schemas.openxmlformats.org/officeDocument/2006/relationships/customXml" Target="../ink/ink657.xml"/><Relationship Id="rId41" Type="http://schemas.openxmlformats.org/officeDocument/2006/relationships/image" Target="../media/image665.png"/><Relationship Id="rId62" Type="http://schemas.openxmlformats.org/officeDocument/2006/relationships/customXml" Target="../ink/ink678.xml"/><Relationship Id="rId83" Type="http://schemas.openxmlformats.org/officeDocument/2006/relationships/image" Target="../media/image686.png"/><Relationship Id="rId88" Type="http://schemas.openxmlformats.org/officeDocument/2006/relationships/customXml" Target="../ink/ink691.xml"/><Relationship Id="rId111" Type="http://schemas.openxmlformats.org/officeDocument/2006/relationships/image" Target="../media/image700.png"/><Relationship Id="rId132" Type="http://schemas.openxmlformats.org/officeDocument/2006/relationships/customXml" Target="../ink/ink713.xml"/><Relationship Id="rId153" Type="http://schemas.openxmlformats.org/officeDocument/2006/relationships/image" Target="../media/image721.png"/><Relationship Id="rId174" Type="http://schemas.openxmlformats.org/officeDocument/2006/relationships/customXml" Target="../ink/ink734.xml"/><Relationship Id="rId179" Type="http://schemas.openxmlformats.org/officeDocument/2006/relationships/image" Target="../media/image734.png"/><Relationship Id="rId195" Type="http://schemas.openxmlformats.org/officeDocument/2006/relationships/image" Target="../media/image742.png"/><Relationship Id="rId209" Type="http://schemas.openxmlformats.org/officeDocument/2006/relationships/image" Target="../media/image749.png"/><Relationship Id="rId190" Type="http://schemas.openxmlformats.org/officeDocument/2006/relationships/customXml" Target="../ink/ink742.xml"/><Relationship Id="rId204" Type="http://schemas.openxmlformats.org/officeDocument/2006/relationships/customXml" Target="../ink/ink749.xml"/><Relationship Id="rId15" Type="http://schemas.openxmlformats.org/officeDocument/2006/relationships/image" Target="../media/image652.png"/><Relationship Id="rId36" Type="http://schemas.openxmlformats.org/officeDocument/2006/relationships/customXml" Target="../ink/ink665.xml"/><Relationship Id="rId57" Type="http://schemas.openxmlformats.org/officeDocument/2006/relationships/image" Target="../media/image673.png"/><Relationship Id="rId106" Type="http://schemas.openxmlformats.org/officeDocument/2006/relationships/customXml" Target="../ink/ink700.xml"/><Relationship Id="rId127" Type="http://schemas.openxmlformats.org/officeDocument/2006/relationships/image" Target="../media/image708.png"/><Relationship Id="rId10" Type="http://schemas.openxmlformats.org/officeDocument/2006/relationships/customXml" Target="../ink/ink652.xml"/><Relationship Id="rId31" Type="http://schemas.openxmlformats.org/officeDocument/2006/relationships/image" Target="../media/image660.png"/><Relationship Id="rId52" Type="http://schemas.openxmlformats.org/officeDocument/2006/relationships/customXml" Target="../ink/ink673.xml"/><Relationship Id="rId73" Type="http://schemas.openxmlformats.org/officeDocument/2006/relationships/image" Target="../media/image681.png"/><Relationship Id="rId78" Type="http://schemas.openxmlformats.org/officeDocument/2006/relationships/customXml" Target="../ink/ink686.xml"/><Relationship Id="rId94" Type="http://schemas.openxmlformats.org/officeDocument/2006/relationships/customXml" Target="../ink/ink694.xml"/><Relationship Id="rId99" Type="http://schemas.openxmlformats.org/officeDocument/2006/relationships/image" Target="../media/image694.png"/><Relationship Id="rId101" Type="http://schemas.openxmlformats.org/officeDocument/2006/relationships/image" Target="../media/image695.png"/><Relationship Id="rId122" Type="http://schemas.openxmlformats.org/officeDocument/2006/relationships/customXml" Target="../ink/ink708.xml"/><Relationship Id="rId143" Type="http://schemas.openxmlformats.org/officeDocument/2006/relationships/image" Target="../media/image716.png"/><Relationship Id="rId148" Type="http://schemas.openxmlformats.org/officeDocument/2006/relationships/customXml" Target="../ink/ink721.xml"/><Relationship Id="rId164" Type="http://schemas.openxmlformats.org/officeDocument/2006/relationships/customXml" Target="../ink/ink729.xml"/><Relationship Id="rId169" Type="http://schemas.openxmlformats.org/officeDocument/2006/relationships/image" Target="../media/image729.png"/><Relationship Id="rId185" Type="http://schemas.openxmlformats.org/officeDocument/2006/relationships/image" Target="../media/image737.png"/><Relationship Id="rId4" Type="http://schemas.openxmlformats.org/officeDocument/2006/relationships/customXml" Target="../ink/ink649.xml"/><Relationship Id="rId9" Type="http://schemas.openxmlformats.org/officeDocument/2006/relationships/image" Target="../media/image649.png"/><Relationship Id="rId180" Type="http://schemas.openxmlformats.org/officeDocument/2006/relationships/customXml" Target="../ink/ink737.xml"/><Relationship Id="rId210" Type="http://schemas.openxmlformats.org/officeDocument/2006/relationships/customXml" Target="../ink/ink752.xml"/><Relationship Id="rId26" Type="http://schemas.openxmlformats.org/officeDocument/2006/relationships/customXml" Target="../ink/ink660.xml"/><Relationship Id="rId47" Type="http://schemas.openxmlformats.org/officeDocument/2006/relationships/image" Target="../media/image668.png"/><Relationship Id="rId68" Type="http://schemas.openxmlformats.org/officeDocument/2006/relationships/customXml" Target="../ink/ink681.xml"/><Relationship Id="rId89" Type="http://schemas.openxmlformats.org/officeDocument/2006/relationships/image" Target="../media/image689.png"/><Relationship Id="rId112" Type="http://schemas.openxmlformats.org/officeDocument/2006/relationships/customXml" Target="../ink/ink703.xml"/><Relationship Id="rId133" Type="http://schemas.openxmlformats.org/officeDocument/2006/relationships/image" Target="../media/image711.png"/><Relationship Id="rId154" Type="http://schemas.openxmlformats.org/officeDocument/2006/relationships/customXml" Target="../ink/ink724.xml"/><Relationship Id="rId175" Type="http://schemas.openxmlformats.org/officeDocument/2006/relationships/image" Target="../media/image732.png"/><Relationship Id="rId196" Type="http://schemas.openxmlformats.org/officeDocument/2006/relationships/customXml" Target="../ink/ink745.xml"/><Relationship Id="rId200" Type="http://schemas.openxmlformats.org/officeDocument/2006/relationships/customXml" Target="../ink/ink747.xml"/><Relationship Id="rId16" Type="http://schemas.openxmlformats.org/officeDocument/2006/relationships/customXml" Target="../ink/ink655.xml"/><Relationship Id="rId37" Type="http://schemas.openxmlformats.org/officeDocument/2006/relationships/image" Target="../media/image663.png"/><Relationship Id="rId58" Type="http://schemas.openxmlformats.org/officeDocument/2006/relationships/customXml" Target="../ink/ink676.xml"/><Relationship Id="rId79" Type="http://schemas.openxmlformats.org/officeDocument/2006/relationships/image" Target="../media/image684.png"/><Relationship Id="rId102" Type="http://schemas.openxmlformats.org/officeDocument/2006/relationships/customXml" Target="../ink/ink698.xml"/><Relationship Id="rId123" Type="http://schemas.openxmlformats.org/officeDocument/2006/relationships/image" Target="../media/image706.png"/><Relationship Id="rId144" Type="http://schemas.openxmlformats.org/officeDocument/2006/relationships/customXml" Target="../ink/ink719.xml"/><Relationship Id="rId90" Type="http://schemas.openxmlformats.org/officeDocument/2006/relationships/customXml" Target="../ink/ink692.xml"/><Relationship Id="rId165" Type="http://schemas.openxmlformats.org/officeDocument/2006/relationships/image" Target="../media/image727.png"/><Relationship Id="rId186" Type="http://schemas.openxmlformats.org/officeDocument/2006/relationships/customXml" Target="../ink/ink740.xml"/><Relationship Id="rId211" Type="http://schemas.openxmlformats.org/officeDocument/2006/relationships/image" Target="../media/image750.png"/><Relationship Id="rId27" Type="http://schemas.openxmlformats.org/officeDocument/2006/relationships/image" Target="../media/image658.png"/><Relationship Id="rId48" Type="http://schemas.openxmlformats.org/officeDocument/2006/relationships/customXml" Target="../ink/ink671.xml"/><Relationship Id="rId69" Type="http://schemas.openxmlformats.org/officeDocument/2006/relationships/image" Target="../media/image679.png"/><Relationship Id="rId113" Type="http://schemas.openxmlformats.org/officeDocument/2006/relationships/image" Target="../media/image701.png"/><Relationship Id="rId134" Type="http://schemas.openxmlformats.org/officeDocument/2006/relationships/customXml" Target="../ink/ink714.xml"/><Relationship Id="rId80" Type="http://schemas.openxmlformats.org/officeDocument/2006/relationships/customXml" Target="../ink/ink687.xml"/><Relationship Id="rId155" Type="http://schemas.openxmlformats.org/officeDocument/2006/relationships/image" Target="../media/image722.png"/><Relationship Id="rId176" Type="http://schemas.openxmlformats.org/officeDocument/2006/relationships/customXml" Target="../ink/ink735.xml"/><Relationship Id="rId197" Type="http://schemas.openxmlformats.org/officeDocument/2006/relationships/image" Target="../media/image743.png"/><Relationship Id="rId201" Type="http://schemas.openxmlformats.org/officeDocument/2006/relationships/image" Target="../media/image745.png"/><Relationship Id="rId17" Type="http://schemas.openxmlformats.org/officeDocument/2006/relationships/image" Target="../media/image653.png"/><Relationship Id="rId38" Type="http://schemas.openxmlformats.org/officeDocument/2006/relationships/customXml" Target="../ink/ink666.xml"/><Relationship Id="rId59" Type="http://schemas.openxmlformats.org/officeDocument/2006/relationships/image" Target="../media/image674.png"/><Relationship Id="rId103" Type="http://schemas.openxmlformats.org/officeDocument/2006/relationships/image" Target="../media/image696.png"/><Relationship Id="rId124" Type="http://schemas.openxmlformats.org/officeDocument/2006/relationships/customXml" Target="../ink/ink709.xml"/><Relationship Id="rId70" Type="http://schemas.openxmlformats.org/officeDocument/2006/relationships/customXml" Target="../ink/ink682.xml"/><Relationship Id="rId91" Type="http://schemas.openxmlformats.org/officeDocument/2006/relationships/image" Target="../media/image690.png"/><Relationship Id="rId145" Type="http://schemas.openxmlformats.org/officeDocument/2006/relationships/image" Target="../media/image717.png"/><Relationship Id="rId166" Type="http://schemas.openxmlformats.org/officeDocument/2006/relationships/customXml" Target="../ink/ink730.xml"/><Relationship Id="rId187" Type="http://schemas.openxmlformats.org/officeDocument/2006/relationships/image" Target="../media/image73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753.xml"/><Relationship Id="rId28" Type="http://schemas.openxmlformats.org/officeDocument/2006/relationships/customXml" Target="../ink/ink661.xml"/><Relationship Id="rId49" Type="http://schemas.openxmlformats.org/officeDocument/2006/relationships/image" Target="../media/image669.png"/><Relationship Id="rId114" Type="http://schemas.openxmlformats.org/officeDocument/2006/relationships/customXml" Target="../ink/ink704.xml"/><Relationship Id="rId60" Type="http://schemas.openxmlformats.org/officeDocument/2006/relationships/customXml" Target="../ink/ink677.xml"/><Relationship Id="rId81" Type="http://schemas.openxmlformats.org/officeDocument/2006/relationships/image" Target="../media/image685.png"/><Relationship Id="rId135" Type="http://schemas.openxmlformats.org/officeDocument/2006/relationships/image" Target="../media/image712.png"/><Relationship Id="rId156" Type="http://schemas.openxmlformats.org/officeDocument/2006/relationships/customXml" Target="../ink/ink725.xml"/><Relationship Id="rId177" Type="http://schemas.openxmlformats.org/officeDocument/2006/relationships/image" Target="../media/image733.png"/><Relationship Id="rId198" Type="http://schemas.openxmlformats.org/officeDocument/2006/relationships/customXml" Target="../ink/ink746.xml"/><Relationship Id="rId202" Type="http://schemas.openxmlformats.org/officeDocument/2006/relationships/customXml" Target="../ink/ink748.xml"/><Relationship Id="rId18" Type="http://schemas.openxmlformats.org/officeDocument/2006/relationships/customXml" Target="../ink/ink656.xml"/><Relationship Id="rId39" Type="http://schemas.openxmlformats.org/officeDocument/2006/relationships/image" Target="../media/image664.png"/><Relationship Id="rId50" Type="http://schemas.openxmlformats.org/officeDocument/2006/relationships/customXml" Target="../ink/ink672.xml"/><Relationship Id="rId104" Type="http://schemas.openxmlformats.org/officeDocument/2006/relationships/customXml" Target="../ink/ink699.xml"/><Relationship Id="rId125" Type="http://schemas.openxmlformats.org/officeDocument/2006/relationships/image" Target="../media/image707.png"/><Relationship Id="rId146" Type="http://schemas.openxmlformats.org/officeDocument/2006/relationships/customXml" Target="../ink/ink720.xml"/><Relationship Id="rId167" Type="http://schemas.openxmlformats.org/officeDocument/2006/relationships/image" Target="../media/image728.png"/><Relationship Id="rId188" Type="http://schemas.openxmlformats.org/officeDocument/2006/relationships/customXml" Target="../ink/ink741.xml"/><Relationship Id="rId71" Type="http://schemas.openxmlformats.org/officeDocument/2006/relationships/image" Target="../media/image680.png"/><Relationship Id="rId92" Type="http://schemas.openxmlformats.org/officeDocument/2006/relationships/customXml" Target="../ink/ink693.xml"/><Relationship Id="rId213" Type="http://schemas.openxmlformats.org/officeDocument/2006/relationships/image" Target="../media/image751.png"/><Relationship Id="rId2" Type="http://schemas.openxmlformats.org/officeDocument/2006/relationships/customXml" Target="../ink/ink648.xml"/><Relationship Id="rId29" Type="http://schemas.openxmlformats.org/officeDocument/2006/relationships/image" Target="../media/image659.png"/><Relationship Id="rId40" Type="http://schemas.openxmlformats.org/officeDocument/2006/relationships/customXml" Target="../ink/ink667.xml"/><Relationship Id="rId115" Type="http://schemas.openxmlformats.org/officeDocument/2006/relationships/image" Target="../media/image702.png"/><Relationship Id="rId136" Type="http://schemas.openxmlformats.org/officeDocument/2006/relationships/customXml" Target="../ink/ink715.xml"/><Relationship Id="rId157" Type="http://schemas.openxmlformats.org/officeDocument/2006/relationships/image" Target="../media/image723.png"/><Relationship Id="rId178" Type="http://schemas.openxmlformats.org/officeDocument/2006/relationships/customXml" Target="../ink/ink736.xml"/><Relationship Id="rId61" Type="http://schemas.openxmlformats.org/officeDocument/2006/relationships/image" Target="../media/image675.png"/><Relationship Id="rId82" Type="http://schemas.openxmlformats.org/officeDocument/2006/relationships/customXml" Target="../ink/ink688.xml"/><Relationship Id="rId199" Type="http://schemas.openxmlformats.org/officeDocument/2006/relationships/image" Target="../media/image744.png"/><Relationship Id="rId203" Type="http://schemas.openxmlformats.org/officeDocument/2006/relationships/image" Target="../media/image746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57.png"/><Relationship Id="rId18" Type="http://schemas.openxmlformats.org/officeDocument/2006/relationships/customXml" Target="../ink/ink762.xml"/><Relationship Id="rId26" Type="http://schemas.openxmlformats.org/officeDocument/2006/relationships/customXml" Target="../ink/ink766.xml"/><Relationship Id="rId39" Type="http://schemas.openxmlformats.org/officeDocument/2006/relationships/image" Target="../media/image770.png"/><Relationship Id="rId21" Type="http://schemas.openxmlformats.org/officeDocument/2006/relationships/image" Target="../media/image761.png"/><Relationship Id="rId34" Type="http://schemas.openxmlformats.org/officeDocument/2006/relationships/customXml" Target="../ink/ink770.xml"/><Relationship Id="rId7" Type="http://schemas.openxmlformats.org/officeDocument/2006/relationships/image" Target="../media/image754.png"/><Relationship Id="rId2" Type="http://schemas.openxmlformats.org/officeDocument/2006/relationships/customXml" Target="../ink/ink754.xml"/><Relationship Id="rId16" Type="http://schemas.openxmlformats.org/officeDocument/2006/relationships/customXml" Target="../ink/ink761.xml"/><Relationship Id="rId20" Type="http://schemas.openxmlformats.org/officeDocument/2006/relationships/customXml" Target="../ink/ink763.xml"/><Relationship Id="rId29" Type="http://schemas.openxmlformats.org/officeDocument/2006/relationships/image" Target="../media/image765.png"/><Relationship Id="rId41" Type="http://schemas.openxmlformats.org/officeDocument/2006/relationships/image" Target="../media/image77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6.xml"/><Relationship Id="rId11" Type="http://schemas.openxmlformats.org/officeDocument/2006/relationships/image" Target="../media/image756.png"/><Relationship Id="rId24" Type="http://schemas.openxmlformats.org/officeDocument/2006/relationships/customXml" Target="../ink/ink765.xml"/><Relationship Id="rId32" Type="http://schemas.openxmlformats.org/officeDocument/2006/relationships/customXml" Target="../ink/ink769.xml"/><Relationship Id="rId37" Type="http://schemas.openxmlformats.org/officeDocument/2006/relationships/image" Target="../media/image769.png"/><Relationship Id="rId40" Type="http://schemas.openxmlformats.org/officeDocument/2006/relationships/customXml" Target="../ink/ink773.xml"/><Relationship Id="rId5" Type="http://schemas.openxmlformats.org/officeDocument/2006/relationships/image" Target="../media/image753.png"/><Relationship Id="rId15" Type="http://schemas.openxmlformats.org/officeDocument/2006/relationships/image" Target="../media/image758.png"/><Relationship Id="rId23" Type="http://schemas.openxmlformats.org/officeDocument/2006/relationships/image" Target="../media/image762.png"/><Relationship Id="rId28" Type="http://schemas.openxmlformats.org/officeDocument/2006/relationships/customXml" Target="../ink/ink767.xml"/><Relationship Id="rId36" Type="http://schemas.openxmlformats.org/officeDocument/2006/relationships/customXml" Target="../ink/ink771.xml"/><Relationship Id="rId10" Type="http://schemas.openxmlformats.org/officeDocument/2006/relationships/customXml" Target="../ink/ink758.xml"/><Relationship Id="rId19" Type="http://schemas.openxmlformats.org/officeDocument/2006/relationships/image" Target="../media/image760.png"/><Relationship Id="rId31" Type="http://schemas.openxmlformats.org/officeDocument/2006/relationships/image" Target="../media/image766.png"/><Relationship Id="rId4" Type="http://schemas.openxmlformats.org/officeDocument/2006/relationships/customXml" Target="../ink/ink755.xml"/><Relationship Id="rId9" Type="http://schemas.openxmlformats.org/officeDocument/2006/relationships/image" Target="../media/image755.png"/><Relationship Id="rId14" Type="http://schemas.openxmlformats.org/officeDocument/2006/relationships/customXml" Target="../ink/ink760.xml"/><Relationship Id="rId22" Type="http://schemas.openxmlformats.org/officeDocument/2006/relationships/customXml" Target="../ink/ink764.xml"/><Relationship Id="rId27" Type="http://schemas.openxmlformats.org/officeDocument/2006/relationships/image" Target="../media/image764.png"/><Relationship Id="rId30" Type="http://schemas.openxmlformats.org/officeDocument/2006/relationships/customXml" Target="../ink/ink768.xml"/><Relationship Id="rId35" Type="http://schemas.openxmlformats.org/officeDocument/2006/relationships/image" Target="../media/image768.png"/><Relationship Id="rId8" Type="http://schemas.openxmlformats.org/officeDocument/2006/relationships/customXml" Target="../ink/ink757.xml"/><Relationship Id="rId3" Type="http://schemas.openxmlformats.org/officeDocument/2006/relationships/image" Target="../media/image752.png"/><Relationship Id="rId12" Type="http://schemas.openxmlformats.org/officeDocument/2006/relationships/customXml" Target="../ink/ink759.xml"/><Relationship Id="rId17" Type="http://schemas.openxmlformats.org/officeDocument/2006/relationships/image" Target="../media/image759.png"/><Relationship Id="rId25" Type="http://schemas.openxmlformats.org/officeDocument/2006/relationships/image" Target="../media/image763.png"/><Relationship Id="rId33" Type="http://schemas.openxmlformats.org/officeDocument/2006/relationships/image" Target="../media/image767.png"/><Relationship Id="rId38" Type="http://schemas.openxmlformats.org/officeDocument/2006/relationships/customXml" Target="../ink/ink772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29.png"/><Relationship Id="rId21" Type="http://schemas.openxmlformats.org/officeDocument/2006/relationships/image" Target="../media/image781.png"/><Relationship Id="rId42" Type="http://schemas.openxmlformats.org/officeDocument/2006/relationships/customXml" Target="../ink/ink794.xml"/><Relationship Id="rId47" Type="http://schemas.openxmlformats.org/officeDocument/2006/relationships/image" Target="../media/image794.png"/><Relationship Id="rId63" Type="http://schemas.openxmlformats.org/officeDocument/2006/relationships/image" Target="../media/image802.png"/><Relationship Id="rId68" Type="http://schemas.openxmlformats.org/officeDocument/2006/relationships/customXml" Target="../ink/ink807.xml"/><Relationship Id="rId84" Type="http://schemas.openxmlformats.org/officeDocument/2006/relationships/customXml" Target="../ink/ink815.xml"/><Relationship Id="rId89" Type="http://schemas.openxmlformats.org/officeDocument/2006/relationships/image" Target="../media/image815.png"/><Relationship Id="rId112" Type="http://schemas.openxmlformats.org/officeDocument/2006/relationships/customXml" Target="../ink/ink829.xml"/><Relationship Id="rId16" Type="http://schemas.openxmlformats.org/officeDocument/2006/relationships/customXml" Target="../ink/ink781.xml"/><Relationship Id="rId107" Type="http://schemas.openxmlformats.org/officeDocument/2006/relationships/image" Target="../media/image824.png"/><Relationship Id="rId11" Type="http://schemas.openxmlformats.org/officeDocument/2006/relationships/image" Target="../media/image776.png"/><Relationship Id="rId32" Type="http://schemas.openxmlformats.org/officeDocument/2006/relationships/customXml" Target="../ink/ink789.xml"/><Relationship Id="rId37" Type="http://schemas.openxmlformats.org/officeDocument/2006/relationships/image" Target="../media/image789.png"/><Relationship Id="rId53" Type="http://schemas.openxmlformats.org/officeDocument/2006/relationships/image" Target="../media/image797.png"/><Relationship Id="rId58" Type="http://schemas.openxmlformats.org/officeDocument/2006/relationships/customXml" Target="../ink/ink802.xml"/><Relationship Id="rId74" Type="http://schemas.openxmlformats.org/officeDocument/2006/relationships/customXml" Target="../ink/ink810.xml"/><Relationship Id="rId79" Type="http://schemas.openxmlformats.org/officeDocument/2006/relationships/image" Target="../media/image810.png"/><Relationship Id="rId102" Type="http://schemas.openxmlformats.org/officeDocument/2006/relationships/customXml" Target="../ink/ink824.xml"/><Relationship Id="rId123" Type="http://schemas.openxmlformats.org/officeDocument/2006/relationships/image" Target="../media/image832.png"/><Relationship Id="rId128" Type="http://schemas.openxmlformats.org/officeDocument/2006/relationships/customXml" Target="../ink/ink837.xml"/><Relationship Id="rId5" Type="http://schemas.openxmlformats.org/officeDocument/2006/relationships/image" Target="../media/image773.png"/><Relationship Id="rId90" Type="http://schemas.openxmlformats.org/officeDocument/2006/relationships/customXml" Target="../ink/ink818.xml"/><Relationship Id="rId95" Type="http://schemas.openxmlformats.org/officeDocument/2006/relationships/image" Target="../media/image818.png"/><Relationship Id="rId22" Type="http://schemas.openxmlformats.org/officeDocument/2006/relationships/customXml" Target="../ink/ink784.xml"/><Relationship Id="rId27" Type="http://schemas.openxmlformats.org/officeDocument/2006/relationships/image" Target="../media/image784.png"/><Relationship Id="rId43" Type="http://schemas.openxmlformats.org/officeDocument/2006/relationships/image" Target="../media/image792.png"/><Relationship Id="rId48" Type="http://schemas.openxmlformats.org/officeDocument/2006/relationships/customXml" Target="../ink/ink797.xml"/><Relationship Id="rId64" Type="http://schemas.openxmlformats.org/officeDocument/2006/relationships/customXml" Target="../ink/ink805.xml"/><Relationship Id="rId69" Type="http://schemas.openxmlformats.org/officeDocument/2006/relationships/image" Target="../media/image805.png"/><Relationship Id="rId113" Type="http://schemas.openxmlformats.org/officeDocument/2006/relationships/image" Target="../media/image827.png"/><Relationship Id="rId118" Type="http://schemas.openxmlformats.org/officeDocument/2006/relationships/customXml" Target="../ink/ink832.xml"/><Relationship Id="rId80" Type="http://schemas.openxmlformats.org/officeDocument/2006/relationships/customXml" Target="../ink/ink813.xml"/><Relationship Id="rId85" Type="http://schemas.openxmlformats.org/officeDocument/2006/relationships/image" Target="../media/image813.png"/><Relationship Id="rId12" Type="http://schemas.openxmlformats.org/officeDocument/2006/relationships/customXml" Target="../ink/ink779.xml"/><Relationship Id="rId17" Type="http://schemas.openxmlformats.org/officeDocument/2006/relationships/image" Target="../media/image779.png"/><Relationship Id="rId33" Type="http://schemas.openxmlformats.org/officeDocument/2006/relationships/image" Target="../media/image787.png"/><Relationship Id="rId38" Type="http://schemas.openxmlformats.org/officeDocument/2006/relationships/customXml" Target="../ink/ink792.xml"/><Relationship Id="rId59" Type="http://schemas.openxmlformats.org/officeDocument/2006/relationships/image" Target="../media/image800.png"/><Relationship Id="rId103" Type="http://schemas.openxmlformats.org/officeDocument/2006/relationships/image" Target="../media/image822.png"/><Relationship Id="rId108" Type="http://schemas.openxmlformats.org/officeDocument/2006/relationships/customXml" Target="../ink/ink827.xml"/><Relationship Id="rId124" Type="http://schemas.openxmlformats.org/officeDocument/2006/relationships/customXml" Target="../ink/ink835.xml"/><Relationship Id="rId129" Type="http://schemas.openxmlformats.org/officeDocument/2006/relationships/image" Target="../media/image835.png"/><Relationship Id="rId54" Type="http://schemas.openxmlformats.org/officeDocument/2006/relationships/customXml" Target="../ink/ink800.xml"/><Relationship Id="rId70" Type="http://schemas.openxmlformats.org/officeDocument/2006/relationships/customXml" Target="../ink/ink808.xml"/><Relationship Id="rId75" Type="http://schemas.openxmlformats.org/officeDocument/2006/relationships/image" Target="../media/image808.png"/><Relationship Id="rId91" Type="http://schemas.openxmlformats.org/officeDocument/2006/relationships/image" Target="../media/image816.png"/><Relationship Id="rId96" Type="http://schemas.openxmlformats.org/officeDocument/2006/relationships/customXml" Target="../ink/ink82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76.xml"/><Relationship Id="rId23" Type="http://schemas.openxmlformats.org/officeDocument/2006/relationships/image" Target="../media/image782.png"/><Relationship Id="rId28" Type="http://schemas.openxmlformats.org/officeDocument/2006/relationships/customXml" Target="../ink/ink787.xml"/><Relationship Id="rId49" Type="http://schemas.openxmlformats.org/officeDocument/2006/relationships/image" Target="../media/image795.png"/><Relationship Id="rId114" Type="http://schemas.openxmlformats.org/officeDocument/2006/relationships/customXml" Target="../ink/ink830.xml"/><Relationship Id="rId119" Type="http://schemas.openxmlformats.org/officeDocument/2006/relationships/image" Target="../media/image830.png"/><Relationship Id="rId44" Type="http://schemas.openxmlformats.org/officeDocument/2006/relationships/customXml" Target="../ink/ink795.xml"/><Relationship Id="rId60" Type="http://schemas.openxmlformats.org/officeDocument/2006/relationships/customXml" Target="../ink/ink803.xml"/><Relationship Id="rId65" Type="http://schemas.openxmlformats.org/officeDocument/2006/relationships/image" Target="../media/image803.png"/><Relationship Id="rId81" Type="http://schemas.openxmlformats.org/officeDocument/2006/relationships/image" Target="../media/image811.png"/><Relationship Id="rId86" Type="http://schemas.openxmlformats.org/officeDocument/2006/relationships/customXml" Target="../ink/ink816.xml"/><Relationship Id="rId13" Type="http://schemas.openxmlformats.org/officeDocument/2006/relationships/image" Target="../media/image777.png"/><Relationship Id="rId18" Type="http://schemas.openxmlformats.org/officeDocument/2006/relationships/customXml" Target="../ink/ink782.xml"/><Relationship Id="rId39" Type="http://schemas.openxmlformats.org/officeDocument/2006/relationships/image" Target="../media/image790.png"/><Relationship Id="rId109" Type="http://schemas.openxmlformats.org/officeDocument/2006/relationships/image" Target="../media/image825.png"/><Relationship Id="rId34" Type="http://schemas.openxmlformats.org/officeDocument/2006/relationships/customXml" Target="../ink/ink790.xml"/><Relationship Id="rId50" Type="http://schemas.openxmlformats.org/officeDocument/2006/relationships/customXml" Target="../ink/ink798.xml"/><Relationship Id="rId55" Type="http://schemas.openxmlformats.org/officeDocument/2006/relationships/image" Target="../media/image798.png"/><Relationship Id="rId76" Type="http://schemas.openxmlformats.org/officeDocument/2006/relationships/customXml" Target="../ink/ink811.xml"/><Relationship Id="rId97" Type="http://schemas.openxmlformats.org/officeDocument/2006/relationships/image" Target="../media/image819.png"/><Relationship Id="rId104" Type="http://schemas.openxmlformats.org/officeDocument/2006/relationships/customXml" Target="../ink/ink825.xml"/><Relationship Id="rId120" Type="http://schemas.openxmlformats.org/officeDocument/2006/relationships/customXml" Target="../ink/ink833.xml"/><Relationship Id="rId125" Type="http://schemas.openxmlformats.org/officeDocument/2006/relationships/image" Target="../media/image833.png"/><Relationship Id="rId7" Type="http://schemas.openxmlformats.org/officeDocument/2006/relationships/image" Target="../media/image774.png"/><Relationship Id="rId71" Type="http://schemas.openxmlformats.org/officeDocument/2006/relationships/image" Target="../media/image806.png"/><Relationship Id="rId92" Type="http://schemas.openxmlformats.org/officeDocument/2006/relationships/customXml" Target="../ink/ink819.xml"/><Relationship Id="rId2" Type="http://schemas.openxmlformats.org/officeDocument/2006/relationships/customXml" Target="../ink/ink774.xml"/><Relationship Id="rId29" Type="http://schemas.openxmlformats.org/officeDocument/2006/relationships/image" Target="../media/image785.png"/><Relationship Id="rId24" Type="http://schemas.openxmlformats.org/officeDocument/2006/relationships/customXml" Target="../ink/ink785.xml"/><Relationship Id="rId40" Type="http://schemas.openxmlformats.org/officeDocument/2006/relationships/customXml" Target="../ink/ink793.xml"/><Relationship Id="rId45" Type="http://schemas.openxmlformats.org/officeDocument/2006/relationships/image" Target="../media/image793.png"/><Relationship Id="rId66" Type="http://schemas.openxmlformats.org/officeDocument/2006/relationships/customXml" Target="../ink/ink806.xml"/><Relationship Id="rId87" Type="http://schemas.openxmlformats.org/officeDocument/2006/relationships/image" Target="../media/image814.png"/><Relationship Id="rId110" Type="http://schemas.openxmlformats.org/officeDocument/2006/relationships/customXml" Target="../ink/ink828.xml"/><Relationship Id="rId115" Type="http://schemas.openxmlformats.org/officeDocument/2006/relationships/image" Target="../media/image828.png"/><Relationship Id="rId61" Type="http://schemas.openxmlformats.org/officeDocument/2006/relationships/image" Target="../media/image801.png"/><Relationship Id="rId82" Type="http://schemas.openxmlformats.org/officeDocument/2006/relationships/customXml" Target="../ink/ink814.xml"/><Relationship Id="rId19" Type="http://schemas.openxmlformats.org/officeDocument/2006/relationships/image" Target="../media/image780.png"/><Relationship Id="rId14" Type="http://schemas.openxmlformats.org/officeDocument/2006/relationships/customXml" Target="../ink/ink780.xml"/><Relationship Id="rId30" Type="http://schemas.openxmlformats.org/officeDocument/2006/relationships/customXml" Target="../ink/ink788.xml"/><Relationship Id="rId35" Type="http://schemas.openxmlformats.org/officeDocument/2006/relationships/image" Target="../media/image788.png"/><Relationship Id="rId56" Type="http://schemas.openxmlformats.org/officeDocument/2006/relationships/customXml" Target="../ink/ink801.xml"/><Relationship Id="rId77" Type="http://schemas.openxmlformats.org/officeDocument/2006/relationships/image" Target="../media/image809.png"/><Relationship Id="rId100" Type="http://schemas.openxmlformats.org/officeDocument/2006/relationships/customXml" Target="../ink/ink823.xml"/><Relationship Id="rId105" Type="http://schemas.openxmlformats.org/officeDocument/2006/relationships/image" Target="../media/image823.png"/><Relationship Id="rId126" Type="http://schemas.openxmlformats.org/officeDocument/2006/relationships/customXml" Target="../ink/ink836.xml"/><Relationship Id="rId8" Type="http://schemas.openxmlformats.org/officeDocument/2006/relationships/customXml" Target="../ink/ink777.xml"/><Relationship Id="rId51" Type="http://schemas.openxmlformats.org/officeDocument/2006/relationships/image" Target="../media/image796.png"/><Relationship Id="rId72" Type="http://schemas.openxmlformats.org/officeDocument/2006/relationships/customXml" Target="../ink/ink809.xml"/><Relationship Id="rId93" Type="http://schemas.openxmlformats.org/officeDocument/2006/relationships/image" Target="../media/image817.png"/><Relationship Id="rId98" Type="http://schemas.openxmlformats.org/officeDocument/2006/relationships/customXml" Target="../ink/ink822.xml"/><Relationship Id="rId121" Type="http://schemas.openxmlformats.org/officeDocument/2006/relationships/image" Target="../media/image831.png"/><Relationship Id="rId3" Type="http://schemas.openxmlformats.org/officeDocument/2006/relationships/image" Target="../media/image772.png"/><Relationship Id="rId25" Type="http://schemas.openxmlformats.org/officeDocument/2006/relationships/image" Target="../media/image783.png"/><Relationship Id="rId46" Type="http://schemas.openxmlformats.org/officeDocument/2006/relationships/customXml" Target="../ink/ink796.xml"/><Relationship Id="rId67" Type="http://schemas.openxmlformats.org/officeDocument/2006/relationships/image" Target="../media/image804.png"/><Relationship Id="rId116" Type="http://schemas.openxmlformats.org/officeDocument/2006/relationships/customXml" Target="../ink/ink831.xml"/><Relationship Id="rId20" Type="http://schemas.openxmlformats.org/officeDocument/2006/relationships/customXml" Target="../ink/ink783.xml"/><Relationship Id="rId41" Type="http://schemas.openxmlformats.org/officeDocument/2006/relationships/image" Target="../media/image791.png"/><Relationship Id="rId62" Type="http://schemas.openxmlformats.org/officeDocument/2006/relationships/customXml" Target="../ink/ink804.xml"/><Relationship Id="rId83" Type="http://schemas.openxmlformats.org/officeDocument/2006/relationships/image" Target="../media/image812.png"/><Relationship Id="rId88" Type="http://schemas.openxmlformats.org/officeDocument/2006/relationships/customXml" Target="../ink/ink817.xml"/><Relationship Id="rId111" Type="http://schemas.openxmlformats.org/officeDocument/2006/relationships/image" Target="../media/image826.png"/><Relationship Id="rId15" Type="http://schemas.openxmlformats.org/officeDocument/2006/relationships/image" Target="../media/image778.png"/><Relationship Id="rId36" Type="http://schemas.openxmlformats.org/officeDocument/2006/relationships/customXml" Target="../ink/ink791.xml"/><Relationship Id="rId57" Type="http://schemas.openxmlformats.org/officeDocument/2006/relationships/image" Target="../media/image799.png"/><Relationship Id="rId106" Type="http://schemas.openxmlformats.org/officeDocument/2006/relationships/customXml" Target="../ink/ink826.xml"/><Relationship Id="rId127" Type="http://schemas.openxmlformats.org/officeDocument/2006/relationships/image" Target="../media/image834.png"/><Relationship Id="rId10" Type="http://schemas.openxmlformats.org/officeDocument/2006/relationships/customXml" Target="../ink/ink778.xml"/><Relationship Id="rId31" Type="http://schemas.openxmlformats.org/officeDocument/2006/relationships/image" Target="../media/image786.png"/><Relationship Id="rId52" Type="http://schemas.openxmlformats.org/officeDocument/2006/relationships/customXml" Target="../ink/ink799.xml"/><Relationship Id="rId73" Type="http://schemas.openxmlformats.org/officeDocument/2006/relationships/image" Target="../media/image807.png"/><Relationship Id="rId78" Type="http://schemas.openxmlformats.org/officeDocument/2006/relationships/customXml" Target="../ink/ink812.xml"/><Relationship Id="rId94" Type="http://schemas.openxmlformats.org/officeDocument/2006/relationships/customXml" Target="../ink/ink820.xml"/><Relationship Id="rId99" Type="http://schemas.openxmlformats.org/officeDocument/2006/relationships/image" Target="../media/image820.png"/><Relationship Id="rId101" Type="http://schemas.openxmlformats.org/officeDocument/2006/relationships/image" Target="../media/image821.png"/><Relationship Id="rId122" Type="http://schemas.openxmlformats.org/officeDocument/2006/relationships/customXml" Target="../ink/ink834.xml"/><Relationship Id="rId4" Type="http://schemas.openxmlformats.org/officeDocument/2006/relationships/customXml" Target="../ink/ink775.xml"/><Relationship Id="rId9" Type="http://schemas.openxmlformats.org/officeDocument/2006/relationships/image" Target="../media/image775.png"/><Relationship Id="rId26" Type="http://schemas.openxmlformats.org/officeDocument/2006/relationships/customXml" Target="../ink/ink786.xml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53.png"/><Relationship Id="rId21" Type="http://schemas.openxmlformats.org/officeDocument/2006/relationships/image" Target="../media/image790.png"/><Relationship Id="rId63" Type="http://schemas.openxmlformats.org/officeDocument/2006/relationships/image" Target="../media/image826.png"/><Relationship Id="rId159" Type="http://schemas.openxmlformats.org/officeDocument/2006/relationships/image" Target="../media/image874.png"/><Relationship Id="rId170" Type="http://schemas.openxmlformats.org/officeDocument/2006/relationships/customXml" Target="../ink/ink922.xml"/><Relationship Id="rId226" Type="http://schemas.openxmlformats.org/officeDocument/2006/relationships/customXml" Target="../ink/ink950.xml"/><Relationship Id="rId268" Type="http://schemas.openxmlformats.org/officeDocument/2006/relationships/customXml" Target="../ink/ink971.xml"/><Relationship Id="rId32" Type="http://schemas.openxmlformats.org/officeDocument/2006/relationships/customXml" Target="../ink/ink853.xml"/><Relationship Id="rId74" Type="http://schemas.openxmlformats.org/officeDocument/2006/relationships/customXml" Target="../ink/ink874.xml"/><Relationship Id="rId128" Type="http://schemas.openxmlformats.org/officeDocument/2006/relationships/customXml" Target="../ink/ink901.xml"/><Relationship Id="rId5" Type="http://schemas.openxmlformats.org/officeDocument/2006/relationships/image" Target="../media/image782.png"/><Relationship Id="rId181" Type="http://schemas.openxmlformats.org/officeDocument/2006/relationships/image" Target="../media/image885.png"/><Relationship Id="rId237" Type="http://schemas.openxmlformats.org/officeDocument/2006/relationships/image" Target="../media/image913.png"/><Relationship Id="rId279" Type="http://schemas.openxmlformats.org/officeDocument/2006/relationships/image" Target="../media/image934.png"/><Relationship Id="rId43" Type="http://schemas.openxmlformats.org/officeDocument/2006/relationships/image" Target="../media/image801.png"/><Relationship Id="rId139" Type="http://schemas.openxmlformats.org/officeDocument/2006/relationships/image" Target="../media/image864.png"/><Relationship Id="rId85" Type="http://schemas.openxmlformats.org/officeDocument/2006/relationships/image" Target="../media/image837.png"/><Relationship Id="rId150" Type="http://schemas.openxmlformats.org/officeDocument/2006/relationships/customXml" Target="../ink/ink912.xml"/><Relationship Id="rId171" Type="http://schemas.openxmlformats.org/officeDocument/2006/relationships/image" Target="../media/image880.png"/><Relationship Id="rId192" Type="http://schemas.openxmlformats.org/officeDocument/2006/relationships/customXml" Target="../ink/ink933.xml"/><Relationship Id="rId206" Type="http://schemas.openxmlformats.org/officeDocument/2006/relationships/customXml" Target="../ink/ink940.xml"/><Relationship Id="rId227" Type="http://schemas.openxmlformats.org/officeDocument/2006/relationships/image" Target="../media/image908.png"/><Relationship Id="rId248" Type="http://schemas.openxmlformats.org/officeDocument/2006/relationships/customXml" Target="../ink/ink961.xml"/><Relationship Id="rId269" Type="http://schemas.openxmlformats.org/officeDocument/2006/relationships/image" Target="../media/image929.png"/><Relationship Id="rId12" Type="http://schemas.openxmlformats.org/officeDocument/2006/relationships/customXml" Target="../ink/ink843.xml"/><Relationship Id="rId33" Type="http://schemas.openxmlformats.org/officeDocument/2006/relationships/image" Target="../media/image796.png"/><Relationship Id="rId108" Type="http://schemas.openxmlformats.org/officeDocument/2006/relationships/customXml" Target="../ink/ink891.xml"/><Relationship Id="rId129" Type="http://schemas.openxmlformats.org/officeDocument/2006/relationships/image" Target="../media/image859.png"/><Relationship Id="rId280" Type="http://schemas.openxmlformats.org/officeDocument/2006/relationships/customXml" Target="../ink/ink977.xml"/><Relationship Id="rId54" Type="http://schemas.openxmlformats.org/officeDocument/2006/relationships/customXml" Target="../ink/ink864.xml"/><Relationship Id="rId75" Type="http://schemas.openxmlformats.org/officeDocument/2006/relationships/image" Target="../media/image832.png"/><Relationship Id="rId96" Type="http://schemas.openxmlformats.org/officeDocument/2006/relationships/customXml" Target="../ink/ink885.xml"/><Relationship Id="rId140" Type="http://schemas.openxmlformats.org/officeDocument/2006/relationships/customXml" Target="../ink/ink907.xml"/><Relationship Id="rId161" Type="http://schemas.openxmlformats.org/officeDocument/2006/relationships/image" Target="../media/image875.png"/><Relationship Id="rId182" Type="http://schemas.openxmlformats.org/officeDocument/2006/relationships/customXml" Target="../ink/ink928.xml"/><Relationship Id="rId217" Type="http://schemas.openxmlformats.org/officeDocument/2006/relationships/image" Target="../media/image903.png"/><Relationship Id="rId6" Type="http://schemas.openxmlformats.org/officeDocument/2006/relationships/customXml" Target="../ink/ink840.xml"/><Relationship Id="rId238" Type="http://schemas.openxmlformats.org/officeDocument/2006/relationships/customXml" Target="../ink/ink956.xml"/><Relationship Id="rId259" Type="http://schemas.openxmlformats.org/officeDocument/2006/relationships/image" Target="../media/image924.png"/><Relationship Id="rId23" Type="http://schemas.openxmlformats.org/officeDocument/2006/relationships/image" Target="../media/image791.png"/><Relationship Id="rId119" Type="http://schemas.openxmlformats.org/officeDocument/2006/relationships/image" Target="../media/image854.png"/><Relationship Id="rId270" Type="http://schemas.openxmlformats.org/officeDocument/2006/relationships/customXml" Target="../ink/ink972.xml"/><Relationship Id="rId44" Type="http://schemas.openxmlformats.org/officeDocument/2006/relationships/customXml" Target="../ink/ink859.xml"/><Relationship Id="rId65" Type="http://schemas.openxmlformats.org/officeDocument/2006/relationships/image" Target="../media/image827.png"/><Relationship Id="rId86" Type="http://schemas.openxmlformats.org/officeDocument/2006/relationships/customXml" Target="../ink/ink880.xml"/><Relationship Id="rId130" Type="http://schemas.openxmlformats.org/officeDocument/2006/relationships/customXml" Target="../ink/ink902.xml"/><Relationship Id="rId151" Type="http://schemas.openxmlformats.org/officeDocument/2006/relationships/image" Target="../media/image870.png"/><Relationship Id="rId172" Type="http://schemas.openxmlformats.org/officeDocument/2006/relationships/customXml" Target="../ink/ink923.xml"/><Relationship Id="rId193" Type="http://schemas.openxmlformats.org/officeDocument/2006/relationships/image" Target="../media/image891.png"/><Relationship Id="rId207" Type="http://schemas.openxmlformats.org/officeDocument/2006/relationships/image" Target="../media/image898.png"/><Relationship Id="rId228" Type="http://schemas.openxmlformats.org/officeDocument/2006/relationships/customXml" Target="../ink/ink951.xml"/><Relationship Id="rId249" Type="http://schemas.openxmlformats.org/officeDocument/2006/relationships/image" Target="../media/image919.png"/><Relationship Id="rId13" Type="http://schemas.openxmlformats.org/officeDocument/2006/relationships/image" Target="../media/image786.png"/><Relationship Id="rId109" Type="http://schemas.openxmlformats.org/officeDocument/2006/relationships/image" Target="../media/image849.png"/><Relationship Id="rId260" Type="http://schemas.openxmlformats.org/officeDocument/2006/relationships/customXml" Target="../ink/ink967.xml"/><Relationship Id="rId281" Type="http://schemas.openxmlformats.org/officeDocument/2006/relationships/image" Target="../media/image935.png"/><Relationship Id="rId34" Type="http://schemas.openxmlformats.org/officeDocument/2006/relationships/customXml" Target="../ink/ink854.xml"/><Relationship Id="rId55" Type="http://schemas.openxmlformats.org/officeDocument/2006/relationships/image" Target="../media/image811.png"/><Relationship Id="rId76" Type="http://schemas.openxmlformats.org/officeDocument/2006/relationships/customXml" Target="../ink/ink875.xml"/><Relationship Id="rId97" Type="http://schemas.openxmlformats.org/officeDocument/2006/relationships/image" Target="../media/image843.png"/><Relationship Id="rId120" Type="http://schemas.openxmlformats.org/officeDocument/2006/relationships/customXml" Target="../ink/ink897.xml"/><Relationship Id="rId141" Type="http://schemas.openxmlformats.org/officeDocument/2006/relationships/image" Target="../media/image865.png"/><Relationship Id="rId7" Type="http://schemas.openxmlformats.org/officeDocument/2006/relationships/image" Target="../media/image783.png"/><Relationship Id="rId162" Type="http://schemas.openxmlformats.org/officeDocument/2006/relationships/customXml" Target="../ink/ink918.xml"/><Relationship Id="rId183" Type="http://schemas.openxmlformats.org/officeDocument/2006/relationships/image" Target="../media/image886.png"/><Relationship Id="rId218" Type="http://schemas.openxmlformats.org/officeDocument/2006/relationships/customXml" Target="../ink/ink946.xml"/><Relationship Id="rId239" Type="http://schemas.openxmlformats.org/officeDocument/2006/relationships/image" Target="../media/image914.png"/><Relationship Id="rId250" Type="http://schemas.openxmlformats.org/officeDocument/2006/relationships/customXml" Target="../ink/ink962.xml"/><Relationship Id="rId271" Type="http://schemas.openxmlformats.org/officeDocument/2006/relationships/image" Target="../media/image930.png"/><Relationship Id="rId24" Type="http://schemas.openxmlformats.org/officeDocument/2006/relationships/customXml" Target="../ink/ink849.xml"/><Relationship Id="rId45" Type="http://schemas.openxmlformats.org/officeDocument/2006/relationships/image" Target="../media/image802.png"/><Relationship Id="rId66" Type="http://schemas.openxmlformats.org/officeDocument/2006/relationships/customXml" Target="../ink/ink870.xml"/><Relationship Id="rId87" Type="http://schemas.openxmlformats.org/officeDocument/2006/relationships/image" Target="../media/image838.png"/><Relationship Id="rId110" Type="http://schemas.openxmlformats.org/officeDocument/2006/relationships/customXml" Target="../ink/ink892.xml"/><Relationship Id="rId131" Type="http://schemas.openxmlformats.org/officeDocument/2006/relationships/image" Target="../media/image860.png"/><Relationship Id="rId152" Type="http://schemas.openxmlformats.org/officeDocument/2006/relationships/customXml" Target="../ink/ink913.xml"/><Relationship Id="rId173" Type="http://schemas.openxmlformats.org/officeDocument/2006/relationships/image" Target="../media/image881.png"/><Relationship Id="rId194" Type="http://schemas.openxmlformats.org/officeDocument/2006/relationships/customXml" Target="../ink/ink934.xml"/><Relationship Id="rId208" Type="http://schemas.openxmlformats.org/officeDocument/2006/relationships/customXml" Target="../ink/ink941.xml"/><Relationship Id="rId229" Type="http://schemas.openxmlformats.org/officeDocument/2006/relationships/image" Target="../media/image909.png"/><Relationship Id="rId240" Type="http://schemas.openxmlformats.org/officeDocument/2006/relationships/customXml" Target="../ink/ink957.xml"/><Relationship Id="rId261" Type="http://schemas.openxmlformats.org/officeDocument/2006/relationships/image" Target="../media/image925.png"/><Relationship Id="rId14" Type="http://schemas.openxmlformats.org/officeDocument/2006/relationships/customXml" Target="../ink/ink844.xml"/><Relationship Id="rId35" Type="http://schemas.openxmlformats.org/officeDocument/2006/relationships/image" Target="../media/image797.png"/><Relationship Id="rId56" Type="http://schemas.openxmlformats.org/officeDocument/2006/relationships/customXml" Target="../ink/ink865.xml"/><Relationship Id="rId77" Type="http://schemas.openxmlformats.org/officeDocument/2006/relationships/image" Target="../media/image833.png"/><Relationship Id="rId100" Type="http://schemas.openxmlformats.org/officeDocument/2006/relationships/customXml" Target="../ink/ink887.xml"/><Relationship Id="rId282" Type="http://schemas.openxmlformats.org/officeDocument/2006/relationships/customXml" Target="../ink/ink978.xml"/><Relationship Id="rId8" Type="http://schemas.openxmlformats.org/officeDocument/2006/relationships/customXml" Target="../ink/ink841.xml"/><Relationship Id="rId98" Type="http://schemas.openxmlformats.org/officeDocument/2006/relationships/customXml" Target="../ink/ink886.xml"/><Relationship Id="rId121" Type="http://schemas.openxmlformats.org/officeDocument/2006/relationships/image" Target="../media/image855.png"/><Relationship Id="rId142" Type="http://schemas.openxmlformats.org/officeDocument/2006/relationships/customXml" Target="../ink/ink908.xml"/><Relationship Id="rId163" Type="http://schemas.openxmlformats.org/officeDocument/2006/relationships/image" Target="../media/image876.png"/><Relationship Id="rId184" Type="http://schemas.openxmlformats.org/officeDocument/2006/relationships/customXml" Target="../ink/ink929.xml"/><Relationship Id="rId219" Type="http://schemas.openxmlformats.org/officeDocument/2006/relationships/image" Target="../media/image904.png"/><Relationship Id="rId230" Type="http://schemas.openxmlformats.org/officeDocument/2006/relationships/customXml" Target="../ink/ink952.xml"/><Relationship Id="rId251" Type="http://schemas.openxmlformats.org/officeDocument/2006/relationships/image" Target="../media/image920.png"/><Relationship Id="rId25" Type="http://schemas.openxmlformats.org/officeDocument/2006/relationships/image" Target="../media/image792.png"/><Relationship Id="rId46" Type="http://schemas.openxmlformats.org/officeDocument/2006/relationships/customXml" Target="../ink/ink860.xml"/><Relationship Id="rId67" Type="http://schemas.openxmlformats.org/officeDocument/2006/relationships/image" Target="../media/image828.png"/><Relationship Id="rId272" Type="http://schemas.openxmlformats.org/officeDocument/2006/relationships/customXml" Target="../ink/ink973.xml"/><Relationship Id="rId88" Type="http://schemas.openxmlformats.org/officeDocument/2006/relationships/customXml" Target="../ink/ink881.xml"/><Relationship Id="rId111" Type="http://schemas.openxmlformats.org/officeDocument/2006/relationships/image" Target="../media/image850.png"/><Relationship Id="rId132" Type="http://schemas.openxmlformats.org/officeDocument/2006/relationships/customXml" Target="../ink/ink903.xml"/><Relationship Id="rId153" Type="http://schemas.openxmlformats.org/officeDocument/2006/relationships/image" Target="../media/image871.png"/><Relationship Id="rId174" Type="http://schemas.openxmlformats.org/officeDocument/2006/relationships/customXml" Target="../ink/ink924.xml"/><Relationship Id="rId195" Type="http://schemas.openxmlformats.org/officeDocument/2006/relationships/image" Target="../media/image892.png"/><Relationship Id="rId209" Type="http://schemas.openxmlformats.org/officeDocument/2006/relationships/image" Target="../media/image899.png"/><Relationship Id="rId220" Type="http://schemas.openxmlformats.org/officeDocument/2006/relationships/customXml" Target="../ink/ink947.xml"/><Relationship Id="rId241" Type="http://schemas.openxmlformats.org/officeDocument/2006/relationships/image" Target="../media/image915.png"/><Relationship Id="rId15" Type="http://schemas.openxmlformats.org/officeDocument/2006/relationships/image" Target="../media/image787.png"/><Relationship Id="rId36" Type="http://schemas.openxmlformats.org/officeDocument/2006/relationships/customXml" Target="../ink/ink855.xml"/><Relationship Id="rId57" Type="http://schemas.openxmlformats.org/officeDocument/2006/relationships/image" Target="../media/image820.png"/><Relationship Id="rId262" Type="http://schemas.openxmlformats.org/officeDocument/2006/relationships/customXml" Target="../ink/ink968.xml"/><Relationship Id="rId283" Type="http://schemas.openxmlformats.org/officeDocument/2006/relationships/image" Target="../media/image936.png"/><Relationship Id="rId78" Type="http://schemas.openxmlformats.org/officeDocument/2006/relationships/customXml" Target="../ink/ink876.xml"/><Relationship Id="rId99" Type="http://schemas.openxmlformats.org/officeDocument/2006/relationships/image" Target="../media/image844.png"/><Relationship Id="rId101" Type="http://schemas.openxmlformats.org/officeDocument/2006/relationships/image" Target="../media/image845.png"/><Relationship Id="rId122" Type="http://schemas.openxmlformats.org/officeDocument/2006/relationships/customXml" Target="../ink/ink898.xml"/><Relationship Id="rId143" Type="http://schemas.openxmlformats.org/officeDocument/2006/relationships/image" Target="../media/image866.png"/><Relationship Id="rId164" Type="http://schemas.openxmlformats.org/officeDocument/2006/relationships/customXml" Target="../ink/ink919.xml"/><Relationship Id="rId185" Type="http://schemas.openxmlformats.org/officeDocument/2006/relationships/image" Target="../media/image887.png"/><Relationship Id="rId9" Type="http://schemas.openxmlformats.org/officeDocument/2006/relationships/image" Target="../media/image784.png"/><Relationship Id="rId210" Type="http://schemas.openxmlformats.org/officeDocument/2006/relationships/customXml" Target="../ink/ink942.xml"/><Relationship Id="rId26" Type="http://schemas.openxmlformats.org/officeDocument/2006/relationships/customXml" Target="../ink/ink850.xml"/><Relationship Id="rId231" Type="http://schemas.openxmlformats.org/officeDocument/2006/relationships/image" Target="../media/image910.png"/><Relationship Id="rId252" Type="http://schemas.openxmlformats.org/officeDocument/2006/relationships/customXml" Target="../ink/ink963.xml"/><Relationship Id="rId273" Type="http://schemas.openxmlformats.org/officeDocument/2006/relationships/image" Target="../media/image931.png"/><Relationship Id="rId47" Type="http://schemas.openxmlformats.org/officeDocument/2006/relationships/image" Target="../media/image803.png"/><Relationship Id="rId68" Type="http://schemas.openxmlformats.org/officeDocument/2006/relationships/customXml" Target="../ink/ink871.xml"/><Relationship Id="rId89" Type="http://schemas.openxmlformats.org/officeDocument/2006/relationships/image" Target="../media/image839.png"/><Relationship Id="rId112" Type="http://schemas.openxmlformats.org/officeDocument/2006/relationships/customXml" Target="../ink/ink893.xml"/><Relationship Id="rId133" Type="http://schemas.openxmlformats.org/officeDocument/2006/relationships/image" Target="../media/image861.png"/><Relationship Id="rId154" Type="http://schemas.openxmlformats.org/officeDocument/2006/relationships/customXml" Target="../ink/ink914.xml"/><Relationship Id="rId175" Type="http://schemas.openxmlformats.org/officeDocument/2006/relationships/image" Target="../media/image882.png"/><Relationship Id="rId196" Type="http://schemas.openxmlformats.org/officeDocument/2006/relationships/customXml" Target="../ink/ink935.xml"/><Relationship Id="rId200" Type="http://schemas.openxmlformats.org/officeDocument/2006/relationships/customXml" Target="../ink/ink937.xml"/><Relationship Id="rId16" Type="http://schemas.openxmlformats.org/officeDocument/2006/relationships/customXml" Target="../ink/ink845.xml"/><Relationship Id="rId221" Type="http://schemas.openxmlformats.org/officeDocument/2006/relationships/image" Target="../media/image905.png"/><Relationship Id="rId242" Type="http://schemas.openxmlformats.org/officeDocument/2006/relationships/customXml" Target="../ink/ink958.xml"/><Relationship Id="rId263" Type="http://schemas.openxmlformats.org/officeDocument/2006/relationships/image" Target="../media/image926.png"/><Relationship Id="rId284" Type="http://schemas.openxmlformats.org/officeDocument/2006/relationships/customXml" Target="../ink/ink979.xml"/><Relationship Id="rId37" Type="http://schemas.openxmlformats.org/officeDocument/2006/relationships/image" Target="../media/image798.png"/><Relationship Id="rId58" Type="http://schemas.openxmlformats.org/officeDocument/2006/relationships/customXml" Target="../ink/ink866.xml"/><Relationship Id="rId79" Type="http://schemas.openxmlformats.org/officeDocument/2006/relationships/image" Target="../media/image834.png"/><Relationship Id="rId102" Type="http://schemas.openxmlformats.org/officeDocument/2006/relationships/customXml" Target="../ink/ink888.xml"/><Relationship Id="rId123" Type="http://schemas.openxmlformats.org/officeDocument/2006/relationships/image" Target="../media/image856.png"/><Relationship Id="rId144" Type="http://schemas.openxmlformats.org/officeDocument/2006/relationships/customXml" Target="../ink/ink909.xml"/><Relationship Id="rId90" Type="http://schemas.openxmlformats.org/officeDocument/2006/relationships/customXml" Target="../ink/ink882.xml"/><Relationship Id="rId165" Type="http://schemas.openxmlformats.org/officeDocument/2006/relationships/image" Target="../media/image877.png"/><Relationship Id="rId186" Type="http://schemas.openxmlformats.org/officeDocument/2006/relationships/customXml" Target="../ink/ink930.xml"/><Relationship Id="rId211" Type="http://schemas.openxmlformats.org/officeDocument/2006/relationships/image" Target="../media/image900.png"/><Relationship Id="rId232" Type="http://schemas.openxmlformats.org/officeDocument/2006/relationships/customXml" Target="../ink/ink953.xml"/><Relationship Id="rId253" Type="http://schemas.openxmlformats.org/officeDocument/2006/relationships/image" Target="../media/image921.png"/><Relationship Id="rId274" Type="http://schemas.openxmlformats.org/officeDocument/2006/relationships/customXml" Target="../ink/ink974.xml"/><Relationship Id="rId27" Type="http://schemas.openxmlformats.org/officeDocument/2006/relationships/image" Target="../media/image793.png"/><Relationship Id="rId48" Type="http://schemas.openxmlformats.org/officeDocument/2006/relationships/customXml" Target="../ink/ink861.xml"/><Relationship Id="rId69" Type="http://schemas.openxmlformats.org/officeDocument/2006/relationships/image" Target="../media/image829.png"/><Relationship Id="rId113" Type="http://schemas.openxmlformats.org/officeDocument/2006/relationships/image" Target="../media/image851.png"/><Relationship Id="rId134" Type="http://schemas.openxmlformats.org/officeDocument/2006/relationships/customXml" Target="../ink/ink904.xml"/><Relationship Id="rId80" Type="http://schemas.openxmlformats.org/officeDocument/2006/relationships/customXml" Target="../ink/ink877.xml"/><Relationship Id="rId155" Type="http://schemas.openxmlformats.org/officeDocument/2006/relationships/image" Target="../media/image872.png"/><Relationship Id="rId176" Type="http://schemas.openxmlformats.org/officeDocument/2006/relationships/customXml" Target="../ink/ink925.xml"/><Relationship Id="rId197" Type="http://schemas.openxmlformats.org/officeDocument/2006/relationships/image" Target="../media/image893.png"/><Relationship Id="rId201" Type="http://schemas.openxmlformats.org/officeDocument/2006/relationships/image" Target="../media/image895.png"/><Relationship Id="rId222" Type="http://schemas.openxmlformats.org/officeDocument/2006/relationships/customXml" Target="../ink/ink948.xml"/><Relationship Id="rId243" Type="http://schemas.openxmlformats.org/officeDocument/2006/relationships/image" Target="../media/image916.png"/><Relationship Id="rId264" Type="http://schemas.openxmlformats.org/officeDocument/2006/relationships/customXml" Target="../ink/ink969.xml"/><Relationship Id="rId285" Type="http://schemas.openxmlformats.org/officeDocument/2006/relationships/image" Target="../media/image937.png"/><Relationship Id="rId17" Type="http://schemas.openxmlformats.org/officeDocument/2006/relationships/image" Target="../media/image788.png"/><Relationship Id="rId38" Type="http://schemas.openxmlformats.org/officeDocument/2006/relationships/customXml" Target="../ink/ink856.xml"/><Relationship Id="rId59" Type="http://schemas.openxmlformats.org/officeDocument/2006/relationships/image" Target="../media/image824.png"/><Relationship Id="rId103" Type="http://schemas.openxmlformats.org/officeDocument/2006/relationships/image" Target="../media/image846.png"/><Relationship Id="rId124" Type="http://schemas.openxmlformats.org/officeDocument/2006/relationships/customXml" Target="../ink/ink899.xml"/><Relationship Id="rId70" Type="http://schemas.openxmlformats.org/officeDocument/2006/relationships/customXml" Target="../ink/ink872.xml"/><Relationship Id="rId91" Type="http://schemas.openxmlformats.org/officeDocument/2006/relationships/image" Target="../media/image840.png"/><Relationship Id="rId145" Type="http://schemas.openxmlformats.org/officeDocument/2006/relationships/image" Target="../media/image867.png"/><Relationship Id="rId166" Type="http://schemas.openxmlformats.org/officeDocument/2006/relationships/customXml" Target="../ink/ink920.xml"/><Relationship Id="rId187" Type="http://schemas.openxmlformats.org/officeDocument/2006/relationships/image" Target="../media/image888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43.xml"/><Relationship Id="rId233" Type="http://schemas.openxmlformats.org/officeDocument/2006/relationships/image" Target="../media/image911.png"/><Relationship Id="rId254" Type="http://schemas.openxmlformats.org/officeDocument/2006/relationships/customXml" Target="../ink/ink964.xml"/><Relationship Id="rId28" Type="http://schemas.openxmlformats.org/officeDocument/2006/relationships/customXml" Target="../ink/ink851.xml"/><Relationship Id="rId49" Type="http://schemas.openxmlformats.org/officeDocument/2006/relationships/image" Target="../media/image804.png"/><Relationship Id="rId114" Type="http://schemas.openxmlformats.org/officeDocument/2006/relationships/customXml" Target="../ink/ink894.xml"/><Relationship Id="rId275" Type="http://schemas.openxmlformats.org/officeDocument/2006/relationships/image" Target="../media/image932.png"/><Relationship Id="rId60" Type="http://schemas.openxmlformats.org/officeDocument/2006/relationships/customXml" Target="../ink/ink867.xml"/><Relationship Id="rId81" Type="http://schemas.openxmlformats.org/officeDocument/2006/relationships/image" Target="../media/image835.png"/><Relationship Id="rId135" Type="http://schemas.openxmlformats.org/officeDocument/2006/relationships/image" Target="../media/image862.png"/><Relationship Id="rId156" Type="http://schemas.openxmlformats.org/officeDocument/2006/relationships/customXml" Target="../ink/ink915.xml"/><Relationship Id="rId177" Type="http://schemas.openxmlformats.org/officeDocument/2006/relationships/image" Target="../media/image883.png"/><Relationship Id="rId198" Type="http://schemas.openxmlformats.org/officeDocument/2006/relationships/customXml" Target="../ink/ink936.xml"/><Relationship Id="rId202" Type="http://schemas.openxmlformats.org/officeDocument/2006/relationships/customXml" Target="../ink/ink938.xml"/><Relationship Id="rId223" Type="http://schemas.openxmlformats.org/officeDocument/2006/relationships/image" Target="../media/image906.png"/><Relationship Id="rId244" Type="http://schemas.openxmlformats.org/officeDocument/2006/relationships/customXml" Target="../ink/ink959.xml"/><Relationship Id="rId18" Type="http://schemas.openxmlformats.org/officeDocument/2006/relationships/customXml" Target="../ink/ink846.xml"/><Relationship Id="rId39" Type="http://schemas.openxmlformats.org/officeDocument/2006/relationships/image" Target="../media/image799.png"/><Relationship Id="rId265" Type="http://schemas.openxmlformats.org/officeDocument/2006/relationships/image" Target="../media/image927.png"/><Relationship Id="rId286" Type="http://schemas.openxmlformats.org/officeDocument/2006/relationships/customXml" Target="../ink/ink980.xml"/><Relationship Id="rId50" Type="http://schemas.openxmlformats.org/officeDocument/2006/relationships/customXml" Target="../ink/ink862.xml"/><Relationship Id="rId104" Type="http://schemas.openxmlformats.org/officeDocument/2006/relationships/customXml" Target="../ink/ink889.xml"/><Relationship Id="rId125" Type="http://schemas.openxmlformats.org/officeDocument/2006/relationships/image" Target="../media/image857.png"/><Relationship Id="rId146" Type="http://schemas.openxmlformats.org/officeDocument/2006/relationships/customXml" Target="../ink/ink910.xml"/><Relationship Id="rId167" Type="http://schemas.openxmlformats.org/officeDocument/2006/relationships/image" Target="../media/image878.png"/><Relationship Id="rId188" Type="http://schemas.openxmlformats.org/officeDocument/2006/relationships/customXml" Target="../ink/ink931.xml"/><Relationship Id="rId71" Type="http://schemas.openxmlformats.org/officeDocument/2006/relationships/image" Target="../media/image830.png"/><Relationship Id="rId92" Type="http://schemas.openxmlformats.org/officeDocument/2006/relationships/customXml" Target="../ink/ink883.xml"/><Relationship Id="rId213" Type="http://schemas.openxmlformats.org/officeDocument/2006/relationships/image" Target="../media/image901.png"/><Relationship Id="rId234" Type="http://schemas.openxmlformats.org/officeDocument/2006/relationships/customXml" Target="../ink/ink954.xml"/><Relationship Id="rId2" Type="http://schemas.openxmlformats.org/officeDocument/2006/relationships/customXml" Target="../ink/ink838.xml"/><Relationship Id="rId29" Type="http://schemas.openxmlformats.org/officeDocument/2006/relationships/image" Target="../media/image794.png"/><Relationship Id="rId255" Type="http://schemas.openxmlformats.org/officeDocument/2006/relationships/image" Target="../media/image922.png"/><Relationship Id="rId276" Type="http://schemas.openxmlformats.org/officeDocument/2006/relationships/customXml" Target="../ink/ink975.xml"/><Relationship Id="rId40" Type="http://schemas.openxmlformats.org/officeDocument/2006/relationships/customXml" Target="../ink/ink857.xml"/><Relationship Id="rId115" Type="http://schemas.openxmlformats.org/officeDocument/2006/relationships/image" Target="../media/image852.png"/><Relationship Id="rId136" Type="http://schemas.openxmlformats.org/officeDocument/2006/relationships/customXml" Target="../ink/ink905.xml"/><Relationship Id="rId157" Type="http://schemas.openxmlformats.org/officeDocument/2006/relationships/image" Target="../media/image873.png"/><Relationship Id="rId178" Type="http://schemas.openxmlformats.org/officeDocument/2006/relationships/customXml" Target="../ink/ink926.xml"/><Relationship Id="rId61" Type="http://schemas.openxmlformats.org/officeDocument/2006/relationships/image" Target="../media/image825.png"/><Relationship Id="rId82" Type="http://schemas.openxmlformats.org/officeDocument/2006/relationships/customXml" Target="../ink/ink878.xml"/><Relationship Id="rId199" Type="http://schemas.openxmlformats.org/officeDocument/2006/relationships/image" Target="../media/image894.png"/><Relationship Id="rId203" Type="http://schemas.openxmlformats.org/officeDocument/2006/relationships/image" Target="../media/image896.png"/><Relationship Id="rId19" Type="http://schemas.openxmlformats.org/officeDocument/2006/relationships/image" Target="../media/image789.png"/><Relationship Id="rId224" Type="http://schemas.openxmlformats.org/officeDocument/2006/relationships/customXml" Target="../ink/ink949.xml"/><Relationship Id="rId245" Type="http://schemas.openxmlformats.org/officeDocument/2006/relationships/image" Target="../media/image917.png"/><Relationship Id="rId266" Type="http://schemas.openxmlformats.org/officeDocument/2006/relationships/customXml" Target="../ink/ink970.xml"/><Relationship Id="rId287" Type="http://schemas.openxmlformats.org/officeDocument/2006/relationships/image" Target="../media/image938.png"/><Relationship Id="rId30" Type="http://schemas.openxmlformats.org/officeDocument/2006/relationships/customXml" Target="../ink/ink852.xml"/><Relationship Id="rId105" Type="http://schemas.openxmlformats.org/officeDocument/2006/relationships/image" Target="../media/image847.png"/><Relationship Id="rId126" Type="http://schemas.openxmlformats.org/officeDocument/2006/relationships/customXml" Target="../ink/ink900.xml"/><Relationship Id="rId147" Type="http://schemas.openxmlformats.org/officeDocument/2006/relationships/image" Target="../media/image868.png"/><Relationship Id="rId168" Type="http://schemas.openxmlformats.org/officeDocument/2006/relationships/customXml" Target="../ink/ink921.xml"/><Relationship Id="rId51" Type="http://schemas.openxmlformats.org/officeDocument/2006/relationships/image" Target="../media/image805.png"/><Relationship Id="rId72" Type="http://schemas.openxmlformats.org/officeDocument/2006/relationships/customXml" Target="../ink/ink873.xml"/><Relationship Id="rId93" Type="http://schemas.openxmlformats.org/officeDocument/2006/relationships/image" Target="../media/image841.png"/><Relationship Id="rId189" Type="http://schemas.openxmlformats.org/officeDocument/2006/relationships/image" Target="../media/image889.png"/><Relationship Id="rId3" Type="http://schemas.openxmlformats.org/officeDocument/2006/relationships/image" Target="../media/image781.png"/><Relationship Id="rId214" Type="http://schemas.openxmlformats.org/officeDocument/2006/relationships/customXml" Target="../ink/ink944.xml"/><Relationship Id="rId235" Type="http://schemas.openxmlformats.org/officeDocument/2006/relationships/image" Target="../media/image912.png"/><Relationship Id="rId256" Type="http://schemas.openxmlformats.org/officeDocument/2006/relationships/customXml" Target="../ink/ink965.xml"/><Relationship Id="rId277" Type="http://schemas.openxmlformats.org/officeDocument/2006/relationships/image" Target="../media/image933.png"/><Relationship Id="rId116" Type="http://schemas.openxmlformats.org/officeDocument/2006/relationships/customXml" Target="../ink/ink895.xml"/><Relationship Id="rId137" Type="http://schemas.openxmlformats.org/officeDocument/2006/relationships/image" Target="../media/image863.png"/><Relationship Id="rId158" Type="http://schemas.openxmlformats.org/officeDocument/2006/relationships/customXml" Target="../ink/ink916.xml"/><Relationship Id="rId20" Type="http://schemas.openxmlformats.org/officeDocument/2006/relationships/customXml" Target="../ink/ink847.xml"/><Relationship Id="rId41" Type="http://schemas.openxmlformats.org/officeDocument/2006/relationships/image" Target="../media/image800.png"/><Relationship Id="rId62" Type="http://schemas.openxmlformats.org/officeDocument/2006/relationships/customXml" Target="../ink/ink868.xml"/><Relationship Id="rId83" Type="http://schemas.openxmlformats.org/officeDocument/2006/relationships/image" Target="../media/image836.png"/><Relationship Id="rId179" Type="http://schemas.openxmlformats.org/officeDocument/2006/relationships/image" Target="../media/image884.png"/><Relationship Id="rId190" Type="http://schemas.openxmlformats.org/officeDocument/2006/relationships/customXml" Target="../ink/ink932.xml"/><Relationship Id="rId204" Type="http://schemas.openxmlformats.org/officeDocument/2006/relationships/customXml" Target="../ink/ink939.xml"/><Relationship Id="rId225" Type="http://schemas.openxmlformats.org/officeDocument/2006/relationships/image" Target="../media/image907.png"/><Relationship Id="rId246" Type="http://schemas.openxmlformats.org/officeDocument/2006/relationships/customXml" Target="../ink/ink960.xml"/><Relationship Id="rId267" Type="http://schemas.openxmlformats.org/officeDocument/2006/relationships/image" Target="../media/image928.png"/><Relationship Id="rId106" Type="http://schemas.openxmlformats.org/officeDocument/2006/relationships/customXml" Target="../ink/ink890.xml"/><Relationship Id="rId127" Type="http://schemas.openxmlformats.org/officeDocument/2006/relationships/image" Target="../media/image858.png"/><Relationship Id="rId10" Type="http://schemas.openxmlformats.org/officeDocument/2006/relationships/customXml" Target="../ink/ink842.xml"/><Relationship Id="rId31" Type="http://schemas.openxmlformats.org/officeDocument/2006/relationships/image" Target="../media/image795.png"/><Relationship Id="rId52" Type="http://schemas.openxmlformats.org/officeDocument/2006/relationships/customXml" Target="../ink/ink863.xml"/><Relationship Id="rId73" Type="http://schemas.openxmlformats.org/officeDocument/2006/relationships/image" Target="../media/image831.png"/><Relationship Id="rId94" Type="http://schemas.openxmlformats.org/officeDocument/2006/relationships/customXml" Target="../ink/ink884.xml"/><Relationship Id="rId148" Type="http://schemas.openxmlformats.org/officeDocument/2006/relationships/customXml" Target="../ink/ink911.xml"/><Relationship Id="rId169" Type="http://schemas.openxmlformats.org/officeDocument/2006/relationships/image" Target="../media/image879.png"/><Relationship Id="rId4" Type="http://schemas.openxmlformats.org/officeDocument/2006/relationships/customXml" Target="../ink/ink839.xml"/><Relationship Id="rId180" Type="http://schemas.openxmlformats.org/officeDocument/2006/relationships/customXml" Target="../ink/ink927.xml"/><Relationship Id="rId215" Type="http://schemas.openxmlformats.org/officeDocument/2006/relationships/image" Target="../media/image902.png"/><Relationship Id="rId236" Type="http://schemas.openxmlformats.org/officeDocument/2006/relationships/customXml" Target="../ink/ink955.xml"/><Relationship Id="rId257" Type="http://schemas.openxmlformats.org/officeDocument/2006/relationships/image" Target="../media/image923.png"/><Relationship Id="rId278" Type="http://schemas.openxmlformats.org/officeDocument/2006/relationships/customXml" Target="../ink/ink976.xml"/><Relationship Id="rId42" Type="http://schemas.openxmlformats.org/officeDocument/2006/relationships/customXml" Target="../ink/ink858.xml"/><Relationship Id="rId84" Type="http://schemas.openxmlformats.org/officeDocument/2006/relationships/customXml" Target="../ink/ink879.xml"/><Relationship Id="rId138" Type="http://schemas.openxmlformats.org/officeDocument/2006/relationships/customXml" Target="../ink/ink906.xml"/><Relationship Id="rId191" Type="http://schemas.openxmlformats.org/officeDocument/2006/relationships/image" Target="../media/image890.png"/><Relationship Id="rId205" Type="http://schemas.openxmlformats.org/officeDocument/2006/relationships/image" Target="../media/image897.png"/><Relationship Id="rId247" Type="http://schemas.openxmlformats.org/officeDocument/2006/relationships/image" Target="../media/image918.png"/><Relationship Id="rId107" Type="http://schemas.openxmlformats.org/officeDocument/2006/relationships/image" Target="../media/image848.png"/><Relationship Id="rId11" Type="http://schemas.openxmlformats.org/officeDocument/2006/relationships/image" Target="../media/image785.png"/><Relationship Id="rId53" Type="http://schemas.openxmlformats.org/officeDocument/2006/relationships/image" Target="../media/image806.png"/><Relationship Id="rId149" Type="http://schemas.openxmlformats.org/officeDocument/2006/relationships/image" Target="../media/image869.png"/><Relationship Id="rId95" Type="http://schemas.openxmlformats.org/officeDocument/2006/relationships/image" Target="../media/image842.png"/><Relationship Id="rId160" Type="http://schemas.openxmlformats.org/officeDocument/2006/relationships/customXml" Target="../ink/ink917.xml"/><Relationship Id="rId216" Type="http://schemas.openxmlformats.org/officeDocument/2006/relationships/customXml" Target="../ink/ink945.xml"/><Relationship Id="rId258" Type="http://schemas.openxmlformats.org/officeDocument/2006/relationships/customXml" Target="../ink/ink966.xml"/><Relationship Id="rId22" Type="http://schemas.openxmlformats.org/officeDocument/2006/relationships/customXml" Target="../ink/ink848.xml"/><Relationship Id="rId64" Type="http://schemas.openxmlformats.org/officeDocument/2006/relationships/customXml" Target="../ink/ink869.xml"/><Relationship Id="rId118" Type="http://schemas.openxmlformats.org/officeDocument/2006/relationships/customXml" Target="../ink/ink896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993.xml"/><Relationship Id="rId21" Type="http://schemas.openxmlformats.org/officeDocument/2006/relationships/image" Target="../media/image948.png"/><Relationship Id="rId42" Type="http://schemas.openxmlformats.org/officeDocument/2006/relationships/customXml" Target="../ink/ink1001.xml"/><Relationship Id="rId47" Type="http://schemas.openxmlformats.org/officeDocument/2006/relationships/image" Target="../media/image961.png"/><Relationship Id="rId63" Type="http://schemas.openxmlformats.org/officeDocument/2006/relationships/image" Target="../media/image969.png"/><Relationship Id="rId68" Type="http://schemas.openxmlformats.org/officeDocument/2006/relationships/customXml" Target="../ink/ink1014.xml"/><Relationship Id="rId16" Type="http://schemas.openxmlformats.org/officeDocument/2006/relationships/customXml" Target="../ink/ink988.xml"/><Relationship Id="rId11" Type="http://schemas.openxmlformats.org/officeDocument/2006/relationships/image" Target="../media/image943.png"/><Relationship Id="rId24" Type="http://schemas.openxmlformats.org/officeDocument/2006/relationships/customXml" Target="../ink/ink992.xml"/><Relationship Id="rId32" Type="http://schemas.openxmlformats.org/officeDocument/2006/relationships/customXml" Target="../ink/ink996.xml"/><Relationship Id="rId37" Type="http://schemas.openxmlformats.org/officeDocument/2006/relationships/image" Target="../media/image956.png"/><Relationship Id="rId40" Type="http://schemas.openxmlformats.org/officeDocument/2006/relationships/customXml" Target="../ink/ink1000.xml"/><Relationship Id="rId45" Type="http://schemas.openxmlformats.org/officeDocument/2006/relationships/image" Target="../media/image960.png"/><Relationship Id="rId53" Type="http://schemas.openxmlformats.org/officeDocument/2006/relationships/image" Target="../media/image964.png"/><Relationship Id="rId58" Type="http://schemas.openxmlformats.org/officeDocument/2006/relationships/customXml" Target="../ink/ink1009.xml"/><Relationship Id="rId66" Type="http://schemas.openxmlformats.org/officeDocument/2006/relationships/customXml" Target="../ink/ink1013.xml"/><Relationship Id="rId74" Type="http://schemas.openxmlformats.org/officeDocument/2006/relationships/customXml" Target="../ink/ink1017.xml"/><Relationship Id="rId79" Type="http://schemas.openxmlformats.org/officeDocument/2006/relationships/image" Target="../media/image977.png"/><Relationship Id="rId5" Type="http://schemas.openxmlformats.org/officeDocument/2006/relationships/image" Target="../media/image940.png"/><Relationship Id="rId61" Type="http://schemas.openxmlformats.org/officeDocument/2006/relationships/image" Target="../media/image968.png"/><Relationship Id="rId19" Type="http://schemas.openxmlformats.org/officeDocument/2006/relationships/image" Target="../media/image947.png"/><Relationship Id="rId14" Type="http://schemas.openxmlformats.org/officeDocument/2006/relationships/customXml" Target="../ink/ink987.xml"/><Relationship Id="rId22" Type="http://schemas.openxmlformats.org/officeDocument/2006/relationships/customXml" Target="../ink/ink991.xml"/><Relationship Id="rId27" Type="http://schemas.openxmlformats.org/officeDocument/2006/relationships/image" Target="../media/image951.png"/><Relationship Id="rId30" Type="http://schemas.openxmlformats.org/officeDocument/2006/relationships/customXml" Target="../ink/ink995.xml"/><Relationship Id="rId35" Type="http://schemas.openxmlformats.org/officeDocument/2006/relationships/image" Target="../media/image955.png"/><Relationship Id="rId43" Type="http://schemas.openxmlformats.org/officeDocument/2006/relationships/image" Target="../media/image959.png"/><Relationship Id="rId48" Type="http://schemas.openxmlformats.org/officeDocument/2006/relationships/customXml" Target="../ink/ink1004.xml"/><Relationship Id="rId56" Type="http://schemas.openxmlformats.org/officeDocument/2006/relationships/customXml" Target="../ink/ink1008.xml"/><Relationship Id="rId64" Type="http://schemas.openxmlformats.org/officeDocument/2006/relationships/customXml" Target="../ink/ink1012.xml"/><Relationship Id="rId69" Type="http://schemas.openxmlformats.org/officeDocument/2006/relationships/image" Target="../media/image972.png"/><Relationship Id="rId77" Type="http://schemas.openxmlformats.org/officeDocument/2006/relationships/image" Target="../media/image976.png"/><Relationship Id="rId8" Type="http://schemas.openxmlformats.org/officeDocument/2006/relationships/customXml" Target="../ink/ink984.xml"/><Relationship Id="rId51" Type="http://schemas.openxmlformats.org/officeDocument/2006/relationships/image" Target="../media/image963.png"/><Relationship Id="rId72" Type="http://schemas.openxmlformats.org/officeDocument/2006/relationships/customXml" Target="../ink/ink1016.xml"/><Relationship Id="rId3" Type="http://schemas.openxmlformats.org/officeDocument/2006/relationships/image" Target="../media/image939.png"/><Relationship Id="rId12" Type="http://schemas.openxmlformats.org/officeDocument/2006/relationships/customXml" Target="../ink/ink986.xml"/><Relationship Id="rId17" Type="http://schemas.openxmlformats.org/officeDocument/2006/relationships/image" Target="../media/image946.png"/><Relationship Id="rId25" Type="http://schemas.openxmlformats.org/officeDocument/2006/relationships/image" Target="../media/image950.png"/><Relationship Id="rId33" Type="http://schemas.openxmlformats.org/officeDocument/2006/relationships/image" Target="../media/image954.png"/><Relationship Id="rId38" Type="http://schemas.openxmlformats.org/officeDocument/2006/relationships/customXml" Target="../ink/ink999.xml"/><Relationship Id="rId46" Type="http://schemas.openxmlformats.org/officeDocument/2006/relationships/customXml" Target="../ink/ink1003.xml"/><Relationship Id="rId59" Type="http://schemas.openxmlformats.org/officeDocument/2006/relationships/image" Target="../media/image967.png"/><Relationship Id="rId67" Type="http://schemas.openxmlformats.org/officeDocument/2006/relationships/image" Target="../media/image971.png"/><Relationship Id="rId20" Type="http://schemas.openxmlformats.org/officeDocument/2006/relationships/customXml" Target="../ink/ink990.xml"/><Relationship Id="rId41" Type="http://schemas.openxmlformats.org/officeDocument/2006/relationships/image" Target="../media/image958.png"/><Relationship Id="rId54" Type="http://schemas.openxmlformats.org/officeDocument/2006/relationships/customXml" Target="../ink/ink1007.xml"/><Relationship Id="rId62" Type="http://schemas.openxmlformats.org/officeDocument/2006/relationships/customXml" Target="../ink/ink1011.xml"/><Relationship Id="rId70" Type="http://schemas.openxmlformats.org/officeDocument/2006/relationships/customXml" Target="../ink/ink1015.xml"/><Relationship Id="rId75" Type="http://schemas.openxmlformats.org/officeDocument/2006/relationships/image" Target="../media/image975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83.xml"/><Relationship Id="rId15" Type="http://schemas.openxmlformats.org/officeDocument/2006/relationships/image" Target="../media/image945.png"/><Relationship Id="rId23" Type="http://schemas.openxmlformats.org/officeDocument/2006/relationships/image" Target="../media/image949.png"/><Relationship Id="rId28" Type="http://schemas.openxmlformats.org/officeDocument/2006/relationships/customXml" Target="../ink/ink994.xml"/><Relationship Id="rId36" Type="http://schemas.openxmlformats.org/officeDocument/2006/relationships/customXml" Target="../ink/ink998.xml"/><Relationship Id="rId49" Type="http://schemas.openxmlformats.org/officeDocument/2006/relationships/image" Target="../media/image962.png"/><Relationship Id="rId57" Type="http://schemas.openxmlformats.org/officeDocument/2006/relationships/image" Target="../media/image966.png"/><Relationship Id="rId10" Type="http://schemas.openxmlformats.org/officeDocument/2006/relationships/customXml" Target="../ink/ink985.xml"/><Relationship Id="rId31" Type="http://schemas.openxmlformats.org/officeDocument/2006/relationships/image" Target="../media/image953.png"/><Relationship Id="rId44" Type="http://schemas.openxmlformats.org/officeDocument/2006/relationships/customXml" Target="../ink/ink1002.xml"/><Relationship Id="rId52" Type="http://schemas.openxmlformats.org/officeDocument/2006/relationships/customXml" Target="../ink/ink1006.xml"/><Relationship Id="rId60" Type="http://schemas.openxmlformats.org/officeDocument/2006/relationships/customXml" Target="../ink/ink1010.xml"/><Relationship Id="rId65" Type="http://schemas.openxmlformats.org/officeDocument/2006/relationships/image" Target="../media/image970.png"/><Relationship Id="rId73" Type="http://schemas.openxmlformats.org/officeDocument/2006/relationships/image" Target="../media/image974.png"/><Relationship Id="rId78" Type="http://schemas.openxmlformats.org/officeDocument/2006/relationships/customXml" Target="../ink/ink1019.xml"/><Relationship Id="rId4" Type="http://schemas.openxmlformats.org/officeDocument/2006/relationships/customXml" Target="../ink/ink982.xml"/><Relationship Id="rId9" Type="http://schemas.openxmlformats.org/officeDocument/2006/relationships/image" Target="../media/image942.png"/><Relationship Id="rId13" Type="http://schemas.openxmlformats.org/officeDocument/2006/relationships/image" Target="../media/image944.png"/><Relationship Id="rId18" Type="http://schemas.openxmlformats.org/officeDocument/2006/relationships/customXml" Target="../ink/ink989.xml"/><Relationship Id="rId39" Type="http://schemas.openxmlformats.org/officeDocument/2006/relationships/image" Target="../media/image957.png"/><Relationship Id="rId34" Type="http://schemas.openxmlformats.org/officeDocument/2006/relationships/customXml" Target="../ink/ink997.xml"/><Relationship Id="rId50" Type="http://schemas.openxmlformats.org/officeDocument/2006/relationships/customXml" Target="../ink/ink1005.xml"/><Relationship Id="rId55" Type="http://schemas.openxmlformats.org/officeDocument/2006/relationships/image" Target="../media/image965.png"/><Relationship Id="rId76" Type="http://schemas.openxmlformats.org/officeDocument/2006/relationships/customXml" Target="../ink/ink1018.xml"/><Relationship Id="rId7" Type="http://schemas.openxmlformats.org/officeDocument/2006/relationships/image" Target="../media/image941.png"/><Relationship Id="rId71" Type="http://schemas.openxmlformats.org/officeDocument/2006/relationships/image" Target="../media/image973.png"/><Relationship Id="rId2" Type="http://schemas.openxmlformats.org/officeDocument/2006/relationships/customXml" Target="../ink/ink981.xml"/><Relationship Id="rId29" Type="http://schemas.openxmlformats.org/officeDocument/2006/relationships/image" Target="../media/image952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EB1F927-085B-31F2-8A9C-335234E151D0}"/>
                  </a:ext>
                </a:extLst>
              </p14:cNvPr>
              <p14:cNvContentPartPr/>
              <p14:nvPr/>
            </p14:nvContentPartPr>
            <p14:xfrm>
              <a:off x="640851" y="480260"/>
              <a:ext cx="406440" cy="3974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EB1F927-085B-31F2-8A9C-335234E151D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2211" y="471260"/>
                <a:ext cx="424080" cy="41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F26DC571-10DF-399B-6130-62E7F090CBBC}"/>
                  </a:ext>
                </a:extLst>
              </p14:cNvPr>
              <p14:cNvContentPartPr/>
              <p14:nvPr/>
            </p14:nvContentPartPr>
            <p14:xfrm>
              <a:off x="1363011" y="646220"/>
              <a:ext cx="168120" cy="60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F26DC571-10DF-399B-6130-62E7F090CBB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4371" y="637580"/>
                <a:ext cx="1857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414C6CA-81C1-DC46-3B73-973A78C46061}"/>
                  </a:ext>
                </a:extLst>
              </p14:cNvPr>
              <p14:cNvContentPartPr/>
              <p14:nvPr/>
            </p14:nvContentPartPr>
            <p14:xfrm>
              <a:off x="1428171" y="884900"/>
              <a:ext cx="142560" cy="450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414C6CA-81C1-DC46-3B73-973A78C4606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19531" y="876260"/>
                <a:ext cx="1602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6A761631-0F97-D385-2865-0442D836F5A3}"/>
              </a:ext>
            </a:extLst>
          </p:cNvPr>
          <p:cNvGrpSpPr/>
          <p:nvPr/>
        </p:nvGrpSpPr>
        <p:grpSpPr>
          <a:xfrm>
            <a:off x="1914891" y="477380"/>
            <a:ext cx="611280" cy="502200"/>
            <a:chOff x="1914891" y="477380"/>
            <a:chExt cx="611280" cy="50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225B3D-2C6C-A3EE-A8B4-779871657748}"/>
                    </a:ext>
                  </a:extLst>
                </p14:cNvPr>
                <p14:cNvContentPartPr/>
                <p14:nvPr/>
              </p14:nvContentPartPr>
              <p14:xfrm>
                <a:off x="1914891" y="502940"/>
                <a:ext cx="168120" cy="443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225B3D-2C6C-A3EE-A8B4-77987165774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06251" y="494300"/>
                  <a:ext cx="18576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E102F23-8F55-1F08-8DC8-F58A9BA39112}"/>
                    </a:ext>
                  </a:extLst>
                </p14:cNvPr>
                <p14:cNvContentPartPr/>
                <p14:nvPr/>
              </p14:nvContentPartPr>
              <p14:xfrm>
                <a:off x="2155371" y="477380"/>
                <a:ext cx="370800" cy="502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E102F23-8F55-1F08-8DC8-F58A9BA3911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6731" y="468380"/>
                  <a:ext cx="388440" cy="51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DD9968B4-E2D9-9B62-D8A8-0C703DCFB265}"/>
                  </a:ext>
                </a:extLst>
              </p14:cNvPr>
              <p14:cNvContentPartPr/>
              <p14:nvPr/>
            </p14:nvContentPartPr>
            <p14:xfrm>
              <a:off x="688731" y="1405820"/>
              <a:ext cx="476640" cy="58572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DD9968B4-E2D9-9B62-D8A8-0C703DCFB26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9731" y="1396820"/>
                <a:ext cx="494280" cy="60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E06E2F1-CB90-2FE6-1043-966B9C060B6A}"/>
                  </a:ext>
                </a:extLst>
              </p14:cNvPr>
              <p14:cNvContentPartPr/>
              <p14:nvPr/>
            </p14:nvContentPartPr>
            <p14:xfrm>
              <a:off x="1517451" y="1627220"/>
              <a:ext cx="230760" cy="47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E06E2F1-CB90-2FE6-1043-966B9C060B6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508811" y="1618580"/>
                <a:ext cx="24840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5EEB915-6F1B-34D3-B50F-8E08CCDA99FC}"/>
                  </a:ext>
                </a:extLst>
              </p14:cNvPr>
              <p14:cNvContentPartPr/>
              <p14:nvPr/>
            </p14:nvContentPartPr>
            <p14:xfrm>
              <a:off x="1574331" y="1893260"/>
              <a:ext cx="205200" cy="752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5EEB915-6F1B-34D3-B50F-8E08CCDA99F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565331" y="1884260"/>
                <a:ext cx="222840" cy="9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888A355B-5978-4C36-D25E-4FEBAEA579D2}"/>
              </a:ext>
            </a:extLst>
          </p:cNvPr>
          <p:cNvGrpSpPr/>
          <p:nvPr/>
        </p:nvGrpSpPr>
        <p:grpSpPr>
          <a:xfrm>
            <a:off x="2084091" y="1401500"/>
            <a:ext cx="684000" cy="602640"/>
            <a:chOff x="2084091" y="1401500"/>
            <a:chExt cx="684000" cy="602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A4C2C23-2B43-32C3-7BE1-52C8D33F7E10}"/>
                    </a:ext>
                  </a:extLst>
                </p14:cNvPr>
                <p14:cNvContentPartPr/>
                <p14:nvPr/>
              </p14:nvContentPartPr>
              <p14:xfrm>
                <a:off x="2084091" y="1452620"/>
                <a:ext cx="362160" cy="551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A4C2C23-2B43-32C3-7BE1-52C8D33F7E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75451" y="1443980"/>
                  <a:ext cx="37980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5DD69A4-B48A-FA46-C9D2-38AFF902F5B2}"/>
                    </a:ext>
                  </a:extLst>
                </p14:cNvPr>
                <p14:cNvContentPartPr/>
                <p14:nvPr/>
              </p14:nvContentPartPr>
              <p14:xfrm>
                <a:off x="2483331" y="1401500"/>
                <a:ext cx="284760" cy="482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5DD69A4-B48A-FA46-C9D2-38AFF902F5B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74691" y="1392860"/>
                  <a:ext cx="302400" cy="65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D99D978-0749-489C-78CE-2E4C85ADBE20}"/>
                  </a:ext>
                </a:extLst>
              </p14:cNvPr>
              <p14:cNvContentPartPr/>
              <p14:nvPr/>
            </p14:nvContentPartPr>
            <p14:xfrm>
              <a:off x="6968995" y="374060"/>
              <a:ext cx="189720" cy="4539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D99D978-0749-489C-78CE-2E4C85ADBE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59995" y="365060"/>
                <a:ext cx="207360" cy="47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CC68579-74CE-ED9E-E792-9B0D0A9EDCD8}"/>
                  </a:ext>
                </a:extLst>
              </p14:cNvPr>
              <p14:cNvContentPartPr/>
              <p14:nvPr/>
            </p14:nvContentPartPr>
            <p14:xfrm>
              <a:off x="2813875" y="651260"/>
              <a:ext cx="615240" cy="35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CC68579-74CE-ED9E-E792-9B0D0A9EDCD8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04875" y="642260"/>
                <a:ext cx="63288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6439FF01-34C0-EA9F-40B2-4DC752C627D1}"/>
                  </a:ext>
                </a:extLst>
              </p14:cNvPr>
              <p14:cNvContentPartPr/>
              <p14:nvPr/>
            </p14:nvContentPartPr>
            <p14:xfrm>
              <a:off x="2531275" y="1684820"/>
              <a:ext cx="450360" cy="763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6439FF01-34C0-EA9F-40B2-4DC752C627D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522635" y="1676180"/>
                <a:ext cx="468000" cy="939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99AF78C6-2BF1-668F-35CA-F990C87815AD}"/>
              </a:ext>
            </a:extLst>
          </p:cNvPr>
          <p:cNvGrpSpPr/>
          <p:nvPr/>
        </p:nvGrpSpPr>
        <p:grpSpPr>
          <a:xfrm>
            <a:off x="663235" y="3452420"/>
            <a:ext cx="1930320" cy="680040"/>
            <a:chOff x="663235" y="3452420"/>
            <a:chExt cx="1930320" cy="68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D07A711-34C5-C961-1978-420FB581F7E9}"/>
                    </a:ext>
                  </a:extLst>
                </p14:cNvPr>
                <p14:cNvContentPartPr/>
                <p14:nvPr/>
              </p14:nvContentPartPr>
              <p14:xfrm>
                <a:off x="663235" y="3527660"/>
                <a:ext cx="373320" cy="27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D07A711-34C5-C961-1978-420FB581F7E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54595" y="3518660"/>
                  <a:ext cx="3909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0B24ED8-B85F-732F-1AB3-37E2A4490546}"/>
                    </a:ext>
                  </a:extLst>
                </p14:cNvPr>
                <p14:cNvContentPartPr/>
                <p14:nvPr/>
              </p14:nvContentPartPr>
              <p14:xfrm>
                <a:off x="1363075" y="3452420"/>
                <a:ext cx="128160" cy="1807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0B24ED8-B85F-732F-1AB3-37E2A449054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54435" y="3443420"/>
                  <a:ext cx="14580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D2E99E-0D6E-5189-F3EE-2469D1249CC3}"/>
                    </a:ext>
                  </a:extLst>
                </p14:cNvPr>
                <p14:cNvContentPartPr/>
                <p14:nvPr/>
              </p14:nvContentPartPr>
              <p14:xfrm>
                <a:off x="1170475" y="3557900"/>
                <a:ext cx="466920" cy="574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D2E99E-0D6E-5189-F3EE-2469D1249C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161475" y="3549260"/>
                  <a:ext cx="4845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ACA29B5-9AE2-6DE7-8C93-E5ECC2A53B24}"/>
                    </a:ext>
                  </a:extLst>
                </p14:cNvPr>
                <p14:cNvContentPartPr/>
                <p14:nvPr/>
              </p14:nvContentPartPr>
              <p14:xfrm>
                <a:off x="1492675" y="3867860"/>
                <a:ext cx="136800" cy="2131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ACA29B5-9AE2-6DE7-8C93-E5ECC2A53B2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484035" y="3859220"/>
                  <a:ext cx="1544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94CFDED-3598-CEE4-DD4A-B58449D6713A}"/>
                    </a:ext>
                  </a:extLst>
                </p14:cNvPr>
                <p14:cNvContentPartPr/>
                <p14:nvPr/>
              </p14:nvContentPartPr>
              <p14:xfrm>
                <a:off x="1806235" y="3630620"/>
                <a:ext cx="229680" cy="43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94CFDED-3598-CEE4-DD4A-B58449D6713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797595" y="3621980"/>
                  <a:ext cx="247320" cy="45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C19023-07D4-D1B7-63EE-09660519204A}"/>
                    </a:ext>
                  </a:extLst>
                </p14:cNvPr>
                <p14:cNvContentPartPr/>
                <p14:nvPr/>
              </p14:nvContentPartPr>
              <p14:xfrm>
                <a:off x="2468995" y="3716300"/>
                <a:ext cx="124560" cy="26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C19023-07D4-D1B7-63EE-09660519204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459995" y="3707660"/>
                  <a:ext cx="1422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28C1B4-353B-0F5C-92D8-EE738CEE9364}"/>
                    </a:ext>
                  </a:extLst>
                </p14:cNvPr>
                <p14:cNvContentPartPr/>
                <p14:nvPr/>
              </p14:nvContentPartPr>
              <p14:xfrm>
                <a:off x="2367475" y="3998540"/>
                <a:ext cx="194400" cy="61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28C1B4-353B-0F5C-92D8-EE738CEE936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358835" y="3989900"/>
                  <a:ext cx="2120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9834D760-FBBD-E21A-9CD5-5F250C031496}"/>
                  </a:ext>
                </a:extLst>
              </p14:cNvPr>
              <p14:cNvContentPartPr/>
              <p14:nvPr/>
            </p14:nvContentPartPr>
            <p14:xfrm>
              <a:off x="2976595" y="3578420"/>
              <a:ext cx="372600" cy="57204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9834D760-FBBD-E21A-9CD5-5F250C031496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967595" y="3569420"/>
                <a:ext cx="390240" cy="58968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EF8A1179-3EE3-7A86-F83C-96EEDC77173F}"/>
              </a:ext>
            </a:extLst>
          </p:cNvPr>
          <p:cNvGrpSpPr/>
          <p:nvPr/>
        </p:nvGrpSpPr>
        <p:grpSpPr>
          <a:xfrm>
            <a:off x="668635" y="4510820"/>
            <a:ext cx="3519000" cy="1247400"/>
            <a:chOff x="668635" y="4510820"/>
            <a:chExt cx="3519000" cy="124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4BC466-CC2B-F3B7-7A8C-1CC339A2FD92}"/>
                    </a:ext>
                  </a:extLst>
                </p14:cNvPr>
                <p14:cNvContentPartPr/>
                <p14:nvPr/>
              </p14:nvContentPartPr>
              <p14:xfrm>
                <a:off x="909835" y="4561220"/>
                <a:ext cx="579240" cy="471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4BC466-CC2B-F3B7-7A8C-1CC339A2FD9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00835" y="4552220"/>
                  <a:ext cx="59688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E9B68D7-EF1A-CA5C-2227-99B803D4EE6C}"/>
                    </a:ext>
                  </a:extLst>
                </p14:cNvPr>
                <p14:cNvContentPartPr/>
                <p14:nvPr/>
              </p14:nvContentPartPr>
              <p14:xfrm>
                <a:off x="1431835" y="4742300"/>
                <a:ext cx="1237680" cy="434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E9B68D7-EF1A-CA5C-2227-99B803D4EE6C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423195" y="4733660"/>
                  <a:ext cx="12553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EA908E02-DDC0-7AB8-852B-7CE18791D52C}"/>
                    </a:ext>
                  </a:extLst>
                </p14:cNvPr>
                <p14:cNvContentPartPr/>
                <p14:nvPr/>
              </p14:nvContentPartPr>
              <p14:xfrm>
                <a:off x="3034555" y="4673540"/>
                <a:ext cx="11160" cy="1098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EA908E02-DDC0-7AB8-852B-7CE18791D52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025555" y="4664900"/>
                  <a:ext cx="288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A3A586B-07D0-B24C-77F5-5F893BFA6376}"/>
                    </a:ext>
                  </a:extLst>
                </p14:cNvPr>
                <p14:cNvContentPartPr/>
                <p14:nvPr/>
              </p14:nvContentPartPr>
              <p14:xfrm>
                <a:off x="2900635" y="5013380"/>
                <a:ext cx="212400" cy="199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A3A586B-07D0-B24C-77F5-5F893BFA637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891635" y="5004380"/>
                  <a:ext cx="2300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454AFF-2495-D171-50CA-B632F0FE2C02}"/>
                    </a:ext>
                  </a:extLst>
                </p14:cNvPr>
                <p14:cNvContentPartPr/>
                <p14:nvPr/>
              </p14:nvContentPartPr>
              <p14:xfrm>
                <a:off x="3262435" y="4779020"/>
                <a:ext cx="560160" cy="543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454AFF-2495-D171-50CA-B632F0FE2C0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53795" y="4770380"/>
                  <a:ext cx="57780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76A3D0D-F2C1-9C59-A048-6DED738827AD}"/>
                    </a:ext>
                  </a:extLst>
                </p14:cNvPr>
                <p14:cNvContentPartPr/>
                <p14:nvPr/>
              </p14:nvContentPartPr>
              <p14:xfrm>
                <a:off x="3363595" y="4751660"/>
                <a:ext cx="824040" cy="1006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76A3D0D-F2C1-9C59-A048-6DED738827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354955" y="4742660"/>
                  <a:ext cx="841680" cy="10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16D0ABC-9F41-CD26-64AD-40C48BA38F3F}"/>
                    </a:ext>
                  </a:extLst>
                </p14:cNvPr>
                <p14:cNvContentPartPr/>
                <p14:nvPr/>
              </p14:nvContentPartPr>
              <p14:xfrm>
                <a:off x="668635" y="4510820"/>
                <a:ext cx="155880" cy="902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16D0ABC-9F41-CD26-64AD-40C48BA38F3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9995" y="4501820"/>
                  <a:ext cx="173520" cy="9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37633B4-70F9-148A-1060-07707F3EB8AF}"/>
                  </a:ext>
                </a:extLst>
              </p14:cNvPr>
              <p14:cNvContentPartPr/>
              <p14:nvPr/>
            </p14:nvContentPartPr>
            <p14:xfrm>
              <a:off x="6774955" y="1002260"/>
              <a:ext cx="77400" cy="18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37633B4-70F9-148A-1060-07707F3EB8AF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6765955" y="993260"/>
                <a:ext cx="9504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63E920DB-5BCB-185F-9946-59C37AB2CE90}"/>
                  </a:ext>
                </a:extLst>
              </p14:cNvPr>
              <p14:cNvContentPartPr/>
              <p14:nvPr/>
            </p14:nvContentPartPr>
            <p14:xfrm>
              <a:off x="6748611" y="366500"/>
              <a:ext cx="415080" cy="416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63E920DB-5BCB-185F-9946-59C37AB2CE90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6739971" y="357860"/>
                <a:ext cx="4327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DDC8132-B42A-BB7A-E96C-0884C3569B6A}"/>
                  </a:ext>
                </a:extLst>
              </p14:cNvPr>
              <p14:cNvContentPartPr/>
              <p14:nvPr/>
            </p14:nvContentPartPr>
            <p14:xfrm>
              <a:off x="7193211" y="356060"/>
              <a:ext cx="474120" cy="5583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DDC8132-B42A-BB7A-E96C-0884C3569B6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7184571" y="347420"/>
                <a:ext cx="491760" cy="57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E62E5134-172A-4CD4-85F6-C69A8529BA09}"/>
                  </a:ext>
                </a:extLst>
              </p14:cNvPr>
              <p14:cNvContentPartPr/>
              <p14:nvPr/>
            </p14:nvContentPartPr>
            <p14:xfrm>
              <a:off x="7785411" y="311420"/>
              <a:ext cx="450360" cy="7106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E62E5134-172A-4CD4-85F6-C69A8529BA09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776411" y="302420"/>
                <a:ext cx="468000" cy="72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89CCB62C-3302-25AC-B8FE-B5D266014CBC}"/>
                  </a:ext>
                </a:extLst>
              </p14:cNvPr>
              <p14:cNvContentPartPr/>
              <p14:nvPr/>
            </p14:nvContentPartPr>
            <p14:xfrm>
              <a:off x="6995275" y="804620"/>
              <a:ext cx="863640" cy="241200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89CCB62C-3302-25AC-B8FE-B5D266014CBC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986635" y="795980"/>
                <a:ext cx="88128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512A5111-978F-EA63-3B3E-B3D6407F92B3}"/>
                  </a:ext>
                </a:extLst>
              </p14:cNvPr>
              <p14:cNvContentPartPr/>
              <p14:nvPr/>
            </p14:nvContentPartPr>
            <p14:xfrm>
              <a:off x="8402515" y="2342540"/>
              <a:ext cx="663480" cy="91440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512A5111-978F-EA63-3B3E-B3D6407F92B3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393875" y="2333540"/>
                <a:ext cx="68112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FB062F62-9F84-0EC7-F488-D96807E3EDE7}"/>
                  </a:ext>
                </a:extLst>
              </p14:cNvPr>
              <p14:cNvContentPartPr/>
              <p14:nvPr/>
            </p14:nvContentPartPr>
            <p14:xfrm>
              <a:off x="9344275" y="1720100"/>
              <a:ext cx="663120" cy="1028880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FB062F62-9F84-0EC7-F488-D96807E3EDE7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9335635" y="1711100"/>
                <a:ext cx="680760" cy="104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5BBA54AF-03C6-5BBB-D633-77CD04366E1F}"/>
                  </a:ext>
                </a:extLst>
              </p14:cNvPr>
              <p14:cNvContentPartPr/>
              <p14:nvPr/>
            </p14:nvContentPartPr>
            <p14:xfrm>
              <a:off x="10135915" y="2158940"/>
              <a:ext cx="247680" cy="279360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5BBA54AF-03C6-5BBB-D633-77CD04366E1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127275" y="2150300"/>
                <a:ext cx="265320" cy="29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8979E28-B2F6-E9E2-9722-7EE7553052E5}"/>
                  </a:ext>
                </a:extLst>
              </p14:cNvPr>
              <p14:cNvContentPartPr/>
              <p14:nvPr/>
            </p14:nvContentPartPr>
            <p14:xfrm>
              <a:off x="10584115" y="2212580"/>
              <a:ext cx="127800" cy="22068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8979E28-B2F6-E9E2-9722-7EE7553052E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0575115" y="2203940"/>
                <a:ext cx="145440" cy="23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05C3CE16-3B8F-C8DC-250E-CBE8942A9817}"/>
                  </a:ext>
                </a:extLst>
              </p14:cNvPr>
              <p14:cNvContentPartPr/>
              <p14:nvPr/>
            </p14:nvContentPartPr>
            <p14:xfrm>
              <a:off x="10957795" y="1958780"/>
              <a:ext cx="170280" cy="4190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05C3CE16-3B8F-C8DC-250E-CBE8942A9817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0948795" y="1949780"/>
                <a:ext cx="187920" cy="43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FB94331A-DD81-640C-6C5E-2BEF6CCE7306}"/>
                  </a:ext>
                </a:extLst>
              </p14:cNvPr>
              <p14:cNvContentPartPr/>
              <p14:nvPr/>
            </p14:nvContentPartPr>
            <p14:xfrm>
              <a:off x="10904875" y="2204300"/>
              <a:ext cx="276480" cy="15264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FB94331A-DD81-640C-6C5E-2BEF6CCE730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895875" y="2195660"/>
                <a:ext cx="294120" cy="17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993B9639-BE3F-8CFA-36F5-1434BA19E17D}"/>
                  </a:ext>
                </a:extLst>
              </p14:cNvPr>
              <p14:cNvContentPartPr/>
              <p14:nvPr/>
            </p14:nvContentPartPr>
            <p14:xfrm>
              <a:off x="11344795" y="2130860"/>
              <a:ext cx="47520" cy="2412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993B9639-BE3F-8CFA-36F5-1434BA19E17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1336155" y="2122220"/>
                <a:ext cx="6516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C46C9C85-303A-B77C-7E88-5E9D0B93FE59}"/>
                  </a:ext>
                </a:extLst>
              </p14:cNvPr>
              <p14:cNvContentPartPr/>
              <p14:nvPr/>
            </p14:nvContentPartPr>
            <p14:xfrm>
              <a:off x="11379355" y="2137340"/>
              <a:ext cx="743760" cy="36288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C46C9C85-303A-B77C-7E88-5E9D0B93FE59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1370355" y="2128700"/>
                <a:ext cx="761400" cy="38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73DC466-71AF-EC5A-9770-98E05990AFBD}"/>
                  </a:ext>
                </a:extLst>
              </p14:cNvPr>
              <p14:cNvContentPartPr/>
              <p14:nvPr/>
            </p14:nvContentPartPr>
            <p14:xfrm>
              <a:off x="11959675" y="2286020"/>
              <a:ext cx="189720" cy="6012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73DC466-71AF-EC5A-9770-98E05990AFB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1951035" y="2277380"/>
                <a:ext cx="20736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57AB7FA7-7E06-5B0F-0BBE-E5653CC64633}"/>
                  </a:ext>
                </a:extLst>
              </p14:cNvPr>
              <p14:cNvContentPartPr/>
              <p14:nvPr/>
            </p14:nvContentPartPr>
            <p14:xfrm>
              <a:off x="10180195" y="2900180"/>
              <a:ext cx="434160" cy="30996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57AB7FA7-7E06-5B0F-0BBE-E5653CC6463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71195" y="2891540"/>
                <a:ext cx="451800" cy="32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90E10044-8C53-6437-2634-6D4BF0F30065}"/>
                  </a:ext>
                </a:extLst>
              </p14:cNvPr>
              <p14:cNvContentPartPr/>
              <p14:nvPr/>
            </p14:nvContentPartPr>
            <p14:xfrm>
              <a:off x="10741795" y="3130220"/>
              <a:ext cx="136440" cy="100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90E10044-8C53-6437-2634-6D4BF0F30065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733155" y="3121580"/>
                <a:ext cx="154080" cy="11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15A73C81-DA9B-231C-B64F-3359ABF9D56D}"/>
                  </a:ext>
                </a:extLst>
              </p14:cNvPr>
              <p14:cNvContentPartPr/>
              <p14:nvPr/>
            </p14:nvContentPartPr>
            <p14:xfrm>
              <a:off x="11071195" y="2959940"/>
              <a:ext cx="95760" cy="7092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15A73C81-DA9B-231C-B64F-3359ABF9D56D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1062195" y="2951300"/>
                <a:ext cx="11340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EBBA12D2-6597-A166-554C-53BC5199CE71}"/>
                  </a:ext>
                </a:extLst>
              </p14:cNvPr>
              <p14:cNvContentPartPr/>
              <p14:nvPr/>
            </p14:nvContentPartPr>
            <p14:xfrm>
              <a:off x="11147155" y="2998100"/>
              <a:ext cx="183600" cy="2642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EBBA12D2-6597-A166-554C-53BC5199CE7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138155" y="2989100"/>
                <a:ext cx="2012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1F8FDEE1-DA55-1678-81E1-05D1A11D0BBB}"/>
                  </a:ext>
                </a:extLst>
              </p14:cNvPr>
              <p14:cNvContentPartPr/>
              <p14:nvPr/>
            </p14:nvContentPartPr>
            <p14:xfrm>
              <a:off x="11098915" y="3123740"/>
              <a:ext cx="364680" cy="27828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1F8FDEE1-DA55-1678-81E1-05D1A11D0BBB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1089915" y="3115100"/>
                <a:ext cx="382320" cy="29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67EAE09-196F-C0E5-E8DC-21F6CE4432E1}"/>
                  </a:ext>
                </a:extLst>
              </p14:cNvPr>
              <p14:cNvContentPartPr/>
              <p14:nvPr/>
            </p14:nvContentPartPr>
            <p14:xfrm>
              <a:off x="9770155" y="3313100"/>
              <a:ext cx="790920" cy="6890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67EAE09-196F-C0E5-E8DC-21F6CE4432E1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9761155" y="3304100"/>
                <a:ext cx="808560" cy="70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4578E72C-8CF0-F962-7E88-314071DCD099}"/>
                  </a:ext>
                </a:extLst>
              </p14:cNvPr>
              <p14:cNvContentPartPr/>
              <p14:nvPr/>
            </p14:nvContentPartPr>
            <p14:xfrm>
              <a:off x="10495915" y="3798020"/>
              <a:ext cx="345240" cy="26172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4578E72C-8CF0-F962-7E88-314071DCD099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487275" y="3789380"/>
                <a:ext cx="36288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736D22D9-2B3D-69D2-5F36-B9F43C542060}"/>
                  </a:ext>
                </a:extLst>
              </p14:cNvPr>
              <p14:cNvContentPartPr/>
              <p14:nvPr/>
            </p14:nvContentPartPr>
            <p14:xfrm>
              <a:off x="10991275" y="3871460"/>
              <a:ext cx="309600" cy="27288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736D22D9-2B3D-69D2-5F36-B9F43C542060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0982275" y="3862820"/>
                <a:ext cx="327240" cy="290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C1F0B04-F61D-5239-46F0-C71DE578BD22}"/>
                  </a:ext>
                </a:extLst>
              </p14:cNvPr>
              <p14:cNvContentPartPr/>
              <p14:nvPr/>
            </p14:nvContentPartPr>
            <p14:xfrm>
              <a:off x="11536675" y="3755540"/>
              <a:ext cx="28080" cy="774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C1F0B04-F61D-5239-46F0-C71DE578BD22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1527675" y="3746540"/>
                <a:ext cx="4572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F6E28A72-140E-02AF-2543-D0F6C457BA76}"/>
                  </a:ext>
                </a:extLst>
              </p14:cNvPr>
              <p14:cNvContentPartPr/>
              <p14:nvPr/>
            </p14:nvContentPartPr>
            <p14:xfrm>
              <a:off x="11449555" y="3857420"/>
              <a:ext cx="438480" cy="27252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F6E28A72-140E-02AF-2543-D0F6C457BA76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1440915" y="3848780"/>
                <a:ext cx="45612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FB5059AC-6AA7-0393-999D-18C588DF93E7}"/>
                  </a:ext>
                </a:extLst>
              </p14:cNvPr>
              <p14:cNvContentPartPr/>
              <p14:nvPr/>
            </p14:nvContentPartPr>
            <p14:xfrm>
              <a:off x="11828275" y="4119140"/>
              <a:ext cx="40320" cy="9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FB5059AC-6AA7-0393-999D-18C588DF93E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1819635" y="4110140"/>
                <a:ext cx="57960" cy="2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65EDA313-42A6-C627-D748-D3716586891C}"/>
                  </a:ext>
                </a:extLst>
              </p14:cNvPr>
              <p14:cNvContentPartPr/>
              <p14:nvPr/>
            </p14:nvContentPartPr>
            <p14:xfrm>
              <a:off x="9877435" y="1159580"/>
              <a:ext cx="21960" cy="2196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65EDA313-42A6-C627-D748-D3716586891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868435" y="1150940"/>
                <a:ext cx="39600" cy="3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1" name="Group 100">
            <a:extLst>
              <a:ext uri="{FF2B5EF4-FFF2-40B4-BE49-F238E27FC236}">
                <a16:creationId xmlns:a16="http://schemas.microsoft.com/office/drawing/2014/main" id="{7C860693-2A1D-6E5C-7D10-06F43B87E3D5}"/>
              </a:ext>
            </a:extLst>
          </p:cNvPr>
          <p:cNvGrpSpPr/>
          <p:nvPr/>
        </p:nvGrpSpPr>
        <p:grpSpPr>
          <a:xfrm>
            <a:off x="4956595" y="1937540"/>
            <a:ext cx="3159360" cy="3195720"/>
            <a:chOff x="4956595" y="1937540"/>
            <a:chExt cx="3159360" cy="319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4FB402F-9204-FA7B-D1A5-57FEDC8F2B55}"/>
                    </a:ext>
                  </a:extLst>
                </p14:cNvPr>
                <p14:cNvContentPartPr/>
                <p14:nvPr/>
              </p14:nvContentPartPr>
              <p14:xfrm>
                <a:off x="6400915" y="2296820"/>
                <a:ext cx="86040" cy="4194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4FB402F-9204-FA7B-D1A5-57FEDC8F2B55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92275" y="2288180"/>
                  <a:ext cx="103680" cy="43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C9993CE-6976-DBD7-03D6-7562DDEBF33B}"/>
                    </a:ext>
                  </a:extLst>
                </p14:cNvPr>
                <p14:cNvContentPartPr/>
                <p14:nvPr/>
              </p14:nvContentPartPr>
              <p14:xfrm>
                <a:off x="6738595" y="2211140"/>
                <a:ext cx="221040" cy="445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C9993CE-6976-DBD7-03D6-7562DDEBF3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729955" y="2202500"/>
                  <a:ext cx="23868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45FC24F-D6E7-DC39-92C8-C5DE12EA5F57}"/>
                    </a:ext>
                  </a:extLst>
                </p14:cNvPr>
                <p14:cNvContentPartPr/>
                <p14:nvPr/>
              </p14:nvContentPartPr>
              <p14:xfrm>
                <a:off x="5658235" y="1969220"/>
                <a:ext cx="561240" cy="1147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45FC24F-D6E7-DC39-92C8-C5DE12EA5F5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649595" y="1960220"/>
                  <a:ext cx="578880" cy="11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7A5CFF-8D16-D92C-9137-9744863FAAB3}"/>
                    </a:ext>
                  </a:extLst>
                </p14:cNvPr>
                <p14:cNvContentPartPr/>
                <p14:nvPr/>
              </p14:nvContentPartPr>
              <p14:xfrm>
                <a:off x="5095915" y="2304020"/>
                <a:ext cx="319320" cy="495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7A5CFF-8D16-D92C-9137-9744863FAAB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086915" y="2295020"/>
                  <a:ext cx="33696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C7BA2D8-23E5-E0CE-8501-C7E54AB3AA11}"/>
                    </a:ext>
                  </a:extLst>
                </p14:cNvPr>
                <p14:cNvContentPartPr/>
                <p14:nvPr/>
              </p14:nvContentPartPr>
              <p14:xfrm>
                <a:off x="5390395" y="2221940"/>
                <a:ext cx="358560" cy="59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C7BA2D8-23E5-E0CE-8501-C7E54AB3AA1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381755" y="2213300"/>
                  <a:ext cx="3762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B27D2EB-C0FC-5116-D7E7-65D737C3A2B4}"/>
                    </a:ext>
                  </a:extLst>
                </p14:cNvPr>
                <p14:cNvContentPartPr/>
                <p14:nvPr/>
              </p14:nvContentPartPr>
              <p14:xfrm>
                <a:off x="7177075" y="1937540"/>
                <a:ext cx="572400" cy="1109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B27D2EB-C0FC-5116-D7E7-65D737C3A2B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168435" y="1928900"/>
                  <a:ext cx="590040" cy="11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4B9BF76-E1A0-3FDE-BC87-D277C4826559}"/>
                    </a:ext>
                  </a:extLst>
                </p14:cNvPr>
                <p14:cNvContentPartPr/>
                <p14:nvPr/>
              </p14:nvContentPartPr>
              <p14:xfrm>
                <a:off x="5023915" y="2925380"/>
                <a:ext cx="8640" cy="230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4B9BF76-E1A0-3FDE-BC87-D277C4826559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015275" y="2916380"/>
                  <a:ext cx="26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03C330-CBA2-05EE-C413-79EA5446D602}"/>
                    </a:ext>
                  </a:extLst>
                </p14:cNvPr>
                <p14:cNvContentPartPr/>
                <p14:nvPr/>
              </p14:nvContentPartPr>
              <p14:xfrm>
                <a:off x="6623035" y="2772380"/>
                <a:ext cx="17280" cy="25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03C330-CBA2-05EE-C413-79EA5446D602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14035" y="2763380"/>
                  <a:ext cx="349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03F6BB7-0BE6-F512-6DEE-A84A23EA681C}"/>
                    </a:ext>
                  </a:extLst>
                </p14:cNvPr>
                <p14:cNvContentPartPr/>
                <p14:nvPr/>
              </p14:nvContentPartPr>
              <p14:xfrm>
                <a:off x="7606915" y="2215820"/>
                <a:ext cx="509040" cy="4100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03F6BB7-0BE6-F512-6DEE-A84A23EA681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597915" y="2207180"/>
                  <a:ext cx="52668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4484529-94EA-93EB-9C22-E6FA4D1E5C73}"/>
                    </a:ext>
                  </a:extLst>
                </p14:cNvPr>
                <p14:cNvContentPartPr/>
                <p14:nvPr/>
              </p14:nvContentPartPr>
              <p14:xfrm>
                <a:off x="6335755" y="3110780"/>
                <a:ext cx="152280" cy="412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4484529-94EA-93EB-9C22-E6FA4D1E5C7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327115" y="3102140"/>
                  <a:ext cx="169920" cy="43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3353C4-ED12-007B-1E3E-0C2C82F41830}"/>
                    </a:ext>
                  </a:extLst>
                </p14:cNvPr>
                <p14:cNvContentPartPr/>
                <p14:nvPr/>
              </p14:nvContentPartPr>
              <p14:xfrm>
                <a:off x="6636715" y="3131300"/>
                <a:ext cx="306000" cy="4784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3353C4-ED12-007B-1E3E-0C2C82F41830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627715" y="3122660"/>
                  <a:ext cx="32364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F8B8398-C189-3538-31F3-0715A24D7335}"/>
                    </a:ext>
                  </a:extLst>
                </p14:cNvPr>
                <p14:cNvContentPartPr/>
                <p14:nvPr/>
              </p14:nvContentPartPr>
              <p14:xfrm>
                <a:off x="5282035" y="3768500"/>
                <a:ext cx="1950840" cy="2080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F8B8398-C189-3538-31F3-0715A24D73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73395" y="3759500"/>
                  <a:ext cx="196848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BEE8616-48DD-AE1D-7BBC-AE1F249672EA}"/>
                    </a:ext>
                  </a:extLst>
                </p14:cNvPr>
                <p14:cNvContentPartPr/>
                <p14:nvPr/>
              </p14:nvContentPartPr>
              <p14:xfrm>
                <a:off x="6210475" y="4118060"/>
                <a:ext cx="122040" cy="322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BEE8616-48DD-AE1D-7BBC-AE1F249672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01835" y="4109060"/>
                  <a:ext cx="13968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E17949D-0777-3FF5-F3E2-5FEA3C177F28}"/>
                    </a:ext>
                  </a:extLst>
                </p14:cNvPr>
                <p14:cNvContentPartPr/>
                <p14:nvPr/>
              </p14:nvContentPartPr>
              <p14:xfrm>
                <a:off x="6097075" y="4258820"/>
                <a:ext cx="346320" cy="133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E17949D-0777-3FF5-F3E2-5FEA3C177F2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88435" y="4250180"/>
                  <a:ext cx="363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BEEAE35-6641-A3D1-E9EC-6A0F00F8C362}"/>
                    </a:ext>
                  </a:extLst>
                </p14:cNvPr>
                <p14:cNvContentPartPr/>
                <p14:nvPr/>
              </p14:nvContentPartPr>
              <p14:xfrm>
                <a:off x="6552835" y="4269980"/>
                <a:ext cx="176400" cy="257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BEEAE35-6641-A3D1-E9EC-6A0F00F8C3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544195" y="4260980"/>
                  <a:ext cx="1940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E2DC06A-7729-4A1C-E77E-83ADE3862A54}"/>
                    </a:ext>
                  </a:extLst>
                </p14:cNvPr>
                <p14:cNvContentPartPr/>
                <p14:nvPr/>
              </p14:nvContentPartPr>
              <p14:xfrm>
                <a:off x="6417835" y="4384820"/>
                <a:ext cx="253440" cy="1198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E2DC06A-7729-4A1C-E77E-83ADE3862A5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409195" y="4376180"/>
                  <a:ext cx="271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BD75CD4-E8AD-E3BA-BC19-EEE86B5CC44A}"/>
                    </a:ext>
                  </a:extLst>
                </p14:cNvPr>
                <p14:cNvContentPartPr/>
                <p14:nvPr/>
              </p14:nvContentPartPr>
              <p14:xfrm>
                <a:off x="6462475" y="4679300"/>
                <a:ext cx="361080" cy="453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BD75CD4-E8AD-E3BA-BC19-EEE86B5CC44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453475" y="4670300"/>
                  <a:ext cx="37872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AE3FFBC-694E-55A9-D8D4-66A83CB2BE23}"/>
                    </a:ext>
                  </a:extLst>
                </p14:cNvPr>
                <p14:cNvContentPartPr/>
                <p14:nvPr/>
              </p14:nvContentPartPr>
              <p14:xfrm>
                <a:off x="4956595" y="3013580"/>
                <a:ext cx="1699920" cy="889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AE3FFBC-694E-55A9-D8D4-66A83CB2BE2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947595" y="3004580"/>
                  <a:ext cx="1717560" cy="106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93803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ADD6D61-90AA-70D6-C692-8700B60AE254}"/>
                  </a:ext>
                </a:extLst>
              </p14:cNvPr>
              <p14:cNvContentPartPr/>
              <p14:nvPr/>
            </p14:nvContentPartPr>
            <p14:xfrm>
              <a:off x="9918475" y="2345780"/>
              <a:ext cx="68040" cy="2044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ADD6D61-90AA-70D6-C692-8700B60AE2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09475" y="2336780"/>
                <a:ext cx="856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44DE67-F38D-3CA0-DAE2-ECFD6EA26299}"/>
                  </a:ext>
                </a:extLst>
              </p14:cNvPr>
              <p14:cNvContentPartPr/>
              <p14:nvPr/>
            </p14:nvContentPartPr>
            <p14:xfrm>
              <a:off x="585115" y="654860"/>
              <a:ext cx="11132640" cy="7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44DE67-F38D-3CA0-DAE2-ECFD6EA2629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6475" y="636860"/>
                <a:ext cx="111502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15B026E-FE06-967E-0CC1-87FFDBB82239}"/>
                  </a:ext>
                </a:extLst>
              </p14:cNvPr>
              <p14:cNvContentPartPr/>
              <p14:nvPr/>
            </p14:nvContentPartPr>
            <p14:xfrm>
              <a:off x="11706235" y="640820"/>
              <a:ext cx="720" cy="205668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15B026E-FE06-967E-0CC1-87FFDBB8223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688235" y="631820"/>
                <a:ext cx="36000" cy="207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70380CC0-58AB-A510-BFA5-889AB0CEB2F5}"/>
                  </a:ext>
                </a:extLst>
              </p14:cNvPr>
              <p14:cNvContentPartPr/>
              <p14:nvPr/>
            </p14:nvContentPartPr>
            <p14:xfrm>
              <a:off x="582955" y="668900"/>
              <a:ext cx="720" cy="1953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70380CC0-58AB-A510-BFA5-889AB0CEB2F5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64955" y="660260"/>
                <a:ext cx="36000" cy="19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D3051D83-1FD0-7992-E96E-16513D9A7059}"/>
                  </a:ext>
                </a:extLst>
              </p14:cNvPr>
              <p14:cNvContentPartPr/>
              <p14:nvPr/>
            </p14:nvContentPartPr>
            <p14:xfrm>
              <a:off x="597355" y="1301780"/>
              <a:ext cx="11045880" cy="72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D3051D83-1FD0-7992-E96E-16513D9A705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88355" y="1283780"/>
                <a:ext cx="110635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7A93D49-906E-594B-82B8-6921A5EF7F44}"/>
                  </a:ext>
                </a:extLst>
              </p14:cNvPr>
              <p14:cNvContentPartPr/>
              <p14:nvPr/>
            </p14:nvContentPartPr>
            <p14:xfrm>
              <a:off x="1623355" y="652700"/>
              <a:ext cx="34200" cy="60408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7A93D49-906E-594B-82B8-6921A5EF7F4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614715" y="643700"/>
                <a:ext cx="518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B8D84A-1060-6E49-1E53-1E281D975B9F}"/>
                  </a:ext>
                </a:extLst>
              </p14:cNvPr>
              <p14:cNvContentPartPr/>
              <p14:nvPr/>
            </p14:nvContentPartPr>
            <p14:xfrm>
              <a:off x="2648275" y="668900"/>
              <a:ext cx="72360" cy="60372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B8D84A-1060-6E49-1E53-1E281D975B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39275" y="659900"/>
                <a:ext cx="90000" cy="62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5A10B10C-503A-9A6A-2267-0656E772476C}"/>
                  </a:ext>
                </a:extLst>
              </p14:cNvPr>
              <p14:cNvContentPartPr/>
              <p14:nvPr/>
            </p14:nvContentPartPr>
            <p14:xfrm>
              <a:off x="6784315" y="684380"/>
              <a:ext cx="72360" cy="571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5A10B10C-503A-9A6A-2267-0656E77247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775675" y="675740"/>
                <a:ext cx="90000" cy="58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16792269-D69A-75A5-6994-CD39FE5FFBCE}"/>
                  </a:ext>
                </a:extLst>
              </p14:cNvPr>
              <p14:cNvContentPartPr/>
              <p14:nvPr/>
            </p14:nvContentPartPr>
            <p14:xfrm>
              <a:off x="5136955" y="671420"/>
              <a:ext cx="12240" cy="61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16792269-D69A-75A5-6994-CD39FE5FFBC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127955" y="662420"/>
                <a:ext cx="2988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2A3FF34-1DF6-67E7-1F20-4A789E07C33D}"/>
                  </a:ext>
                </a:extLst>
              </p14:cNvPr>
              <p14:cNvContentPartPr/>
              <p14:nvPr/>
            </p14:nvContentPartPr>
            <p14:xfrm>
              <a:off x="4816555" y="689780"/>
              <a:ext cx="720" cy="5565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2A3FF34-1DF6-67E7-1F20-4A789E07C33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798555" y="680780"/>
                <a:ext cx="36000" cy="57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68" name="Group 67">
            <a:extLst>
              <a:ext uri="{FF2B5EF4-FFF2-40B4-BE49-F238E27FC236}">
                <a16:creationId xmlns:a16="http://schemas.microsoft.com/office/drawing/2014/main" id="{3A7BCE67-A79D-7B2C-9DA4-AD8E5FA5A873}"/>
              </a:ext>
            </a:extLst>
          </p:cNvPr>
          <p:cNvGrpSpPr/>
          <p:nvPr/>
        </p:nvGrpSpPr>
        <p:grpSpPr>
          <a:xfrm>
            <a:off x="941155" y="781220"/>
            <a:ext cx="282240" cy="502560"/>
            <a:chOff x="941155" y="781220"/>
            <a:chExt cx="282240" cy="50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48CE250-2E2D-A9CE-6F18-BC3B6CA44476}"/>
                    </a:ext>
                  </a:extLst>
                </p14:cNvPr>
                <p14:cNvContentPartPr/>
                <p14:nvPr/>
              </p14:nvContentPartPr>
              <p14:xfrm>
                <a:off x="941155" y="781220"/>
                <a:ext cx="271800" cy="5025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48CE250-2E2D-A9CE-6F18-BC3B6CA4447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2155" y="772220"/>
                  <a:ext cx="2894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630C7C9-547F-3F58-41CB-4DB5BF551927}"/>
                    </a:ext>
                  </a:extLst>
                </p14:cNvPr>
                <p14:cNvContentPartPr/>
                <p14:nvPr/>
              </p14:nvContentPartPr>
              <p14:xfrm>
                <a:off x="1042315" y="929540"/>
                <a:ext cx="181080" cy="86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630C7C9-547F-3F58-41CB-4DB5BF55192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33675" y="920540"/>
                  <a:ext cx="198720" cy="103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CDFDD730-7CA4-2164-6F8F-CBD744917F30}"/>
              </a:ext>
            </a:extLst>
          </p:cNvPr>
          <p:cNvGrpSpPr/>
          <p:nvPr/>
        </p:nvGrpSpPr>
        <p:grpSpPr>
          <a:xfrm>
            <a:off x="2075875" y="821900"/>
            <a:ext cx="373680" cy="406440"/>
            <a:chOff x="2075875" y="821900"/>
            <a:chExt cx="373680" cy="40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33184BF-99C8-FEF0-7679-3B0CBAA4FB86}"/>
                    </a:ext>
                  </a:extLst>
                </p14:cNvPr>
                <p14:cNvContentPartPr/>
                <p14:nvPr/>
              </p14:nvContentPartPr>
              <p14:xfrm>
                <a:off x="2075875" y="856820"/>
                <a:ext cx="113400" cy="371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33184BF-99C8-FEF0-7679-3B0CBAA4FB8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067235" y="848180"/>
                  <a:ext cx="13104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2D91BB4-8457-55F8-8503-01BFD25E2206}"/>
                    </a:ext>
                  </a:extLst>
                </p14:cNvPr>
                <p14:cNvContentPartPr/>
                <p14:nvPr/>
              </p14:nvContentPartPr>
              <p14:xfrm>
                <a:off x="2186755" y="821900"/>
                <a:ext cx="262800" cy="393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2D91BB4-8457-55F8-8503-01BFD25E220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177755" y="812900"/>
                  <a:ext cx="280440" cy="41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F86361B-BA0C-C266-568E-412A2FFFF4A1}"/>
              </a:ext>
            </a:extLst>
          </p:cNvPr>
          <p:cNvGrpSpPr/>
          <p:nvPr/>
        </p:nvGrpSpPr>
        <p:grpSpPr>
          <a:xfrm>
            <a:off x="4945435" y="813620"/>
            <a:ext cx="329760" cy="395640"/>
            <a:chOff x="4945435" y="813620"/>
            <a:chExt cx="329760" cy="39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1DF363-06B3-839C-F8B4-82DB7160E9AE}"/>
                    </a:ext>
                  </a:extLst>
                </p14:cNvPr>
                <p14:cNvContentPartPr/>
                <p14:nvPr/>
              </p14:nvContentPartPr>
              <p14:xfrm>
                <a:off x="4945435" y="813620"/>
                <a:ext cx="329760" cy="3956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1DF363-06B3-839C-F8B4-82DB7160E9A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936435" y="804980"/>
                  <a:ext cx="3474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C38152ED-ACF3-8E15-1CE4-B471329BAA5A}"/>
                    </a:ext>
                  </a:extLst>
                </p14:cNvPr>
                <p14:cNvContentPartPr/>
                <p14:nvPr/>
              </p14:nvContentPartPr>
              <p14:xfrm>
                <a:off x="5063875" y="923060"/>
                <a:ext cx="195840" cy="36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C38152ED-ACF3-8E15-1CE4-B471329BAA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54875" y="914060"/>
                  <a:ext cx="21348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DDE579BB-9309-733F-8C57-14D4486800A9}"/>
              </a:ext>
            </a:extLst>
          </p:cNvPr>
          <p:cNvGrpSpPr/>
          <p:nvPr/>
        </p:nvGrpSpPr>
        <p:grpSpPr>
          <a:xfrm>
            <a:off x="5679115" y="783020"/>
            <a:ext cx="805320" cy="385560"/>
            <a:chOff x="5679115" y="783020"/>
            <a:chExt cx="80532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7E973268-CCE0-F446-0B21-9F6121A82F9F}"/>
                    </a:ext>
                  </a:extLst>
                </p14:cNvPr>
                <p14:cNvContentPartPr/>
                <p14:nvPr/>
              </p14:nvContentPartPr>
              <p14:xfrm>
                <a:off x="5679115" y="829460"/>
                <a:ext cx="154440" cy="2689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7E973268-CCE0-F446-0B21-9F6121A82F9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670475" y="820460"/>
                  <a:ext cx="172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67762E-E69F-6113-08EB-F9B8182274A2}"/>
                    </a:ext>
                  </a:extLst>
                </p14:cNvPr>
                <p14:cNvContentPartPr/>
                <p14:nvPr/>
              </p14:nvContentPartPr>
              <p14:xfrm>
                <a:off x="5922475" y="860060"/>
                <a:ext cx="218520" cy="2073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67762E-E69F-6113-08EB-F9B8182274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13475" y="851420"/>
                  <a:ext cx="236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E1773DEA-3A54-FFF4-75E9-D560201D2A4D}"/>
                    </a:ext>
                  </a:extLst>
                </p14:cNvPr>
                <p14:cNvContentPartPr/>
                <p14:nvPr/>
              </p14:nvContentPartPr>
              <p14:xfrm>
                <a:off x="6255835" y="905780"/>
                <a:ext cx="39600" cy="1893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E1773DEA-3A54-FFF4-75E9-D560201D2A4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46835" y="896780"/>
                  <a:ext cx="572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215FF51-5354-A626-77CB-4C0A42C80C3A}"/>
                    </a:ext>
                  </a:extLst>
                </p14:cNvPr>
                <p14:cNvContentPartPr/>
                <p14:nvPr/>
              </p14:nvContentPartPr>
              <p14:xfrm>
                <a:off x="6281755" y="783020"/>
                <a:ext cx="202680" cy="385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215FF51-5354-A626-77CB-4C0A42C80C3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72755" y="774020"/>
                  <a:ext cx="220320" cy="40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BDE01AE5-BCB7-4D38-4CC3-FCDDC40947BC}"/>
                  </a:ext>
                </a:extLst>
              </p14:cNvPr>
              <p14:cNvContentPartPr/>
              <p14:nvPr/>
            </p14:nvContentPartPr>
            <p14:xfrm>
              <a:off x="9298555" y="661340"/>
              <a:ext cx="72360" cy="6519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BDE01AE5-BCB7-4D38-4CC3-FCDDC40947B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289915" y="652700"/>
                <a:ext cx="90000" cy="669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32695EC6-7546-4F66-6D60-60732EB1CECE}"/>
              </a:ext>
            </a:extLst>
          </p:cNvPr>
          <p:cNvGrpSpPr/>
          <p:nvPr/>
        </p:nvGrpSpPr>
        <p:grpSpPr>
          <a:xfrm>
            <a:off x="7084195" y="855740"/>
            <a:ext cx="777240" cy="309600"/>
            <a:chOff x="7084195" y="855740"/>
            <a:chExt cx="777240" cy="309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827A0BA1-AA3D-E790-1ED4-D8A22EA445DE}"/>
                    </a:ext>
                  </a:extLst>
                </p14:cNvPr>
                <p14:cNvContentPartPr/>
                <p14:nvPr/>
              </p14:nvContentPartPr>
              <p14:xfrm>
                <a:off x="7084195" y="953300"/>
                <a:ext cx="23400" cy="2120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827A0BA1-AA3D-E790-1ED4-D8A22EA445D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75195" y="944300"/>
                  <a:ext cx="41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532E6F9-557C-D23A-1A1A-490CBBA5BA15}"/>
                    </a:ext>
                  </a:extLst>
                </p14:cNvPr>
                <p14:cNvContentPartPr/>
                <p14:nvPr/>
              </p14:nvContentPartPr>
              <p14:xfrm>
                <a:off x="7125595" y="967340"/>
                <a:ext cx="116280" cy="1162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532E6F9-557C-D23A-1A1A-490CBBA5BA1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16955" y="958700"/>
                  <a:ext cx="13392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C63223A-07F4-FD63-9DAF-4B25764108E9}"/>
                    </a:ext>
                  </a:extLst>
                </p14:cNvPr>
                <p14:cNvContentPartPr/>
                <p14:nvPr/>
              </p14:nvContentPartPr>
              <p14:xfrm>
                <a:off x="7309555" y="918740"/>
                <a:ext cx="43200" cy="1915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C63223A-07F4-FD63-9DAF-4B25764108E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00915" y="909740"/>
                  <a:ext cx="608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1B63EAA-9980-CA15-7CA3-5EBC9A0EAE5A}"/>
                    </a:ext>
                  </a:extLst>
                </p14:cNvPr>
                <p14:cNvContentPartPr/>
                <p14:nvPr/>
              </p14:nvContentPartPr>
              <p14:xfrm>
                <a:off x="7440595" y="956540"/>
                <a:ext cx="109440" cy="155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1B63EAA-9980-CA15-7CA3-5EBC9A0EAE5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31595" y="947900"/>
                  <a:ext cx="127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0346E9A9-CF68-D51F-8FF7-25682152EF62}"/>
                    </a:ext>
                  </a:extLst>
                </p14:cNvPr>
                <p14:cNvContentPartPr/>
                <p14:nvPr/>
              </p14:nvContentPartPr>
              <p14:xfrm>
                <a:off x="7779715" y="855740"/>
                <a:ext cx="26640" cy="200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0346E9A9-CF68-D51F-8FF7-25682152EF6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770715" y="847100"/>
                  <a:ext cx="4428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169A3D7-F8FC-526D-ED80-D94C27C0CC8A}"/>
                    </a:ext>
                  </a:extLst>
                </p14:cNvPr>
                <p14:cNvContentPartPr/>
                <p14:nvPr/>
              </p14:nvContentPartPr>
              <p14:xfrm>
                <a:off x="7701955" y="944660"/>
                <a:ext cx="159480" cy="306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169A3D7-F8FC-526D-ED80-D94C27C0CC8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93315" y="936020"/>
                  <a:ext cx="1771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2DEE609-FC41-5805-FACF-2CD5B5CBE27A}"/>
                  </a:ext>
                </a:extLst>
              </p14:cNvPr>
              <p14:cNvContentPartPr/>
              <p14:nvPr/>
            </p14:nvContentPartPr>
            <p14:xfrm>
              <a:off x="8210635" y="886700"/>
              <a:ext cx="204120" cy="19188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2DEE609-FC41-5805-FACF-2CD5B5CBE27A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201995" y="877700"/>
                <a:ext cx="221760" cy="20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20329E1-F422-F36D-D059-0294B9EE9EA0}"/>
              </a:ext>
            </a:extLst>
          </p:cNvPr>
          <p:cNvGrpSpPr/>
          <p:nvPr/>
        </p:nvGrpSpPr>
        <p:grpSpPr>
          <a:xfrm>
            <a:off x="9871315" y="711740"/>
            <a:ext cx="1492560" cy="358200"/>
            <a:chOff x="9871315" y="711740"/>
            <a:chExt cx="1492560" cy="35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EEDE7A9-B6FD-221F-0610-C00E28F329F1}"/>
                    </a:ext>
                  </a:extLst>
                </p14:cNvPr>
                <p14:cNvContentPartPr/>
                <p14:nvPr/>
              </p14:nvContentPartPr>
              <p14:xfrm>
                <a:off x="9871315" y="822260"/>
                <a:ext cx="608760" cy="1857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EEDE7A9-B6FD-221F-0610-C00E28F329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62675" y="813260"/>
                  <a:ext cx="6264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AD5616B-4F91-8C04-7B6E-BCA428AB3CEC}"/>
                    </a:ext>
                  </a:extLst>
                </p14:cNvPr>
                <p14:cNvContentPartPr/>
                <p14:nvPr/>
              </p14:nvContentPartPr>
              <p14:xfrm>
                <a:off x="10676635" y="746300"/>
                <a:ext cx="87120" cy="2487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AD5616B-4F91-8C04-7B6E-BCA428AB3CE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67995" y="737660"/>
                  <a:ext cx="10476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276074D-B650-8FC6-4AB0-11E0DBB9A732}"/>
                    </a:ext>
                  </a:extLst>
                </p14:cNvPr>
                <p14:cNvContentPartPr/>
                <p14:nvPr/>
              </p14:nvContentPartPr>
              <p14:xfrm>
                <a:off x="10668355" y="885980"/>
                <a:ext cx="229320" cy="33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276074D-B650-8FC6-4AB0-11E0DBB9A732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59715" y="877340"/>
                  <a:ext cx="24696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0BB52846-2BF4-0DFD-24AF-A5E28772A4DE}"/>
                    </a:ext>
                  </a:extLst>
                </p14:cNvPr>
                <p14:cNvContentPartPr/>
                <p14:nvPr/>
              </p14:nvContentPartPr>
              <p14:xfrm>
                <a:off x="11083075" y="711740"/>
                <a:ext cx="280800" cy="3582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0BB52846-2BF4-0DFD-24AF-A5E28772A4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74435" y="702740"/>
                  <a:ext cx="298440" cy="375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37A76373-E6B9-CD42-0F35-3149E332FAF1}"/>
                  </a:ext>
                </a:extLst>
              </p14:cNvPr>
              <p14:cNvContentPartPr/>
              <p14:nvPr/>
            </p14:nvContentPartPr>
            <p14:xfrm>
              <a:off x="616795" y="1959140"/>
              <a:ext cx="11092320" cy="7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37A76373-E6B9-CD42-0F35-3149E332FAF1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07795" y="1941140"/>
                <a:ext cx="1110996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0196472E-D2F6-EDC9-3F96-2DF9568AC95F}"/>
              </a:ext>
            </a:extLst>
          </p:cNvPr>
          <p:cNvGrpSpPr/>
          <p:nvPr/>
        </p:nvGrpSpPr>
        <p:grpSpPr>
          <a:xfrm>
            <a:off x="8189395" y="784100"/>
            <a:ext cx="401760" cy="437760"/>
            <a:chOff x="8189395" y="784100"/>
            <a:chExt cx="401760" cy="43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537A581D-7312-EAB4-7D76-A4A44598A940}"/>
                    </a:ext>
                  </a:extLst>
                </p14:cNvPr>
                <p14:cNvContentPartPr/>
                <p14:nvPr/>
              </p14:nvContentPartPr>
              <p14:xfrm>
                <a:off x="8189395" y="784100"/>
                <a:ext cx="276480" cy="437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537A581D-7312-EAB4-7D76-A4A44598A94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80395" y="775460"/>
                  <a:ext cx="29412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12E3C33-5FED-49CA-C2FE-4871568C2396}"/>
                    </a:ext>
                  </a:extLst>
                </p14:cNvPr>
                <p14:cNvContentPartPr/>
                <p14:nvPr/>
              </p14:nvContentPartPr>
              <p14:xfrm>
                <a:off x="8250595" y="978500"/>
                <a:ext cx="340560" cy="568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12E3C33-5FED-49CA-C2FE-4871568C239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41955" y="969500"/>
                  <a:ext cx="358200" cy="74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8C5DBA04-E636-4887-FB95-ED050483F7AC}"/>
                  </a:ext>
                </a:extLst>
              </p14:cNvPr>
              <p14:cNvContentPartPr/>
              <p14:nvPr/>
            </p14:nvContentPartPr>
            <p14:xfrm>
              <a:off x="607075" y="2606060"/>
              <a:ext cx="11146320" cy="7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8C5DBA04-E636-4887-FB95-ED050483F7AC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598435" y="2588060"/>
                <a:ext cx="11163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DB2E4C5B-3D9A-E4E7-E4C7-A249C5BF9B8F}"/>
                  </a:ext>
                </a:extLst>
              </p14:cNvPr>
              <p14:cNvContentPartPr/>
              <p14:nvPr/>
            </p14:nvContentPartPr>
            <p14:xfrm>
              <a:off x="567475" y="2587700"/>
              <a:ext cx="72360" cy="138744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DB2E4C5B-3D9A-E4E7-E4C7-A249C5BF9B8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58475" y="2578700"/>
                <a:ext cx="90000" cy="140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D6B243DF-97B3-FC32-D963-ED01C1C299A1}"/>
                  </a:ext>
                </a:extLst>
              </p14:cNvPr>
              <p14:cNvContentPartPr/>
              <p14:nvPr/>
            </p14:nvContentPartPr>
            <p14:xfrm>
              <a:off x="11710195" y="2609300"/>
              <a:ext cx="720" cy="203544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D6B243DF-97B3-FC32-D963-ED01C1C299A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1692195" y="2600300"/>
                <a:ext cx="36000" cy="205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AE61697-9125-BF83-D81E-7292CBADC4FD}"/>
                  </a:ext>
                </a:extLst>
              </p14:cNvPr>
              <p14:cNvContentPartPr/>
              <p14:nvPr/>
            </p14:nvContentPartPr>
            <p14:xfrm>
              <a:off x="602395" y="3980900"/>
              <a:ext cx="720" cy="105876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AE61697-9125-BF83-D81E-7292CBADC4F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84395" y="3972260"/>
                <a:ext cx="36000" cy="10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25AD59DA-4AF9-4AE6-2E7E-BC71D6415C41}"/>
                  </a:ext>
                </a:extLst>
              </p14:cNvPr>
              <p14:cNvContentPartPr/>
              <p14:nvPr/>
            </p14:nvContentPartPr>
            <p14:xfrm>
              <a:off x="671155" y="3399500"/>
              <a:ext cx="11074320" cy="72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25AD59DA-4AF9-4AE6-2E7E-BC71D6415C41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62155" y="3381500"/>
                <a:ext cx="110919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EB1CEBD3-0433-88AE-3957-23ACEEECE14D}"/>
                  </a:ext>
                </a:extLst>
              </p14:cNvPr>
              <p14:cNvContentPartPr/>
              <p14:nvPr/>
            </p14:nvContentPartPr>
            <p14:xfrm>
              <a:off x="1007395" y="1510220"/>
              <a:ext cx="229320" cy="21816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EB1CEBD3-0433-88AE-3957-23ACEEECE14D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98395" y="1501220"/>
                <a:ext cx="24696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F9C9D8C4-0ABB-7AEB-FD7F-8769447A790F}"/>
                  </a:ext>
                </a:extLst>
              </p14:cNvPr>
              <p14:cNvContentPartPr/>
              <p14:nvPr/>
            </p14:nvContentPartPr>
            <p14:xfrm>
              <a:off x="2222755" y="1606700"/>
              <a:ext cx="40320" cy="25128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F9C9D8C4-0ABB-7AEB-FD7F-8769447A790F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214115" y="1597700"/>
                <a:ext cx="57960" cy="26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6491DDE8-BC39-CF75-9AC9-56FCA487F9B6}"/>
                  </a:ext>
                </a:extLst>
              </p14:cNvPr>
              <p14:cNvContentPartPr/>
              <p14:nvPr/>
            </p14:nvContentPartPr>
            <p14:xfrm>
              <a:off x="1661875" y="1275500"/>
              <a:ext cx="720" cy="37324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6491DDE8-BC39-CF75-9AC9-56FCA487F9B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643875" y="1266500"/>
                <a:ext cx="36000" cy="375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E3507AC6-0610-5BA0-F958-B5DD3CFF90B9}"/>
                  </a:ext>
                </a:extLst>
              </p14:cNvPr>
              <p14:cNvContentPartPr/>
              <p14:nvPr/>
            </p14:nvContentPartPr>
            <p14:xfrm>
              <a:off x="2701555" y="1293860"/>
              <a:ext cx="720" cy="38055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E3507AC6-0610-5BA0-F958-B5DD3CFF90B9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684275" y="1285220"/>
                <a:ext cx="36000" cy="382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925EDAAF-8852-5F5B-F5C3-AB0D58299C9F}"/>
                  </a:ext>
                </a:extLst>
              </p14:cNvPr>
              <p14:cNvContentPartPr/>
              <p14:nvPr/>
            </p14:nvContentPartPr>
            <p14:xfrm>
              <a:off x="4829875" y="1301780"/>
              <a:ext cx="720" cy="372312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925EDAAF-8852-5F5B-F5C3-AB0D58299C9F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4811875" y="1292780"/>
                <a:ext cx="36000" cy="374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FCB58E72-EBB4-DAF2-98A4-B0D2492BF3DD}"/>
                  </a:ext>
                </a:extLst>
              </p14:cNvPr>
              <p14:cNvContentPartPr/>
              <p14:nvPr/>
            </p14:nvContentPartPr>
            <p14:xfrm>
              <a:off x="6844795" y="1306100"/>
              <a:ext cx="720" cy="38196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FCB58E72-EBB4-DAF2-98A4-B0D2492BF3DD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6826795" y="1297100"/>
                <a:ext cx="36000" cy="38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138" name="Ink 137">
                <a:extLst>
                  <a:ext uri="{FF2B5EF4-FFF2-40B4-BE49-F238E27FC236}">
                    <a16:creationId xmlns:a16="http://schemas.microsoft.com/office/drawing/2014/main" id="{92C43D3D-200C-465A-C61D-352AFFF6C79F}"/>
                  </a:ext>
                </a:extLst>
              </p14:cNvPr>
              <p14:cNvContentPartPr/>
              <p14:nvPr/>
            </p14:nvContentPartPr>
            <p14:xfrm>
              <a:off x="9414115" y="1284500"/>
              <a:ext cx="720" cy="3921480"/>
            </p14:xfrm>
          </p:contentPart>
        </mc:Choice>
        <mc:Fallback xmlns="">
          <p:pic>
            <p:nvPicPr>
              <p:cNvPr id="138" name="Ink 137">
                <a:extLst>
                  <a:ext uri="{FF2B5EF4-FFF2-40B4-BE49-F238E27FC236}">
                    <a16:creationId xmlns:a16="http://schemas.microsoft.com/office/drawing/2014/main" id="{92C43D3D-200C-465A-C61D-352AFFF6C79F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9396115" y="1275500"/>
                <a:ext cx="36000" cy="39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FE772DF6-67F2-FAE8-9E2D-A767683F2EEC}"/>
                  </a:ext>
                </a:extLst>
              </p14:cNvPr>
              <p14:cNvContentPartPr/>
              <p14:nvPr/>
            </p14:nvContentPartPr>
            <p14:xfrm>
              <a:off x="3591475" y="1543700"/>
              <a:ext cx="258120" cy="2271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FE772DF6-67F2-FAE8-9E2D-A767683F2EEC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3582835" y="1535060"/>
                <a:ext cx="275760" cy="24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4CD96B08-E2E5-85CB-A8BE-5057AEA36260}"/>
                  </a:ext>
                </a:extLst>
              </p14:cNvPr>
              <p14:cNvContentPartPr/>
              <p14:nvPr/>
            </p14:nvContentPartPr>
            <p14:xfrm>
              <a:off x="5643835" y="1513460"/>
              <a:ext cx="97920" cy="34884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4CD96B08-E2E5-85CB-A8BE-5057AEA3626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5634835" y="1504460"/>
                <a:ext cx="115560" cy="36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12D6C438-CAE7-6B0C-BCB7-0E80D3FCD828}"/>
                  </a:ext>
                </a:extLst>
              </p14:cNvPr>
              <p14:cNvContentPartPr/>
              <p14:nvPr/>
            </p14:nvContentPartPr>
            <p14:xfrm>
              <a:off x="7869715" y="1529660"/>
              <a:ext cx="96840" cy="311760"/>
            </p14:xfrm>
          </p:contentPart>
        </mc:Choice>
        <mc:Fallback xmlns=""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12D6C438-CAE7-6B0C-BCB7-0E80D3FCD828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7860715" y="1521020"/>
                <a:ext cx="11448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32F604D1-18D5-7E18-FFCC-27556CF9AD1D}"/>
                  </a:ext>
                </a:extLst>
              </p14:cNvPr>
              <p14:cNvContentPartPr/>
              <p14:nvPr/>
            </p14:nvContentPartPr>
            <p14:xfrm>
              <a:off x="2374675" y="1709660"/>
              <a:ext cx="360" cy="3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32F604D1-18D5-7E18-FFCC-27556CF9AD1D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2366035" y="1701020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F34A9343-1F5F-F136-98DB-B19E49B3292C}"/>
                  </a:ext>
                </a:extLst>
              </p14:cNvPr>
              <p14:cNvContentPartPr/>
              <p14:nvPr/>
            </p14:nvContentPartPr>
            <p14:xfrm>
              <a:off x="10405555" y="1543700"/>
              <a:ext cx="216000" cy="254160"/>
            </p14:xfrm>
          </p:contentPart>
        </mc:Choice>
        <mc:Fallback xmlns=""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F34A9343-1F5F-F136-98DB-B19E49B3292C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10396555" y="1535060"/>
                <a:ext cx="2336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5C6EF329-FAF9-234B-704C-383CF5CACE4E}"/>
                  </a:ext>
                </a:extLst>
              </p14:cNvPr>
              <p14:cNvContentPartPr/>
              <p14:nvPr/>
            </p14:nvContentPartPr>
            <p14:xfrm>
              <a:off x="983275" y="2162900"/>
              <a:ext cx="142560" cy="372240"/>
            </p14:xfrm>
          </p:contentPart>
        </mc:Choice>
        <mc:Fallback xmlns=""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5C6EF329-FAF9-234B-704C-383CF5CACE4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974635" y="2153900"/>
                <a:ext cx="160200" cy="38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E6CA90BC-5B64-E030-601F-12AEEFA99811}"/>
                  </a:ext>
                </a:extLst>
              </p14:cNvPr>
              <p14:cNvContentPartPr/>
              <p14:nvPr/>
            </p14:nvContentPartPr>
            <p14:xfrm>
              <a:off x="2106475" y="2215100"/>
              <a:ext cx="222840" cy="258480"/>
            </p14:xfrm>
          </p:contentPart>
        </mc:Choice>
        <mc:Fallback xmlns=""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E6CA90BC-5B64-E030-601F-12AEEFA99811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2097475" y="2206460"/>
                <a:ext cx="240480" cy="276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146" name="Ink 145">
                <a:extLst>
                  <a:ext uri="{FF2B5EF4-FFF2-40B4-BE49-F238E27FC236}">
                    <a16:creationId xmlns:a16="http://schemas.microsoft.com/office/drawing/2014/main" id="{1C62E1F8-CED8-00D8-1755-067CDD9538FB}"/>
                  </a:ext>
                </a:extLst>
              </p14:cNvPr>
              <p14:cNvContentPartPr/>
              <p14:nvPr/>
            </p14:nvContentPartPr>
            <p14:xfrm>
              <a:off x="3601915" y="2153180"/>
              <a:ext cx="286920" cy="254520"/>
            </p14:xfrm>
          </p:contentPart>
        </mc:Choice>
        <mc:Fallback xmlns="">
          <p:pic>
            <p:nvPicPr>
              <p:cNvPr id="146" name="Ink 145">
                <a:extLst>
                  <a:ext uri="{FF2B5EF4-FFF2-40B4-BE49-F238E27FC236}">
                    <a16:creationId xmlns:a16="http://schemas.microsoft.com/office/drawing/2014/main" id="{1C62E1F8-CED8-00D8-1755-067CDD9538FB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3592915" y="2144180"/>
                <a:ext cx="304560" cy="27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BEA5B827-B5C2-2491-1F6D-BB6CDD66C1D3}"/>
                  </a:ext>
                </a:extLst>
              </p14:cNvPr>
              <p14:cNvContentPartPr/>
              <p14:nvPr/>
            </p14:nvContentPartPr>
            <p14:xfrm>
              <a:off x="5793235" y="2241740"/>
              <a:ext cx="131760" cy="302040"/>
            </p14:xfrm>
          </p:contentPart>
        </mc:Choice>
        <mc:Fallback xmlns=""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BEA5B827-B5C2-2491-1F6D-BB6CDD66C1D3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784595" y="2232740"/>
                <a:ext cx="149400" cy="31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35F84CE1-9A4B-01E7-19F4-45DD45884516}"/>
                  </a:ext>
                </a:extLst>
              </p14:cNvPr>
              <p14:cNvContentPartPr/>
              <p14:nvPr/>
            </p14:nvContentPartPr>
            <p14:xfrm>
              <a:off x="7803115" y="2106020"/>
              <a:ext cx="200160" cy="291960"/>
            </p14:xfrm>
          </p:contentPart>
        </mc:Choice>
        <mc:Fallback xmlns=""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35F84CE1-9A4B-01E7-19F4-45DD45884516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794475" y="2097020"/>
                <a:ext cx="217800" cy="30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87D5FE07-DBEB-E0EA-274D-E378ECFBFC4B}"/>
                  </a:ext>
                </a:extLst>
              </p14:cNvPr>
              <p14:cNvContentPartPr/>
              <p14:nvPr/>
            </p14:nvContentPartPr>
            <p14:xfrm>
              <a:off x="10427155" y="2215460"/>
              <a:ext cx="94320" cy="4104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87D5FE07-DBEB-E0EA-274D-E378ECFBFC4B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10418515" y="2206820"/>
                <a:ext cx="111960" cy="42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1475A402-D4DD-7DDE-81E1-A3A4402F05CD}"/>
                  </a:ext>
                </a:extLst>
              </p14:cNvPr>
              <p14:cNvContentPartPr/>
              <p14:nvPr/>
            </p14:nvContentPartPr>
            <p14:xfrm>
              <a:off x="1058155" y="2946980"/>
              <a:ext cx="77400" cy="29988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1475A402-D4DD-7DDE-81E1-A3A4402F05C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1049155" y="2937980"/>
                <a:ext cx="95040" cy="31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6D578D76-BA26-8E06-EC94-42D19FF47FF5}"/>
                  </a:ext>
                </a:extLst>
              </p14:cNvPr>
              <p14:cNvContentPartPr/>
              <p14:nvPr/>
            </p14:nvContentPartPr>
            <p14:xfrm>
              <a:off x="956635" y="2956700"/>
              <a:ext cx="252720" cy="30888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6D578D76-BA26-8E06-EC94-42D19FF47FF5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47995" y="2947700"/>
                <a:ext cx="27036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52" name="Ink 151">
                <a:extLst>
                  <a:ext uri="{FF2B5EF4-FFF2-40B4-BE49-F238E27FC236}">
                    <a16:creationId xmlns:a16="http://schemas.microsoft.com/office/drawing/2014/main" id="{91E93E6F-9778-9EC6-0A9B-E79A6FDC5D70}"/>
                  </a:ext>
                </a:extLst>
              </p14:cNvPr>
              <p14:cNvContentPartPr/>
              <p14:nvPr/>
            </p14:nvContentPartPr>
            <p14:xfrm>
              <a:off x="2016835" y="2925380"/>
              <a:ext cx="255600" cy="342000"/>
            </p14:xfrm>
          </p:contentPart>
        </mc:Choice>
        <mc:Fallback xmlns="">
          <p:pic>
            <p:nvPicPr>
              <p:cNvPr id="152" name="Ink 151">
                <a:extLst>
                  <a:ext uri="{FF2B5EF4-FFF2-40B4-BE49-F238E27FC236}">
                    <a16:creationId xmlns:a16="http://schemas.microsoft.com/office/drawing/2014/main" id="{91E93E6F-9778-9EC6-0A9B-E79A6FDC5D70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008195" y="2916380"/>
                <a:ext cx="27324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08CE7CF5-C015-9858-6820-CAA62139E5C6}"/>
                  </a:ext>
                </a:extLst>
              </p14:cNvPr>
              <p14:cNvContentPartPr/>
              <p14:nvPr/>
            </p14:nvContentPartPr>
            <p14:xfrm>
              <a:off x="3674635" y="2822780"/>
              <a:ext cx="337320" cy="370800"/>
            </p14:xfrm>
          </p:contentPart>
        </mc:Choice>
        <mc:Fallback xmlns=""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08CE7CF5-C015-9858-6820-CAA62139E5C6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3665635" y="2813780"/>
                <a:ext cx="354960" cy="38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CF4B0BF6-EC7C-CC11-2FC9-CD67A403C7A2}"/>
                  </a:ext>
                </a:extLst>
              </p14:cNvPr>
              <p14:cNvContentPartPr/>
              <p14:nvPr/>
            </p14:nvContentPartPr>
            <p14:xfrm>
              <a:off x="5746435" y="2868500"/>
              <a:ext cx="210960" cy="311400"/>
            </p14:xfrm>
          </p:contentPart>
        </mc:Choice>
        <mc:Fallback xmlns=""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CF4B0BF6-EC7C-CC11-2FC9-CD67A403C7A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737435" y="2859500"/>
                <a:ext cx="228600" cy="32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43F8861A-7630-EAAC-6B70-CAB405CF4547}"/>
                  </a:ext>
                </a:extLst>
              </p14:cNvPr>
              <p14:cNvContentPartPr/>
              <p14:nvPr/>
            </p14:nvContentPartPr>
            <p14:xfrm>
              <a:off x="7924075" y="2895140"/>
              <a:ext cx="104760" cy="387360"/>
            </p14:xfrm>
          </p:contentPart>
        </mc:Choice>
        <mc:Fallback xmlns=""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43F8861A-7630-EAAC-6B70-CAB405CF454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915075" y="2886500"/>
                <a:ext cx="122400" cy="40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3F8F84DE-6E51-42B7-DF05-FB4CD88FBF40}"/>
                  </a:ext>
                </a:extLst>
              </p14:cNvPr>
              <p14:cNvContentPartPr/>
              <p14:nvPr/>
            </p14:nvContentPartPr>
            <p14:xfrm>
              <a:off x="10310155" y="3018620"/>
              <a:ext cx="221760" cy="342360"/>
            </p14:xfrm>
          </p:contentPart>
        </mc:Choice>
        <mc:Fallback xmlns=""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3F8F84DE-6E51-42B7-DF05-FB4CD88FBF40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10301515" y="3009620"/>
                <a:ext cx="239400" cy="36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45721354-7BEF-A7D7-C581-F305C1003368}"/>
                  </a:ext>
                </a:extLst>
              </p14:cNvPr>
              <p14:cNvContentPartPr/>
              <p14:nvPr/>
            </p14:nvContentPartPr>
            <p14:xfrm>
              <a:off x="580795" y="4186460"/>
              <a:ext cx="11125080" cy="7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45721354-7BEF-A7D7-C581-F305C100336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71795" y="4168460"/>
                <a:ext cx="1114272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68D4A24-823A-164A-089A-9EAA5E1065CF}"/>
                  </a:ext>
                </a:extLst>
              </p14:cNvPr>
              <p14:cNvContentPartPr/>
              <p14:nvPr/>
            </p14:nvContentPartPr>
            <p14:xfrm>
              <a:off x="1220155" y="3665540"/>
              <a:ext cx="26280" cy="31284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68D4A24-823A-164A-089A-9EAA5E1065CF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211515" y="3656540"/>
                <a:ext cx="43920" cy="33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1AD31B05-C1DB-3A66-E02C-98AEDE8BAE68}"/>
                  </a:ext>
                </a:extLst>
              </p14:cNvPr>
              <p14:cNvContentPartPr/>
              <p14:nvPr/>
            </p14:nvContentPartPr>
            <p14:xfrm>
              <a:off x="2348395" y="3664820"/>
              <a:ext cx="124560" cy="31680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1AD31B05-C1DB-3A66-E02C-98AEDE8BAE6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2339395" y="3656180"/>
                <a:ext cx="142200" cy="33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AEFF9B4C-9807-3724-93AD-BA6D5EF05571}"/>
                  </a:ext>
                </a:extLst>
              </p14:cNvPr>
              <p14:cNvContentPartPr/>
              <p14:nvPr/>
            </p14:nvContentPartPr>
            <p14:xfrm>
              <a:off x="3919435" y="3700100"/>
              <a:ext cx="23760" cy="3650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AEFF9B4C-9807-3724-93AD-BA6D5EF0557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910795" y="3691460"/>
                <a:ext cx="41400" cy="38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46C6126B-8DFB-B3D6-572C-5C536ED279ED}"/>
                  </a:ext>
                </a:extLst>
              </p14:cNvPr>
              <p14:cNvContentPartPr/>
              <p14:nvPr/>
            </p14:nvContentPartPr>
            <p14:xfrm>
              <a:off x="5734195" y="3743300"/>
              <a:ext cx="228240" cy="4194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46C6126B-8DFB-B3D6-572C-5C536ED279ED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725555" y="3734660"/>
                <a:ext cx="245880" cy="43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EDA7F0A2-B3C4-545D-2D52-C089D6CFFE9F}"/>
                  </a:ext>
                </a:extLst>
              </p14:cNvPr>
              <p14:cNvContentPartPr/>
              <p14:nvPr/>
            </p14:nvContentPartPr>
            <p14:xfrm>
              <a:off x="7907155" y="3675260"/>
              <a:ext cx="253080" cy="29448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EDA7F0A2-B3C4-545D-2D52-C089D6CFFE9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7898515" y="3666260"/>
                <a:ext cx="270720" cy="31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6F2A5A24-438B-D640-822F-BD2CE16CE154}"/>
                  </a:ext>
                </a:extLst>
              </p14:cNvPr>
              <p14:cNvContentPartPr/>
              <p14:nvPr/>
            </p14:nvContentPartPr>
            <p14:xfrm>
              <a:off x="10326355" y="3647900"/>
              <a:ext cx="178920" cy="3495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6F2A5A24-438B-D640-822F-BD2CE16CE154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0317715" y="3639260"/>
                <a:ext cx="196560" cy="36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232C7C82-3EE0-BD1B-308D-0633C624BA46}"/>
                  </a:ext>
                </a:extLst>
              </p14:cNvPr>
              <p14:cNvContentPartPr/>
              <p14:nvPr/>
            </p14:nvContentPartPr>
            <p14:xfrm>
              <a:off x="1167595" y="82460"/>
              <a:ext cx="221400" cy="29484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232C7C82-3EE0-BD1B-308D-0633C624BA4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1158955" y="73820"/>
                <a:ext cx="239040" cy="312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8" name="Group 167">
            <a:extLst>
              <a:ext uri="{FF2B5EF4-FFF2-40B4-BE49-F238E27FC236}">
                <a16:creationId xmlns:a16="http://schemas.microsoft.com/office/drawing/2014/main" id="{2F65AEF0-891A-701F-5CF0-A485D15A0280}"/>
              </a:ext>
            </a:extLst>
          </p:cNvPr>
          <p:cNvGrpSpPr/>
          <p:nvPr/>
        </p:nvGrpSpPr>
        <p:grpSpPr>
          <a:xfrm>
            <a:off x="1692475" y="196940"/>
            <a:ext cx="186120" cy="190080"/>
            <a:chOff x="1692475" y="196940"/>
            <a:chExt cx="186120" cy="19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84D4CC29-D1A8-6C0A-D675-686A67E1E5DD}"/>
                    </a:ext>
                  </a:extLst>
                </p14:cNvPr>
                <p14:cNvContentPartPr/>
                <p14:nvPr/>
              </p14:nvContentPartPr>
              <p14:xfrm>
                <a:off x="1692475" y="196940"/>
                <a:ext cx="131760" cy="4608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84D4CC29-D1A8-6C0A-D675-686A67E1E5D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683475" y="187940"/>
                  <a:ext cx="14940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5724EAB-0B55-B41E-59FC-D996C47AE9CF}"/>
                    </a:ext>
                  </a:extLst>
                </p14:cNvPr>
                <p14:cNvContentPartPr/>
                <p14:nvPr/>
              </p14:nvContentPartPr>
              <p14:xfrm>
                <a:off x="1762315" y="368300"/>
                <a:ext cx="116280" cy="1872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5724EAB-0B55-B41E-59FC-D996C47AE9C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753315" y="359660"/>
                  <a:ext cx="13392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6" name="Group 175">
            <a:extLst>
              <a:ext uri="{FF2B5EF4-FFF2-40B4-BE49-F238E27FC236}">
                <a16:creationId xmlns:a16="http://schemas.microsoft.com/office/drawing/2014/main" id="{073942A5-DFF2-63A9-8571-A4552F7281D9}"/>
              </a:ext>
            </a:extLst>
          </p:cNvPr>
          <p:cNvGrpSpPr/>
          <p:nvPr/>
        </p:nvGrpSpPr>
        <p:grpSpPr>
          <a:xfrm>
            <a:off x="2181355" y="84620"/>
            <a:ext cx="1217520" cy="404640"/>
            <a:chOff x="2181355" y="84620"/>
            <a:chExt cx="1217520" cy="40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6B582FE-B8A5-A015-35C0-7FDA580B9987}"/>
                    </a:ext>
                  </a:extLst>
                </p14:cNvPr>
                <p14:cNvContentPartPr/>
                <p14:nvPr/>
              </p14:nvContentPartPr>
              <p14:xfrm>
                <a:off x="2181355" y="143660"/>
                <a:ext cx="21240" cy="3456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6B582FE-B8A5-A015-35C0-7FDA580B998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72715" y="135020"/>
                  <a:ext cx="38880" cy="36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FC541E1E-B80E-BAC7-CAE3-824AFF30C9E3}"/>
                    </a:ext>
                  </a:extLst>
                </p14:cNvPr>
                <p14:cNvContentPartPr/>
                <p14:nvPr/>
              </p14:nvContentPartPr>
              <p14:xfrm>
                <a:off x="2186035" y="84620"/>
                <a:ext cx="196560" cy="40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FC541E1E-B80E-BAC7-CAE3-824AFF30C9E3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177035" y="75620"/>
                  <a:ext cx="214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87987DE4-324D-0BCD-66FA-3D8E67EAECF1}"/>
                    </a:ext>
                  </a:extLst>
                </p14:cNvPr>
                <p14:cNvContentPartPr/>
                <p14:nvPr/>
              </p14:nvContentPartPr>
              <p14:xfrm>
                <a:off x="2287915" y="278300"/>
                <a:ext cx="92160" cy="57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87987DE4-324D-0BCD-66FA-3D8E67EAECF1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279275" y="269660"/>
                  <a:ext cx="109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27446298-0C19-81DC-B3CB-889A637A0DCC}"/>
                    </a:ext>
                  </a:extLst>
                </p14:cNvPr>
                <p14:cNvContentPartPr/>
                <p14:nvPr/>
              </p14:nvContentPartPr>
              <p14:xfrm>
                <a:off x="2459275" y="295220"/>
                <a:ext cx="186120" cy="14112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27446298-0C19-81DC-B3CB-889A637A0DC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450275" y="286220"/>
                  <a:ext cx="2037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28FEC9EC-7AB9-DFF1-5F44-FF32CCF502EC}"/>
                    </a:ext>
                  </a:extLst>
                </p14:cNvPr>
                <p14:cNvContentPartPr/>
                <p14:nvPr/>
              </p14:nvContentPartPr>
              <p14:xfrm>
                <a:off x="2762035" y="149420"/>
                <a:ext cx="65160" cy="2196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28FEC9EC-7AB9-DFF1-5F44-FF32CCF502EC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53035" y="140420"/>
                  <a:ext cx="8280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24635E17-C88C-736D-E74A-441ECBB628D5}"/>
                    </a:ext>
                  </a:extLst>
                </p14:cNvPr>
                <p14:cNvContentPartPr/>
                <p14:nvPr/>
              </p14:nvContentPartPr>
              <p14:xfrm>
                <a:off x="2915035" y="263180"/>
                <a:ext cx="154440" cy="21672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24635E17-C88C-736D-E74A-441ECBB628D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6395" y="254540"/>
                  <a:ext cx="17208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C649A22D-6379-10C2-08FF-199852C525BE}"/>
                    </a:ext>
                  </a:extLst>
                </p14:cNvPr>
                <p14:cNvContentPartPr/>
                <p14:nvPr/>
              </p14:nvContentPartPr>
              <p14:xfrm>
                <a:off x="3217795" y="229340"/>
                <a:ext cx="181080" cy="2221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C649A22D-6379-10C2-08FF-199852C525BE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08795" y="220340"/>
                  <a:ext cx="198720" cy="239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77" name="Ink 176">
                <a:extLst>
                  <a:ext uri="{FF2B5EF4-FFF2-40B4-BE49-F238E27FC236}">
                    <a16:creationId xmlns:a16="http://schemas.microsoft.com/office/drawing/2014/main" id="{B09A2C6A-4AF8-6281-17B6-253F79D374A6}"/>
                  </a:ext>
                </a:extLst>
              </p14:cNvPr>
              <p14:cNvContentPartPr/>
              <p14:nvPr/>
            </p14:nvContentPartPr>
            <p14:xfrm>
              <a:off x="5625835" y="155900"/>
              <a:ext cx="20880" cy="323640"/>
            </p14:xfrm>
          </p:contentPart>
        </mc:Choice>
        <mc:Fallback xmlns="">
          <p:pic>
            <p:nvPicPr>
              <p:cNvPr id="177" name="Ink 176">
                <a:extLst>
                  <a:ext uri="{FF2B5EF4-FFF2-40B4-BE49-F238E27FC236}">
                    <a16:creationId xmlns:a16="http://schemas.microsoft.com/office/drawing/2014/main" id="{B09A2C6A-4AF8-6281-17B6-253F79D374A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616835" y="146900"/>
                <a:ext cx="38520" cy="34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CA3BAAF-65D7-1D89-C26E-E549DA92943E}"/>
              </a:ext>
            </a:extLst>
          </p:cNvPr>
          <p:cNvGrpSpPr/>
          <p:nvPr/>
        </p:nvGrpSpPr>
        <p:grpSpPr>
          <a:xfrm>
            <a:off x="5968195" y="230780"/>
            <a:ext cx="210240" cy="168480"/>
            <a:chOff x="5968195" y="230780"/>
            <a:chExt cx="210240" cy="16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DEEC58A1-D38F-74DC-0D44-9BEC91C14735}"/>
                    </a:ext>
                  </a:extLst>
                </p14:cNvPr>
                <p14:cNvContentPartPr/>
                <p14:nvPr/>
              </p14:nvContentPartPr>
              <p14:xfrm>
                <a:off x="5968195" y="230780"/>
                <a:ext cx="111240" cy="460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DEEC58A1-D38F-74DC-0D44-9BEC91C1473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959195" y="221780"/>
                  <a:ext cx="12888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AAB4D8F7-0BB4-F80C-448D-01F6A76114EB}"/>
                    </a:ext>
                  </a:extLst>
                </p14:cNvPr>
                <p14:cNvContentPartPr/>
                <p14:nvPr/>
              </p14:nvContentPartPr>
              <p14:xfrm>
                <a:off x="6077995" y="358580"/>
                <a:ext cx="100440" cy="4068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AAB4D8F7-0BB4-F80C-448D-01F6A76114E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068995" y="349940"/>
                  <a:ext cx="118080" cy="5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3B047E67-DDBB-FF5B-C4F0-E4ADDFAD28AC}"/>
              </a:ext>
            </a:extLst>
          </p:cNvPr>
          <p:cNvGrpSpPr/>
          <p:nvPr/>
        </p:nvGrpSpPr>
        <p:grpSpPr>
          <a:xfrm>
            <a:off x="6506035" y="158060"/>
            <a:ext cx="1058760" cy="287640"/>
            <a:chOff x="6506035" y="158060"/>
            <a:chExt cx="1058760" cy="28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83C60B5-2DD7-AACB-E1A1-2D8AA7D53F02}"/>
                    </a:ext>
                  </a:extLst>
                </p14:cNvPr>
                <p14:cNvContentPartPr/>
                <p14:nvPr/>
              </p14:nvContentPartPr>
              <p14:xfrm>
                <a:off x="6506035" y="158060"/>
                <a:ext cx="367920" cy="7056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83C60B5-2DD7-AACB-E1A1-2D8AA7D53F02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497395" y="149420"/>
                  <a:ext cx="385560" cy="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615541A-47CF-C0D7-5302-6F3CCCFBF6F7}"/>
                    </a:ext>
                  </a:extLst>
                </p14:cNvPr>
                <p14:cNvContentPartPr/>
                <p14:nvPr/>
              </p14:nvContentPartPr>
              <p14:xfrm>
                <a:off x="6654355" y="200900"/>
                <a:ext cx="62280" cy="2448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E615541A-47CF-C0D7-5302-6F3CCCFBF6F7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6645355" y="192260"/>
                  <a:ext cx="799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A4C18785-9C67-FD93-3CE0-445E34D2EB6B}"/>
                    </a:ext>
                  </a:extLst>
                </p14:cNvPr>
                <p14:cNvContentPartPr/>
                <p14:nvPr/>
              </p14:nvContentPartPr>
              <p14:xfrm>
                <a:off x="6871435" y="253820"/>
                <a:ext cx="224640" cy="159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4C18785-9C67-FD93-3CE0-445E34D2EB6B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862435" y="244820"/>
                  <a:ext cx="24228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EC56F6DD-AC11-91C6-3B3C-AFBD324DFA92}"/>
                    </a:ext>
                  </a:extLst>
                </p14:cNvPr>
                <p14:cNvContentPartPr/>
                <p14:nvPr/>
              </p14:nvContentPartPr>
              <p14:xfrm>
                <a:off x="7179595" y="204500"/>
                <a:ext cx="118440" cy="1454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EC56F6DD-AC11-91C6-3B3C-AFBD324DFA9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170955" y="195860"/>
                  <a:ext cx="13608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7F1E9017-8D55-9E4C-FAB8-5819A6108924}"/>
                    </a:ext>
                  </a:extLst>
                </p14:cNvPr>
                <p14:cNvContentPartPr/>
                <p14:nvPr/>
              </p14:nvContentPartPr>
              <p14:xfrm>
                <a:off x="7462195" y="218540"/>
                <a:ext cx="102600" cy="1836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7F1E9017-8D55-9E4C-FAB8-5819A6108924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53555" y="209900"/>
                  <a:ext cx="120240" cy="201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FEC63CCE-A286-AB26-E94C-B6FAA22C5B8E}"/>
                  </a:ext>
                </a:extLst>
              </p14:cNvPr>
              <p14:cNvContentPartPr/>
              <p14:nvPr/>
            </p14:nvContentPartPr>
            <p14:xfrm>
              <a:off x="7800955" y="257780"/>
              <a:ext cx="34200" cy="15480"/>
            </p14:xfrm>
          </p:contentPart>
        </mc:Choice>
        <mc:Fallback xmlns=""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FEC63CCE-A286-AB26-E94C-B6FAA22C5B8E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792315" y="249140"/>
                <a:ext cx="5184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A7484C7D-3E47-1E73-C96A-140A925481F0}"/>
                  </a:ext>
                </a:extLst>
              </p14:cNvPr>
              <p14:cNvContentPartPr/>
              <p14:nvPr/>
            </p14:nvContentPartPr>
            <p14:xfrm>
              <a:off x="4958755" y="4465100"/>
              <a:ext cx="251280" cy="269640"/>
            </p14:xfrm>
          </p:contentPart>
        </mc:Choice>
        <mc:Fallback xmlns=""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A7484C7D-3E47-1E73-C96A-140A925481F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4950115" y="4456460"/>
                <a:ext cx="2689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202" name="Ink 201">
                <a:extLst>
                  <a:ext uri="{FF2B5EF4-FFF2-40B4-BE49-F238E27FC236}">
                    <a16:creationId xmlns:a16="http://schemas.microsoft.com/office/drawing/2014/main" id="{8F5C96B7-FDFE-CECB-C7AF-D7238BD742CB}"/>
                  </a:ext>
                </a:extLst>
              </p14:cNvPr>
              <p14:cNvContentPartPr/>
              <p14:nvPr/>
            </p14:nvContentPartPr>
            <p14:xfrm>
              <a:off x="4973515" y="4496060"/>
              <a:ext cx="201600" cy="336240"/>
            </p14:xfrm>
          </p:contentPart>
        </mc:Choice>
        <mc:Fallback xmlns="">
          <p:pic>
            <p:nvPicPr>
              <p:cNvPr id="202" name="Ink 201">
                <a:extLst>
                  <a:ext uri="{FF2B5EF4-FFF2-40B4-BE49-F238E27FC236}">
                    <a16:creationId xmlns:a16="http://schemas.microsoft.com/office/drawing/2014/main" id="{8F5C96B7-FDFE-CECB-C7AF-D7238BD742C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964515" y="4487420"/>
                <a:ext cx="219240" cy="353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BE8A5A6D-352F-DA28-D3F7-153E0C8F7B35}"/>
                  </a:ext>
                </a:extLst>
              </p14:cNvPr>
              <p14:cNvContentPartPr/>
              <p14:nvPr/>
            </p14:nvContentPartPr>
            <p14:xfrm>
              <a:off x="5368795" y="4452140"/>
              <a:ext cx="158400" cy="55800"/>
            </p14:xfrm>
          </p:contentPart>
        </mc:Choice>
        <mc:Fallback xmlns=""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BE8A5A6D-352F-DA28-D3F7-153E0C8F7B3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5360155" y="4443500"/>
                <a:ext cx="176040" cy="7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D3AA200E-F981-7FD6-AE8E-47CB6D954A6F}"/>
                  </a:ext>
                </a:extLst>
              </p14:cNvPr>
              <p14:cNvContentPartPr/>
              <p14:nvPr/>
            </p14:nvContentPartPr>
            <p14:xfrm>
              <a:off x="5375995" y="4613780"/>
              <a:ext cx="148680" cy="86040"/>
            </p14:xfrm>
          </p:contentPart>
        </mc:Choice>
        <mc:Fallback xmlns=""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D3AA200E-F981-7FD6-AE8E-47CB6D954A6F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5367355" y="4605140"/>
                <a:ext cx="166320" cy="10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0C8DEAA6-F19A-88E7-DEB0-3CDF1A75CAEF}"/>
                  </a:ext>
                </a:extLst>
              </p14:cNvPr>
              <p14:cNvContentPartPr/>
              <p14:nvPr/>
            </p14:nvContentPartPr>
            <p14:xfrm>
              <a:off x="5653555" y="4387700"/>
              <a:ext cx="194400" cy="358920"/>
            </p14:xfrm>
          </p:contentPart>
        </mc:Choice>
        <mc:Fallback xmlns=""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0C8DEAA6-F19A-88E7-DEB0-3CDF1A75CAEF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5644555" y="4379060"/>
                <a:ext cx="212040" cy="37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A372541-35BA-4DF8-604E-E9CA34C9FBCF}"/>
                  </a:ext>
                </a:extLst>
              </p14:cNvPr>
              <p14:cNvContentPartPr/>
              <p14:nvPr/>
            </p14:nvContentPartPr>
            <p14:xfrm>
              <a:off x="5707555" y="4511900"/>
              <a:ext cx="213840" cy="4608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A372541-35BA-4DF8-604E-E9CA34C9FBCF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5698915" y="4502900"/>
                <a:ext cx="231480" cy="6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207" name="Ink 206">
                <a:extLst>
                  <a:ext uri="{FF2B5EF4-FFF2-40B4-BE49-F238E27FC236}">
                    <a16:creationId xmlns:a16="http://schemas.microsoft.com/office/drawing/2014/main" id="{D19C7A44-D178-E716-DA0E-0AE2A73E8047}"/>
                  </a:ext>
                </a:extLst>
              </p14:cNvPr>
              <p14:cNvContentPartPr/>
              <p14:nvPr/>
            </p14:nvContentPartPr>
            <p14:xfrm>
              <a:off x="6094915" y="4475900"/>
              <a:ext cx="251280" cy="7920"/>
            </p14:xfrm>
          </p:contentPart>
        </mc:Choice>
        <mc:Fallback xmlns="">
          <p:pic>
            <p:nvPicPr>
              <p:cNvPr id="207" name="Ink 206">
                <a:extLst>
                  <a:ext uri="{FF2B5EF4-FFF2-40B4-BE49-F238E27FC236}">
                    <a16:creationId xmlns:a16="http://schemas.microsoft.com/office/drawing/2014/main" id="{D19C7A44-D178-E716-DA0E-0AE2A73E8047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085915" y="4467260"/>
                <a:ext cx="268920" cy="2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9676C471-920D-1667-B073-FC5477707096}"/>
                  </a:ext>
                </a:extLst>
              </p14:cNvPr>
              <p14:cNvContentPartPr/>
              <p14:nvPr/>
            </p14:nvContentPartPr>
            <p14:xfrm>
              <a:off x="6162235" y="4418660"/>
              <a:ext cx="48600" cy="261720"/>
            </p14:xfrm>
          </p:contentPart>
        </mc:Choice>
        <mc:Fallback xmlns=""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9676C471-920D-1667-B073-FC5477707096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6153595" y="4409660"/>
                <a:ext cx="66240" cy="27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209" name="Ink 208">
                <a:extLst>
                  <a:ext uri="{FF2B5EF4-FFF2-40B4-BE49-F238E27FC236}">
                    <a16:creationId xmlns:a16="http://schemas.microsoft.com/office/drawing/2014/main" id="{17F624D9-1FF3-85B8-7620-9CED927D1759}"/>
                  </a:ext>
                </a:extLst>
              </p14:cNvPr>
              <p14:cNvContentPartPr/>
              <p14:nvPr/>
            </p14:nvContentPartPr>
            <p14:xfrm>
              <a:off x="6422155" y="4353500"/>
              <a:ext cx="136080" cy="335520"/>
            </p14:xfrm>
          </p:contentPart>
        </mc:Choice>
        <mc:Fallback xmlns="">
          <p:pic>
            <p:nvPicPr>
              <p:cNvPr id="209" name="Ink 208">
                <a:extLst>
                  <a:ext uri="{FF2B5EF4-FFF2-40B4-BE49-F238E27FC236}">
                    <a16:creationId xmlns:a16="http://schemas.microsoft.com/office/drawing/2014/main" id="{17F624D9-1FF3-85B8-7620-9CED927D175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6413155" y="4344500"/>
                <a:ext cx="15372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210" name="Ink 209">
                <a:extLst>
                  <a:ext uri="{FF2B5EF4-FFF2-40B4-BE49-F238E27FC236}">
                    <a16:creationId xmlns:a16="http://schemas.microsoft.com/office/drawing/2014/main" id="{38A014B8-6644-9612-4F65-0808C2B2B5F3}"/>
                  </a:ext>
                </a:extLst>
              </p14:cNvPr>
              <p14:cNvContentPartPr/>
              <p14:nvPr/>
            </p14:nvContentPartPr>
            <p14:xfrm>
              <a:off x="6592795" y="4572740"/>
              <a:ext cx="41400" cy="16560"/>
            </p14:xfrm>
          </p:contentPart>
        </mc:Choice>
        <mc:Fallback xmlns="">
          <p:pic>
            <p:nvPicPr>
              <p:cNvPr id="210" name="Ink 209">
                <a:extLst>
                  <a:ext uri="{FF2B5EF4-FFF2-40B4-BE49-F238E27FC236}">
                    <a16:creationId xmlns:a16="http://schemas.microsoft.com/office/drawing/2014/main" id="{38A014B8-6644-9612-4F65-0808C2B2B5F3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6583795" y="4563740"/>
                <a:ext cx="59040" cy="3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EABBF936-2572-327C-57A5-BB5FB4674200}"/>
                  </a:ext>
                </a:extLst>
              </p14:cNvPr>
              <p14:cNvContentPartPr/>
              <p14:nvPr/>
            </p14:nvContentPartPr>
            <p14:xfrm>
              <a:off x="2741515" y="4950740"/>
              <a:ext cx="3653640" cy="334440"/>
            </p14:xfrm>
          </p:contentPart>
        </mc:Choice>
        <mc:Fallback xmlns=""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EABBF936-2572-327C-57A5-BB5FB4674200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732515" y="4941740"/>
                <a:ext cx="3671280" cy="35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20" name="Group 219">
            <a:extLst>
              <a:ext uri="{FF2B5EF4-FFF2-40B4-BE49-F238E27FC236}">
                <a16:creationId xmlns:a16="http://schemas.microsoft.com/office/drawing/2014/main" id="{7811B277-4A18-7048-7BA8-2A43BD64FB85}"/>
              </a:ext>
            </a:extLst>
          </p:cNvPr>
          <p:cNvGrpSpPr/>
          <p:nvPr/>
        </p:nvGrpSpPr>
        <p:grpSpPr>
          <a:xfrm>
            <a:off x="562075" y="5585060"/>
            <a:ext cx="671400" cy="471600"/>
            <a:chOff x="562075" y="5585060"/>
            <a:chExt cx="671400" cy="47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7C3197A5-5A79-7638-1236-6C9ECB8BBEDB}"/>
                    </a:ext>
                  </a:extLst>
                </p14:cNvPr>
                <p14:cNvContentPartPr/>
                <p14:nvPr/>
              </p14:nvContentPartPr>
              <p14:xfrm>
                <a:off x="562075" y="5585060"/>
                <a:ext cx="671400" cy="23580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7C3197A5-5A79-7638-1236-6C9ECB8BBEDB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53075" y="5576420"/>
                  <a:ext cx="68904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3DE0047A-E366-565E-D0A6-FBD08A4EC2EF}"/>
                    </a:ext>
                  </a:extLst>
                </p14:cNvPr>
                <p14:cNvContentPartPr/>
                <p14:nvPr/>
              </p14:nvContentPartPr>
              <p14:xfrm>
                <a:off x="915955" y="5636180"/>
                <a:ext cx="116280" cy="4204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3DE0047A-E366-565E-D0A6-FBD08A4EC2E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06955" y="5627180"/>
                  <a:ext cx="133920" cy="438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217" name="Ink 216">
                <a:extLst>
                  <a:ext uri="{FF2B5EF4-FFF2-40B4-BE49-F238E27FC236}">
                    <a16:creationId xmlns:a16="http://schemas.microsoft.com/office/drawing/2014/main" id="{C02A49B1-A7C0-0FBD-1D83-F92BE2439544}"/>
                  </a:ext>
                </a:extLst>
              </p14:cNvPr>
              <p14:cNvContentPartPr/>
              <p14:nvPr/>
            </p14:nvContentPartPr>
            <p14:xfrm>
              <a:off x="1872115" y="5385620"/>
              <a:ext cx="208800" cy="114480"/>
            </p14:xfrm>
          </p:contentPart>
        </mc:Choice>
        <mc:Fallback xmlns="">
          <p:pic>
            <p:nvPicPr>
              <p:cNvPr id="217" name="Ink 216">
                <a:extLst>
                  <a:ext uri="{FF2B5EF4-FFF2-40B4-BE49-F238E27FC236}">
                    <a16:creationId xmlns:a16="http://schemas.microsoft.com/office/drawing/2014/main" id="{C02A49B1-A7C0-0FBD-1D83-F92BE243954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1863115" y="5376620"/>
                <a:ext cx="226440" cy="13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1C7DFCE-DEB1-2C87-6B4B-D872A77B66BD}"/>
              </a:ext>
            </a:extLst>
          </p:cNvPr>
          <p:cNvGrpSpPr/>
          <p:nvPr/>
        </p:nvGrpSpPr>
        <p:grpSpPr>
          <a:xfrm>
            <a:off x="1773475" y="5734820"/>
            <a:ext cx="320760" cy="259920"/>
            <a:chOff x="1773475" y="5734820"/>
            <a:chExt cx="320760" cy="259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9CB3543C-9EA3-ED0E-3B07-13CA192360BE}"/>
                    </a:ext>
                  </a:extLst>
                </p14:cNvPr>
                <p14:cNvContentPartPr/>
                <p14:nvPr/>
              </p14:nvContentPartPr>
              <p14:xfrm>
                <a:off x="1773475" y="5742740"/>
                <a:ext cx="95040" cy="252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9CB3543C-9EA3-ED0E-3B07-13CA192360BE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764835" y="5734100"/>
                  <a:ext cx="11268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27026327-4E04-A3DC-AE72-E6C3111E5A15}"/>
                    </a:ext>
                  </a:extLst>
                </p14:cNvPr>
                <p14:cNvContentPartPr/>
                <p14:nvPr/>
              </p14:nvContentPartPr>
              <p14:xfrm>
                <a:off x="1921435" y="5734820"/>
                <a:ext cx="172800" cy="7524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27026327-4E04-A3DC-AE72-E6C3111E5A15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912795" y="5726180"/>
                  <a:ext cx="190440" cy="92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222" name="Ink 221">
                <a:extLst>
                  <a:ext uri="{FF2B5EF4-FFF2-40B4-BE49-F238E27FC236}">
                    <a16:creationId xmlns:a16="http://schemas.microsoft.com/office/drawing/2014/main" id="{43955C03-C376-4B07-F6AF-DBB718EC21B6}"/>
                  </a:ext>
                </a:extLst>
              </p14:cNvPr>
              <p14:cNvContentPartPr/>
              <p14:nvPr/>
            </p14:nvContentPartPr>
            <p14:xfrm>
              <a:off x="2296555" y="3859548"/>
              <a:ext cx="12240" cy="5760"/>
            </p14:xfrm>
          </p:contentPart>
        </mc:Choice>
        <mc:Fallback xmlns="">
          <p:pic>
            <p:nvPicPr>
              <p:cNvPr id="222" name="Ink 221">
                <a:extLst>
                  <a:ext uri="{FF2B5EF4-FFF2-40B4-BE49-F238E27FC236}">
                    <a16:creationId xmlns:a16="http://schemas.microsoft.com/office/drawing/2014/main" id="{43955C03-C376-4B07-F6AF-DBB718EC21B6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287555" y="3850908"/>
                <a:ext cx="2988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224" name="Ink 223">
                <a:extLst>
                  <a:ext uri="{FF2B5EF4-FFF2-40B4-BE49-F238E27FC236}">
                    <a16:creationId xmlns:a16="http://schemas.microsoft.com/office/drawing/2014/main" id="{CEFA6943-223B-45A5-BED3-423AC632D437}"/>
                  </a:ext>
                </a:extLst>
              </p14:cNvPr>
              <p14:cNvContentPartPr/>
              <p14:nvPr/>
            </p14:nvContentPartPr>
            <p14:xfrm>
              <a:off x="2573755" y="3927228"/>
              <a:ext cx="15480" cy="13320"/>
            </p14:xfrm>
          </p:contentPart>
        </mc:Choice>
        <mc:Fallback xmlns="">
          <p:pic>
            <p:nvPicPr>
              <p:cNvPr id="224" name="Ink 223">
                <a:extLst>
                  <a:ext uri="{FF2B5EF4-FFF2-40B4-BE49-F238E27FC236}">
                    <a16:creationId xmlns:a16="http://schemas.microsoft.com/office/drawing/2014/main" id="{CEFA6943-223B-45A5-BED3-423AC632D437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564755" y="3918588"/>
                <a:ext cx="331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226" name="Ink 225">
                <a:extLst>
                  <a:ext uri="{FF2B5EF4-FFF2-40B4-BE49-F238E27FC236}">
                    <a16:creationId xmlns:a16="http://schemas.microsoft.com/office/drawing/2014/main" id="{20FBF096-7016-13F2-70C6-BFEA905A9C26}"/>
                  </a:ext>
                </a:extLst>
              </p14:cNvPr>
              <p14:cNvContentPartPr/>
              <p14:nvPr/>
            </p14:nvContentPartPr>
            <p14:xfrm>
              <a:off x="4033915" y="4017948"/>
              <a:ext cx="111600" cy="105480"/>
            </p14:xfrm>
          </p:contentPart>
        </mc:Choice>
        <mc:Fallback xmlns="">
          <p:pic>
            <p:nvPicPr>
              <p:cNvPr id="226" name="Ink 225">
                <a:extLst>
                  <a:ext uri="{FF2B5EF4-FFF2-40B4-BE49-F238E27FC236}">
                    <a16:creationId xmlns:a16="http://schemas.microsoft.com/office/drawing/2014/main" id="{20FBF096-7016-13F2-70C6-BFEA905A9C26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4024915" y="4009308"/>
                <a:ext cx="129240" cy="12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234" name="Group 233">
            <a:extLst>
              <a:ext uri="{FF2B5EF4-FFF2-40B4-BE49-F238E27FC236}">
                <a16:creationId xmlns:a16="http://schemas.microsoft.com/office/drawing/2014/main" id="{AD2692A0-7777-2FDF-02DD-1C2EA19D3C63}"/>
              </a:ext>
            </a:extLst>
          </p:cNvPr>
          <p:cNvGrpSpPr/>
          <p:nvPr/>
        </p:nvGrpSpPr>
        <p:grpSpPr>
          <a:xfrm>
            <a:off x="2916475" y="729020"/>
            <a:ext cx="1754280" cy="506488"/>
            <a:chOff x="2916475" y="729020"/>
            <a:chExt cx="1754280" cy="50648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9C213D6C-DACE-035A-0A42-28EDB0E3FDA5}"/>
                    </a:ext>
                  </a:extLst>
                </p14:cNvPr>
                <p14:cNvContentPartPr/>
                <p14:nvPr/>
              </p14:nvContentPartPr>
              <p14:xfrm>
                <a:off x="2916475" y="809300"/>
                <a:ext cx="216000" cy="4057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9C213D6C-DACE-035A-0A42-28EDB0E3FDA5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07475" y="800660"/>
                  <a:ext cx="2336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4F82324-9CDC-DC20-81B3-9283B6408593}"/>
                    </a:ext>
                  </a:extLst>
                </p14:cNvPr>
                <p14:cNvContentPartPr/>
                <p14:nvPr/>
              </p14:nvContentPartPr>
              <p14:xfrm>
                <a:off x="2997835" y="966260"/>
                <a:ext cx="167400" cy="460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4F82324-9CDC-DC20-81B3-9283B640859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2988835" y="957620"/>
                  <a:ext cx="18504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D0D7496A-05DB-7919-F4EF-E2578C2E2857}"/>
                    </a:ext>
                  </a:extLst>
                </p14:cNvPr>
                <p14:cNvContentPartPr/>
                <p14:nvPr/>
              </p14:nvContentPartPr>
              <p14:xfrm>
                <a:off x="3600115" y="916220"/>
                <a:ext cx="240120" cy="1591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D0D7496A-05DB-7919-F4EF-E2578C2E2857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591115" y="907580"/>
                  <a:ext cx="25776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CB219C2-9FA5-818F-8F0F-B60CE81B6434}"/>
                    </a:ext>
                  </a:extLst>
                </p14:cNvPr>
                <p14:cNvContentPartPr/>
                <p14:nvPr/>
              </p14:nvContentPartPr>
              <p14:xfrm>
                <a:off x="3872995" y="938900"/>
                <a:ext cx="128520" cy="126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CB219C2-9FA5-818F-8F0F-B60CE81B643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863995" y="930260"/>
                  <a:ext cx="1461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F4F2C52-8C10-A09A-5FCE-54254BACB859}"/>
                    </a:ext>
                  </a:extLst>
                </p14:cNvPr>
                <p14:cNvContentPartPr/>
                <p14:nvPr/>
              </p14:nvContentPartPr>
              <p14:xfrm>
                <a:off x="4070635" y="824420"/>
                <a:ext cx="130320" cy="2530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F4F2C52-8C10-A09A-5FCE-54254BACB85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061635" y="815420"/>
                  <a:ext cx="14796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2B25006-F4A1-78BD-16F6-99E2305BCC50}"/>
                    </a:ext>
                  </a:extLst>
                </p14:cNvPr>
                <p14:cNvContentPartPr/>
                <p14:nvPr/>
              </p14:nvContentPartPr>
              <p14:xfrm>
                <a:off x="4410115" y="810020"/>
                <a:ext cx="29160" cy="243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2B25006-F4A1-78BD-16F6-99E2305BCC5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401475" y="801380"/>
                  <a:ext cx="4680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9B96041-A860-E878-6DA3-E23EADD5388F}"/>
                    </a:ext>
                  </a:extLst>
                </p14:cNvPr>
                <p14:cNvContentPartPr/>
                <p14:nvPr/>
              </p14:nvContentPartPr>
              <p14:xfrm>
                <a:off x="4335595" y="729020"/>
                <a:ext cx="335160" cy="4276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9B96041-A860-E878-6DA3-E23EADD5388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326595" y="720020"/>
                  <a:ext cx="35280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A8240459-83AF-F903-0EFE-CC449A9D7658}"/>
                    </a:ext>
                  </a:extLst>
                </p14:cNvPr>
                <p14:cNvContentPartPr/>
                <p14:nvPr/>
              </p14:nvContentPartPr>
              <p14:xfrm>
                <a:off x="3275755" y="1211748"/>
                <a:ext cx="965160" cy="237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A8240459-83AF-F903-0EFE-CC449A9D765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3266755" y="1202748"/>
                  <a:ext cx="982800" cy="41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3" name="Group 232">
            <a:extLst>
              <a:ext uri="{FF2B5EF4-FFF2-40B4-BE49-F238E27FC236}">
                <a16:creationId xmlns:a16="http://schemas.microsoft.com/office/drawing/2014/main" id="{622F9FAE-D319-3666-9826-D83FCB5754CF}"/>
              </a:ext>
            </a:extLst>
          </p:cNvPr>
          <p:cNvGrpSpPr/>
          <p:nvPr/>
        </p:nvGrpSpPr>
        <p:grpSpPr>
          <a:xfrm>
            <a:off x="2835475" y="4365020"/>
            <a:ext cx="1784880" cy="966600"/>
            <a:chOff x="2835475" y="4365020"/>
            <a:chExt cx="1784880" cy="96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0C0D542-CC71-6BD1-D28C-A5A7A0299147}"/>
                    </a:ext>
                  </a:extLst>
                </p14:cNvPr>
                <p14:cNvContentPartPr/>
                <p14:nvPr/>
              </p14:nvContentPartPr>
              <p14:xfrm>
                <a:off x="3048595" y="4686500"/>
                <a:ext cx="255600" cy="6451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0C0D542-CC71-6BD1-D28C-A5A7A0299147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3039595" y="4677860"/>
                  <a:ext cx="273240" cy="66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A914179C-DDD8-C283-26B2-6E432DE24C57}"/>
                    </a:ext>
                  </a:extLst>
                </p14:cNvPr>
                <p14:cNvContentPartPr/>
                <p14:nvPr/>
              </p14:nvContentPartPr>
              <p14:xfrm>
                <a:off x="2860675" y="4471580"/>
                <a:ext cx="276480" cy="3150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A914179C-DDD8-C283-26B2-6E432DE24C57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2852035" y="4462940"/>
                  <a:ext cx="29412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4FA1A4B7-9162-58B9-8FD1-D516A4C903EC}"/>
                    </a:ext>
                  </a:extLst>
                </p14:cNvPr>
                <p14:cNvContentPartPr/>
                <p14:nvPr/>
              </p14:nvContentPartPr>
              <p14:xfrm>
                <a:off x="2835475" y="4442420"/>
                <a:ext cx="224640" cy="3985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4FA1A4B7-9162-58B9-8FD1-D516A4C903EC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2826475" y="4433420"/>
                  <a:ext cx="24228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3B407874-91F6-1E48-357F-7528E2FBC2E1}"/>
                    </a:ext>
                  </a:extLst>
                </p14:cNvPr>
                <p14:cNvContentPartPr/>
                <p14:nvPr/>
              </p14:nvContentPartPr>
              <p14:xfrm>
                <a:off x="3259555" y="4477700"/>
                <a:ext cx="169560" cy="4428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3B407874-91F6-1E48-357F-7528E2FBC2E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3250555" y="4468700"/>
                  <a:ext cx="18720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2BBB8233-8F47-928A-4C1A-B6D5280AD56F}"/>
                    </a:ext>
                  </a:extLst>
                </p14:cNvPr>
                <p14:cNvContentPartPr/>
                <p14:nvPr/>
              </p14:nvContentPartPr>
              <p14:xfrm>
                <a:off x="3290155" y="4658420"/>
                <a:ext cx="204120" cy="5796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2BBB8233-8F47-928A-4C1A-B6D5280AD56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281155" y="4649420"/>
                  <a:ext cx="22176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CF5F038-AD68-9766-2786-F5B8B484121A}"/>
                    </a:ext>
                  </a:extLst>
                </p14:cNvPr>
                <p14:cNvContentPartPr/>
                <p14:nvPr/>
              </p14:nvContentPartPr>
              <p14:xfrm>
                <a:off x="3664555" y="4365020"/>
                <a:ext cx="273240" cy="4644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CF5F038-AD68-9766-2786-F5B8B484121A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655915" y="4356020"/>
                  <a:ext cx="29088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061CA818-15CE-ECC5-17CA-5179F042C7CC}"/>
                    </a:ext>
                  </a:extLst>
                </p14:cNvPr>
                <p14:cNvContentPartPr/>
                <p14:nvPr/>
              </p14:nvContentPartPr>
              <p14:xfrm>
                <a:off x="3685435" y="4549700"/>
                <a:ext cx="214920" cy="5904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061CA818-15CE-ECC5-17CA-5179F042C7CC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3676795" y="4541060"/>
                  <a:ext cx="2325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5206A8FB-E18F-0AD7-80C0-C14738ABF72D}"/>
                    </a:ext>
                  </a:extLst>
                </p14:cNvPr>
                <p14:cNvContentPartPr/>
                <p14:nvPr/>
              </p14:nvContentPartPr>
              <p14:xfrm>
                <a:off x="4006195" y="4492460"/>
                <a:ext cx="165600" cy="1522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5206A8FB-E18F-0AD7-80C0-C14738ABF72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997555" y="4483460"/>
                  <a:ext cx="18324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3A467F6-72A5-43B5-2BA5-67560A909CF2}"/>
                    </a:ext>
                  </a:extLst>
                </p14:cNvPr>
                <p14:cNvContentPartPr/>
                <p14:nvPr/>
              </p14:nvContentPartPr>
              <p14:xfrm>
                <a:off x="4018435" y="4512980"/>
                <a:ext cx="147600" cy="133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3A467F6-72A5-43B5-2BA5-67560A909CF2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4009435" y="4503980"/>
                  <a:ext cx="165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1595F42D-998B-E6CE-B63D-22B7AC107817}"/>
                    </a:ext>
                  </a:extLst>
                </p14:cNvPr>
                <p14:cNvContentPartPr/>
                <p14:nvPr/>
              </p14:nvContentPartPr>
              <p14:xfrm>
                <a:off x="4235515" y="4392380"/>
                <a:ext cx="306720" cy="402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1595F42D-998B-E6CE-B63D-22B7AC107817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4226515" y="4383740"/>
                  <a:ext cx="32436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EFF72654-A8E6-E5C6-9B51-E1F34480B5C4}"/>
                    </a:ext>
                  </a:extLst>
                </p14:cNvPr>
                <p14:cNvContentPartPr/>
                <p14:nvPr/>
              </p14:nvContentPartPr>
              <p14:xfrm>
                <a:off x="4605595" y="4636820"/>
                <a:ext cx="14760" cy="2952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EFF72654-A8E6-E5C6-9B51-E1F34480B5C4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4596595" y="4627820"/>
                  <a:ext cx="32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D098E4E5-C0F6-D99A-1F05-AFB42C1763EA}"/>
                    </a:ext>
                  </a:extLst>
                </p14:cNvPr>
                <p14:cNvContentPartPr/>
                <p14:nvPr/>
              </p14:nvContentPartPr>
              <p14:xfrm>
                <a:off x="2864635" y="4973028"/>
                <a:ext cx="507600" cy="119880"/>
              </p14:xfrm>
            </p:contentPart>
          </mc:Choice>
          <mc:Fallback xmlns=""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D098E4E5-C0F6-D99A-1F05-AFB42C1763EA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855995" y="4964388"/>
                  <a:ext cx="52524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229" name="Ink 228">
                  <a:extLst>
                    <a:ext uri="{FF2B5EF4-FFF2-40B4-BE49-F238E27FC236}">
                      <a16:creationId xmlns:a16="http://schemas.microsoft.com/office/drawing/2014/main" id="{1BFA8B78-EAF0-8BAF-AC60-92EC7D4BCD68}"/>
                    </a:ext>
                  </a:extLst>
                </p14:cNvPr>
                <p14:cNvContentPartPr/>
                <p14:nvPr/>
              </p14:nvContentPartPr>
              <p14:xfrm>
                <a:off x="3714595" y="4825428"/>
                <a:ext cx="759600" cy="225720"/>
              </p14:xfrm>
            </p:contentPart>
          </mc:Choice>
          <mc:Fallback xmlns="">
            <p:pic>
              <p:nvPicPr>
                <p:cNvPr id="229" name="Ink 228">
                  <a:extLst>
                    <a:ext uri="{FF2B5EF4-FFF2-40B4-BE49-F238E27FC236}">
                      <a16:creationId xmlns:a16="http://schemas.microsoft.com/office/drawing/2014/main" id="{1BFA8B78-EAF0-8BAF-AC60-92EC7D4BCD6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705955" y="4816788"/>
                  <a:ext cx="77724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2" name="Group 231">
            <a:extLst>
              <a:ext uri="{FF2B5EF4-FFF2-40B4-BE49-F238E27FC236}">
                <a16:creationId xmlns:a16="http://schemas.microsoft.com/office/drawing/2014/main" id="{89E4E09A-AD95-7F25-82DE-6C49843E0E9F}"/>
              </a:ext>
            </a:extLst>
          </p:cNvPr>
          <p:cNvGrpSpPr/>
          <p:nvPr/>
        </p:nvGrpSpPr>
        <p:grpSpPr>
          <a:xfrm>
            <a:off x="936475" y="3944148"/>
            <a:ext cx="354600" cy="159840"/>
            <a:chOff x="936475" y="3944148"/>
            <a:chExt cx="354600" cy="15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CDB49C22-07B9-578E-421E-852E686FDD07}"/>
                    </a:ext>
                  </a:extLst>
                </p14:cNvPr>
                <p14:cNvContentPartPr/>
                <p14:nvPr/>
              </p14:nvContentPartPr>
              <p14:xfrm>
                <a:off x="1251115" y="3944148"/>
                <a:ext cx="10440" cy="1116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CDB49C22-07B9-578E-421E-852E686FDD0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242115" y="3935508"/>
                  <a:ext cx="2808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188C259D-5E7D-B8FF-2283-9C2E954455B3}"/>
                    </a:ext>
                  </a:extLst>
                </p14:cNvPr>
                <p14:cNvContentPartPr/>
                <p14:nvPr/>
              </p14:nvContentPartPr>
              <p14:xfrm>
                <a:off x="979675" y="3969348"/>
                <a:ext cx="125640" cy="28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188C259D-5E7D-B8FF-2283-9C2E954455B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71035" y="3960348"/>
                  <a:ext cx="14328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0A980972-851D-A360-9817-E5DE50F73DE7}"/>
                    </a:ext>
                  </a:extLst>
                </p14:cNvPr>
                <p14:cNvContentPartPr/>
                <p14:nvPr/>
              </p14:nvContentPartPr>
              <p14:xfrm>
                <a:off x="936475" y="4037748"/>
                <a:ext cx="354600" cy="66240"/>
              </p14:xfrm>
            </p:contentPart>
          </mc:Choice>
          <mc:Fallback xmlns=""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0A980972-851D-A360-9817-E5DE50F73DE7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27835" y="4028748"/>
                  <a:ext cx="372240" cy="8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0">
            <p14:nvContentPartPr>
              <p14:cNvPr id="231" name="Ink 230">
                <a:extLst>
                  <a:ext uri="{FF2B5EF4-FFF2-40B4-BE49-F238E27FC236}">
                    <a16:creationId xmlns:a16="http://schemas.microsoft.com/office/drawing/2014/main" id="{BD1932A5-DE24-040F-FEA0-773160D71A00}"/>
                  </a:ext>
                </a:extLst>
              </p14:cNvPr>
              <p14:cNvContentPartPr/>
              <p14:nvPr/>
            </p14:nvContentPartPr>
            <p14:xfrm>
              <a:off x="2186755" y="4037748"/>
              <a:ext cx="269280" cy="69840"/>
            </p14:xfrm>
          </p:contentPart>
        </mc:Choice>
        <mc:Fallback xmlns="">
          <p:pic>
            <p:nvPicPr>
              <p:cNvPr id="231" name="Ink 230">
                <a:extLst>
                  <a:ext uri="{FF2B5EF4-FFF2-40B4-BE49-F238E27FC236}">
                    <a16:creationId xmlns:a16="http://schemas.microsoft.com/office/drawing/2014/main" id="{BD1932A5-DE24-040F-FEA0-773160D71A0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2177755" y="4028748"/>
                <a:ext cx="28692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2">
            <p14:nvContentPartPr>
              <p14:cNvPr id="235" name="Ink 234">
                <a:extLst>
                  <a:ext uri="{FF2B5EF4-FFF2-40B4-BE49-F238E27FC236}">
                    <a16:creationId xmlns:a16="http://schemas.microsoft.com/office/drawing/2014/main" id="{D65335CE-7342-8B30-C02F-1452C4AA4CA1}"/>
                  </a:ext>
                </a:extLst>
              </p14:cNvPr>
              <p14:cNvContentPartPr/>
              <p14:nvPr/>
            </p14:nvContentPartPr>
            <p14:xfrm>
              <a:off x="3698395" y="5062308"/>
              <a:ext cx="45360" cy="11520"/>
            </p14:xfrm>
          </p:contentPart>
        </mc:Choice>
        <mc:Fallback xmlns="">
          <p:pic>
            <p:nvPicPr>
              <p:cNvPr id="235" name="Ink 234">
                <a:extLst>
                  <a:ext uri="{FF2B5EF4-FFF2-40B4-BE49-F238E27FC236}">
                    <a16:creationId xmlns:a16="http://schemas.microsoft.com/office/drawing/2014/main" id="{D65335CE-7342-8B30-C02F-1452C4AA4CA1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689755" y="5053308"/>
                <a:ext cx="63000" cy="2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40" name="Group 239">
            <a:extLst>
              <a:ext uri="{FF2B5EF4-FFF2-40B4-BE49-F238E27FC236}">
                <a16:creationId xmlns:a16="http://schemas.microsoft.com/office/drawing/2014/main" id="{FD7B26AF-41EA-2232-2CEA-71122F5D1D6A}"/>
              </a:ext>
            </a:extLst>
          </p:cNvPr>
          <p:cNvGrpSpPr/>
          <p:nvPr/>
        </p:nvGrpSpPr>
        <p:grpSpPr>
          <a:xfrm>
            <a:off x="3818635" y="5425908"/>
            <a:ext cx="1380600" cy="681480"/>
            <a:chOff x="3818635" y="5425908"/>
            <a:chExt cx="138060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EB3C20CD-4387-1A4D-1342-DF3881BBE155}"/>
                    </a:ext>
                  </a:extLst>
                </p14:cNvPr>
                <p14:cNvContentPartPr/>
                <p14:nvPr/>
              </p14:nvContentPartPr>
              <p14:xfrm>
                <a:off x="3818635" y="5425908"/>
                <a:ext cx="1008000" cy="14148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EB3C20CD-4387-1A4D-1342-DF3881BBE155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3809635" y="5416908"/>
                  <a:ext cx="1025640" cy="15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33E34246-B1FC-4586-84B5-BFFB298D60A1}"/>
                    </a:ext>
                  </a:extLst>
                </p14:cNvPr>
                <p14:cNvContentPartPr/>
                <p14:nvPr/>
              </p14:nvContentPartPr>
              <p14:xfrm>
                <a:off x="4386715" y="5626068"/>
                <a:ext cx="45720" cy="4813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33E34246-B1FC-4586-84B5-BFFB298D60A1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4378075" y="5617428"/>
                  <a:ext cx="63360" cy="49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238" name="Ink 237">
                  <a:extLst>
                    <a:ext uri="{FF2B5EF4-FFF2-40B4-BE49-F238E27FC236}">
                      <a16:creationId xmlns:a16="http://schemas.microsoft.com/office/drawing/2014/main" id="{C7A16E27-2138-EFEC-4B1D-5548E4D4F4EE}"/>
                    </a:ext>
                  </a:extLst>
                </p14:cNvPr>
                <p14:cNvContentPartPr/>
                <p14:nvPr/>
              </p14:nvContentPartPr>
              <p14:xfrm>
                <a:off x="4834555" y="5793108"/>
                <a:ext cx="364680" cy="86760"/>
              </p14:xfrm>
            </p:contentPart>
          </mc:Choice>
          <mc:Fallback xmlns="">
            <p:pic>
              <p:nvPicPr>
                <p:cNvPr id="238" name="Ink 237">
                  <a:extLst>
                    <a:ext uri="{FF2B5EF4-FFF2-40B4-BE49-F238E27FC236}">
                      <a16:creationId xmlns:a16="http://schemas.microsoft.com/office/drawing/2014/main" id="{C7A16E27-2138-EFEC-4B1D-5548E4D4F4EE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4825915" y="5784468"/>
                  <a:ext cx="382320" cy="10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0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F783321-F2A1-00E3-AE03-F37EDDA5B4A1}"/>
                  </a:ext>
                </a:extLst>
              </p14:cNvPr>
              <p14:cNvContentPartPr/>
              <p14:nvPr/>
            </p14:nvContentPartPr>
            <p14:xfrm>
              <a:off x="5782075" y="5446068"/>
              <a:ext cx="99000" cy="46188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F783321-F2A1-00E3-AE03-F37EDDA5B4A1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5773435" y="5437068"/>
                <a:ext cx="116640" cy="479520"/>
              </a:xfrm>
              <a:prstGeom prst="rect">
                <a:avLst/>
              </a:prstGeom>
            </p:spPr>
          </p:pic>
        </mc:Fallback>
      </mc:AlternateContent>
      <p:grpSp>
        <p:nvGrpSpPr>
          <p:cNvPr id="247" name="Group 246">
            <a:extLst>
              <a:ext uri="{FF2B5EF4-FFF2-40B4-BE49-F238E27FC236}">
                <a16:creationId xmlns:a16="http://schemas.microsoft.com/office/drawing/2014/main" id="{D18791E2-F56C-5378-ABB8-C6CE10EF3235}"/>
              </a:ext>
            </a:extLst>
          </p:cNvPr>
          <p:cNvGrpSpPr/>
          <p:nvPr/>
        </p:nvGrpSpPr>
        <p:grpSpPr>
          <a:xfrm>
            <a:off x="7915435" y="5576028"/>
            <a:ext cx="288720" cy="673200"/>
            <a:chOff x="7915435" y="5576028"/>
            <a:chExt cx="288720" cy="67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241" name="Ink 240">
                  <a:extLst>
                    <a:ext uri="{FF2B5EF4-FFF2-40B4-BE49-F238E27FC236}">
                      <a16:creationId xmlns:a16="http://schemas.microsoft.com/office/drawing/2014/main" id="{6B80BCF9-803A-E835-3454-3CB70E250230}"/>
                    </a:ext>
                  </a:extLst>
                </p14:cNvPr>
                <p14:cNvContentPartPr/>
                <p14:nvPr/>
              </p14:nvContentPartPr>
              <p14:xfrm>
                <a:off x="7915435" y="5807868"/>
                <a:ext cx="74880" cy="441360"/>
              </p14:xfrm>
            </p:contentPart>
          </mc:Choice>
          <mc:Fallback xmlns="">
            <p:pic>
              <p:nvPicPr>
                <p:cNvPr id="241" name="Ink 240">
                  <a:extLst>
                    <a:ext uri="{FF2B5EF4-FFF2-40B4-BE49-F238E27FC236}">
                      <a16:creationId xmlns:a16="http://schemas.microsoft.com/office/drawing/2014/main" id="{6B80BCF9-803A-E835-3454-3CB70E25023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906795" y="5798868"/>
                  <a:ext cx="925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473EE47C-ACE7-12B8-364A-EB1ED21C0E14}"/>
                    </a:ext>
                  </a:extLst>
                </p14:cNvPr>
                <p14:cNvContentPartPr/>
                <p14:nvPr/>
              </p14:nvContentPartPr>
              <p14:xfrm>
                <a:off x="7951795" y="5576028"/>
                <a:ext cx="182520" cy="16272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473EE47C-ACE7-12B8-364A-EB1ED21C0E14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7942795" y="5567028"/>
                  <a:ext cx="200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E9B07854-B10E-8555-F51F-8D534B5A75DE}"/>
                    </a:ext>
                  </a:extLst>
                </p14:cNvPr>
                <p14:cNvContentPartPr/>
                <p14:nvPr/>
              </p14:nvContentPartPr>
              <p14:xfrm>
                <a:off x="7952875" y="5937828"/>
                <a:ext cx="251280" cy="6876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E9B07854-B10E-8555-F51F-8D534B5A75DE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7944235" y="5929188"/>
                  <a:ext cx="268920" cy="8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8">
            <p14:nvContentPartPr>
              <p14:cNvPr id="244" name="Ink 243">
                <a:extLst>
                  <a:ext uri="{FF2B5EF4-FFF2-40B4-BE49-F238E27FC236}">
                    <a16:creationId xmlns:a16="http://schemas.microsoft.com/office/drawing/2014/main" id="{5EA7CD11-41E0-449E-44B6-4D96991FECA7}"/>
                  </a:ext>
                </a:extLst>
              </p14:cNvPr>
              <p14:cNvContentPartPr/>
              <p14:nvPr/>
            </p14:nvContentPartPr>
            <p14:xfrm>
              <a:off x="8605195" y="5835948"/>
              <a:ext cx="301680" cy="64440"/>
            </p14:xfrm>
          </p:contentPart>
        </mc:Choice>
        <mc:Fallback xmlns="">
          <p:pic>
            <p:nvPicPr>
              <p:cNvPr id="244" name="Ink 243">
                <a:extLst>
                  <a:ext uri="{FF2B5EF4-FFF2-40B4-BE49-F238E27FC236}">
                    <a16:creationId xmlns:a16="http://schemas.microsoft.com/office/drawing/2014/main" id="{5EA7CD11-41E0-449E-44B6-4D96991FECA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8596555" y="5826948"/>
                <a:ext cx="3193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0">
            <p14:nvContentPartPr>
              <p14:cNvPr id="245" name="Ink 244">
                <a:extLst>
                  <a:ext uri="{FF2B5EF4-FFF2-40B4-BE49-F238E27FC236}">
                    <a16:creationId xmlns:a16="http://schemas.microsoft.com/office/drawing/2014/main" id="{B89769A2-E69E-C419-92A5-9F91451AAA4C}"/>
                  </a:ext>
                </a:extLst>
              </p14:cNvPr>
              <p14:cNvContentPartPr/>
              <p14:nvPr/>
            </p14:nvContentPartPr>
            <p14:xfrm>
              <a:off x="9118195" y="5589348"/>
              <a:ext cx="317160" cy="442440"/>
            </p14:xfrm>
          </p:contentPart>
        </mc:Choice>
        <mc:Fallback xmlns="">
          <p:pic>
            <p:nvPicPr>
              <p:cNvPr id="245" name="Ink 244">
                <a:extLst>
                  <a:ext uri="{FF2B5EF4-FFF2-40B4-BE49-F238E27FC236}">
                    <a16:creationId xmlns:a16="http://schemas.microsoft.com/office/drawing/2014/main" id="{B89769A2-E69E-C419-92A5-9F91451AAA4C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9109195" y="5580348"/>
                <a:ext cx="334800" cy="46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2">
            <p14:nvContentPartPr>
              <p14:cNvPr id="246" name="Ink 245">
                <a:extLst>
                  <a:ext uri="{FF2B5EF4-FFF2-40B4-BE49-F238E27FC236}">
                    <a16:creationId xmlns:a16="http://schemas.microsoft.com/office/drawing/2014/main" id="{BF6A5E1F-59C9-2B0C-E8B3-B944DFBB00AD}"/>
                  </a:ext>
                </a:extLst>
              </p14:cNvPr>
              <p14:cNvContentPartPr/>
              <p14:nvPr/>
            </p14:nvContentPartPr>
            <p14:xfrm>
              <a:off x="9650635" y="5652348"/>
              <a:ext cx="72720" cy="17640"/>
            </p14:xfrm>
          </p:contentPart>
        </mc:Choice>
        <mc:Fallback xmlns="">
          <p:pic>
            <p:nvPicPr>
              <p:cNvPr id="246" name="Ink 245">
                <a:extLst>
                  <a:ext uri="{FF2B5EF4-FFF2-40B4-BE49-F238E27FC236}">
                    <a16:creationId xmlns:a16="http://schemas.microsoft.com/office/drawing/2014/main" id="{BF6A5E1F-59C9-2B0C-E8B3-B944DFBB00AD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9641995" y="5643708"/>
                <a:ext cx="9036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253" name="Group 252">
            <a:extLst>
              <a:ext uri="{FF2B5EF4-FFF2-40B4-BE49-F238E27FC236}">
                <a16:creationId xmlns:a16="http://schemas.microsoft.com/office/drawing/2014/main" id="{A5E2E2DA-C6B3-08ED-CCC6-B7323E68CF8D}"/>
              </a:ext>
            </a:extLst>
          </p:cNvPr>
          <p:cNvGrpSpPr/>
          <p:nvPr/>
        </p:nvGrpSpPr>
        <p:grpSpPr>
          <a:xfrm>
            <a:off x="5878555" y="5421228"/>
            <a:ext cx="1748880" cy="986760"/>
            <a:chOff x="5878555" y="5421228"/>
            <a:chExt cx="1748880" cy="986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142FF524-58AB-E5ED-2D2F-073173A1F7F0}"/>
                    </a:ext>
                  </a:extLst>
                </p14:cNvPr>
                <p14:cNvContentPartPr/>
                <p14:nvPr/>
              </p14:nvContentPartPr>
              <p14:xfrm>
                <a:off x="6175555" y="5745588"/>
                <a:ext cx="1279800" cy="108360"/>
              </p14:xfrm>
            </p:contentPart>
          </mc:Choice>
          <mc:Fallback xmlns=""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142FF524-58AB-E5ED-2D2F-073173A1F7F0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6166555" y="5736948"/>
                  <a:ext cx="129744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27F4DB9A-5859-A49D-29F9-0F511D58205C}"/>
                    </a:ext>
                  </a:extLst>
                </p14:cNvPr>
                <p14:cNvContentPartPr/>
                <p14:nvPr/>
              </p14:nvContentPartPr>
              <p14:xfrm>
                <a:off x="7108675" y="5547228"/>
                <a:ext cx="410040" cy="688320"/>
              </p14:xfrm>
            </p:contentPart>
          </mc:Choice>
          <mc:Fallback xmlns=""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27F4DB9A-5859-A49D-29F9-0F511D58205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7100035" y="5538228"/>
                  <a:ext cx="427680" cy="7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CDAAFF88-1FB7-057F-D6F3-FC771D3BDC2A}"/>
                    </a:ext>
                  </a:extLst>
                </p14:cNvPr>
                <p14:cNvContentPartPr/>
                <p14:nvPr/>
              </p14:nvContentPartPr>
              <p14:xfrm>
                <a:off x="5878555" y="5558028"/>
                <a:ext cx="531360" cy="620280"/>
              </p14:xfrm>
            </p:contentPart>
          </mc:Choice>
          <mc:Fallback xmlns=""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CDAAFF88-1FB7-057F-D6F3-FC771D3BDC2A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5869555" y="5549028"/>
                  <a:ext cx="54900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51" name="Ink 250">
                  <a:extLst>
                    <a:ext uri="{FF2B5EF4-FFF2-40B4-BE49-F238E27FC236}">
                      <a16:creationId xmlns:a16="http://schemas.microsoft.com/office/drawing/2014/main" id="{0A167A1E-8CF1-071B-F292-D034C01136EA}"/>
                    </a:ext>
                  </a:extLst>
                </p14:cNvPr>
                <p14:cNvContentPartPr/>
                <p14:nvPr/>
              </p14:nvContentPartPr>
              <p14:xfrm>
                <a:off x="5919595" y="5495028"/>
                <a:ext cx="82800" cy="912960"/>
              </p14:xfrm>
            </p:contentPart>
          </mc:Choice>
          <mc:Fallback xmlns="">
            <p:pic>
              <p:nvPicPr>
                <p:cNvPr id="251" name="Ink 250">
                  <a:extLst>
                    <a:ext uri="{FF2B5EF4-FFF2-40B4-BE49-F238E27FC236}">
                      <a16:creationId xmlns:a16="http://schemas.microsoft.com/office/drawing/2014/main" id="{0A167A1E-8CF1-071B-F292-D034C01136EA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5910955" y="5486388"/>
                  <a:ext cx="100440" cy="9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CDFDBF28-D26F-2F79-E56B-D53CA943E59E}"/>
                    </a:ext>
                  </a:extLst>
                </p14:cNvPr>
                <p14:cNvContentPartPr/>
                <p14:nvPr/>
              </p14:nvContentPartPr>
              <p14:xfrm>
                <a:off x="7557235" y="5421228"/>
                <a:ext cx="70200" cy="661320"/>
              </p14:xfrm>
            </p:contentPart>
          </mc:Choice>
          <mc:Fallback xmlns=""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CDFDBF28-D26F-2F79-E56B-D53CA943E59E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7548595" y="5412588"/>
                  <a:ext cx="87840" cy="678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926021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EF6733E3-A7A5-1F2E-5A41-0D41162F72E7}"/>
              </a:ext>
            </a:extLst>
          </p:cNvPr>
          <p:cNvGrpSpPr/>
          <p:nvPr/>
        </p:nvGrpSpPr>
        <p:grpSpPr>
          <a:xfrm>
            <a:off x="4142635" y="582140"/>
            <a:ext cx="2192400" cy="938160"/>
            <a:chOff x="4142635" y="582140"/>
            <a:chExt cx="2192400" cy="93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C8D1E0F-08DD-D2AA-2081-637D4E02BF68}"/>
                    </a:ext>
                  </a:extLst>
                </p14:cNvPr>
                <p14:cNvContentPartPr/>
                <p14:nvPr/>
              </p14:nvContentPartPr>
              <p14:xfrm>
                <a:off x="4194475" y="626420"/>
                <a:ext cx="606960" cy="89388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C8D1E0F-08DD-D2AA-2081-637D4E02BF6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4185475" y="617420"/>
                  <a:ext cx="624600" cy="91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60C8D74-BAEE-542D-A21D-BDB3587FA26F}"/>
                    </a:ext>
                  </a:extLst>
                </p14:cNvPr>
                <p14:cNvContentPartPr/>
                <p14:nvPr/>
              </p14:nvContentPartPr>
              <p14:xfrm>
                <a:off x="4142635" y="1305020"/>
                <a:ext cx="466920" cy="157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60C8D74-BAEE-542D-A21D-BDB3587FA26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133635" y="1296380"/>
                  <a:ext cx="4845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FFEB43-7B13-E17B-282F-D6E59975DB4C}"/>
                    </a:ext>
                  </a:extLst>
                </p14:cNvPr>
                <p14:cNvContentPartPr/>
                <p14:nvPr/>
              </p14:nvContentPartPr>
              <p14:xfrm>
                <a:off x="5023915" y="582140"/>
                <a:ext cx="938520" cy="7322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FFEB43-7B13-E17B-282F-D6E59975DB4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014915" y="573140"/>
                  <a:ext cx="956160" cy="74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FFDA3A8-24D0-B3D3-9E2D-F856988176AD}"/>
                    </a:ext>
                  </a:extLst>
                </p14:cNvPr>
                <p14:cNvContentPartPr/>
                <p14:nvPr/>
              </p14:nvContentPartPr>
              <p14:xfrm>
                <a:off x="6259795" y="846020"/>
                <a:ext cx="75240" cy="4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FFDA3A8-24D0-B3D3-9E2D-F856988176A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251155" y="837020"/>
                  <a:ext cx="9288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36189B8B-7BEB-C672-A7B5-8BF76B8ED7F1}"/>
              </a:ext>
            </a:extLst>
          </p:cNvPr>
          <p:cNvGrpSpPr/>
          <p:nvPr/>
        </p:nvGrpSpPr>
        <p:grpSpPr>
          <a:xfrm>
            <a:off x="5148475" y="2795060"/>
            <a:ext cx="1203480" cy="758880"/>
            <a:chOff x="5148475" y="2795060"/>
            <a:chExt cx="1203480" cy="758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D4111B4-C3E1-FD2A-E442-06A2C57D5EF5}"/>
                    </a:ext>
                  </a:extLst>
                </p14:cNvPr>
                <p14:cNvContentPartPr/>
                <p14:nvPr/>
              </p14:nvContentPartPr>
              <p14:xfrm>
                <a:off x="5148475" y="2814860"/>
                <a:ext cx="439920" cy="7390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D4111B4-C3E1-FD2A-E442-06A2C57D5EF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139475" y="2806220"/>
                  <a:ext cx="457560" cy="75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0E7EE56-54C1-1633-29EA-3168C937CB37}"/>
                    </a:ext>
                  </a:extLst>
                </p14:cNvPr>
                <p14:cNvContentPartPr/>
                <p14:nvPr/>
              </p14:nvContentPartPr>
              <p14:xfrm>
                <a:off x="5861995" y="2795060"/>
                <a:ext cx="489960" cy="738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0E7EE56-54C1-1633-29EA-3168C937CB3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853355" y="2786060"/>
                  <a:ext cx="507600" cy="75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EC840E6-597C-3859-C65C-5E5D227873AD}"/>
              </a:ext>
            </a:extLst>
          </p:cNvPr>
          <p:cNvGrpSpPr/>
          <p:nvPr/>
        </p:nvGrpSpPr>
        <p:grpSpPr>
          <a:xfrm>
            <a:off x="7182835" y="61580"/>
            <a:ext cx="4820040" cy="3512880"/>
            <a:chOff x="7182835" y="61580"/>
            <a:chExt cx="4820040" cy="351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B650287-3E3B-278C-F00C-D2A8B4F8057E}"/>
                    </a:ext>
                  </a:extLst>
                </p14:cNvPr>
                <p14:cNvContentPartPr/>
                <p14:nvPr/>
              </p14:nvContentPartPr>
              <p14:xfrm>
                <a:off x="7433035" y="889220"/>
                <a:ext cx="389880" cy="92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B650287-3E3B-278C-F00C-D2A8B4F8057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24035" y="880580"/>
                  <a:ext cx="4075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2AD240-6894-C144-B094-D455779AA3FC}"/>
                    </a:ext>
                  </a:extLst>
                </p14:cNvPr>
                <p14:cNvContentPartPr/>
                <p14:nvPr/>
              </p14:nvContentPartPr>
              <p14:xfrm>
                <a:off x="9120355" y="170660"/>
                <a:ext cx="436680" cy="896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2AD240-6894-C144-B094-D455779AA3F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111355" y="162020"/>
                  <a:ext cx="45432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5BFB064-EEC0-AB21-E74D-496A7E3DFFDE}"/>
                    </a:ext>
                  </a:extLst>
                </p14:cNvPr>
                <p14:cNvContentPartPr/>
                <p14:nvPr/>
              </p14:nvContentPartPr>
              <p14:xfrm>
                <a:off x="8752795" y="475580"/>
                <a:ext cx="600480" cy="473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5BFB064-EEC0-AB21-E74D-496A7E3DFFD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44155" y="466580"/>
                  <a:ext cx="61812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48D0AB7-E892-6E66-CE08-A3B045C6E04A}"/>
                    </a:ext>
                  </a:extLst>
                </p14:cNvPr>
                <p14:cNvContentPartPr/>
                <p14:nvPr/>
              </p14:nvContentPartPr>
              <p14:xfrm>
                <a:off x="9574675" y="466220"/>
                <a:ext cx="128520" cy="3963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48D0AB7-E892-6E66-CE08-A3B045C6E0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566035" y="457220"/>
                  <a:ext cx="1461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416D9F-08B9-F062-32E8-CD80813DC388}"/>
                    </a:ext>
                  </a:extLst>
                </p14:cNvPr>
                <p14:cNvContentPartPr/>
                <p14:nvPr/>
              </p14:nvContentPartPr>
              <p14:xfrm>
                <a:off x="8852515" y="374060"/>
                <a:ext cx="330840" cy="117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416D9F-08B9-F062-32E8-CD80813DC38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843515" y="365060"/>
                  <a:ext cx="348480" cy="13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B149D21-5B8B-9861-78B0-95FE3991AEE5}"/>
                    </a:ext>
                  </a:extLst>
                </p14:cNvPr>
                <p14:cNvContentPartPr/>
                <p14:nvPr/>
              </p14:nvContentPartPr>
              <p14:xfrm>
                <a:off x="9995875" y="484580"/>
                <a:ext cx="202680" cy="2653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B149D21-5B8B-9861-78B0-95FE3991AE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986875" y="475940"/>
                  <a:ext cx="220320" cy="28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99A432-85F5-8EAF-D473-266206716F7C}"/>
                    </a:ext>
                  </a:extLst>
                </p14:cNvPr>
                <p14:cNvContentPartPr/>
                <p14:nvPr/>
              </p14:nvContentPartPr>
              <p14:xfrm>
                <a:off x="9002995" y="416900"/>
                <a:ext cx="1389600" cy="8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99A432-85F5-8EAF-D473-266206716F7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994355" y="408260"/>
                  <a:ext cx="140724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DF4253C-4A70-1BD2-19F6-91AC4FB747FA}"/>
                    </a:ext>
                  </a:extLst>
                </p14:cNvPr>
                <p14:cNvContentPartPr/>
                <p14:nvPr/>
              </p14:nvContentPartPr>
              <p14:xfrm>
                <a:off x="7182835" y="2915660"/>
                <a:ext cx="841320" cy="223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DF4253C-4A70-1BD2-19F6-91AC4FB747F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74195" y="2906660"/>
                  <a:ext cx="85896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6EE4842-9B0E-709B-5BF2-6B655FBA376E}"/>
                    </a:ext>
                  </a:extLst>
                </p14:cNvPr>
                <p14:cNvContentPartPr/>
                <p14:nvPr/>
              </p14:nvContentPartPr>
              <p14:xfrm>
                <a:off x="9126115" y="2143460"/>
                <a:ext cx="411840" cy="6724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6EE4842-9B0E-709B-5BF2-6B655FBA376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17475" y="2134460"/>
                  <a:ext cx="429480" cy="69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71D005-859E-E1C0-68AF-38BC093B7F2D}"/>
                    </a:ext>
                  </a:extLst>
                </p14:cNvPr>
                <p14:cNvContentPartPr/>
                <p14:nvPr/>
              </p14:nvContentPartPr>
              <p14:xfrm>
                <a:off x="9502315" y="1980380"/>
                <a:ext cx="366840" cy="5666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C71D005-859E-E1C0-68AF-38BC093B7F2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93675" y="1971380"/>
                  <a:ext cx="384480" cy="58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1BB553D-7FD3-5577-6725-2B26D4D5B131}"/>
                    </a:ext>
                  </a:extLst>
                </p14:cNvPr>
                <p14:cNvContentPartPr/>
                <p14:nvPr/>
              </p14:nvContentPartPr>
              <p14:xfrm>
                <a:off x="10160755" y="1882100"/>
                <a:ext cx="479160" cy="4424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1BB553D-7FD3-5577-6725-2B26D4D5B13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151755" y="1873100"/>
                  <a:ext cx="4968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7AC224A-AEF8-47D3-7F1D-C06CBEC9816C}"/>
                    </a:ext>
                  </a:extLst>
                </p14:cNvPr>
                <p14:cNvContentPartPr/>
                <p14:nvPr/>
              </p14:nvContentPartPr>
              <p14:xfrm>
                <a:off x="10865275" y="1729460"/>
                <a:ext cx="307440" cy="450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7AC224A-AEF8-47D3-7F1D-C06CBEC981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856635" y="1720820"/>
                  <a:ext cx="325080" cy="46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E966FE9-D715-AFE5-D03F-E1C2A9EFB73A}"/>
                    </a:ext>
                  </a:extLst>
                </p14:cNvPr>
                <p14:cNvContentPartPr/>
                <p14:nvPr/>
              </p14:nvContentPartPr>
              <p14:xfrm>
                <a:off x="11297635" y="1616420"/>
                <a:ext cx="58680" cy="665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E966FE9-D715-AFE5-D03F-E1C2A9EFB73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1288995" y="1607780"/>
                  <a:ext cx="76320" cy="68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7734E97-9EF0-F718-EE25-54BB56CB6587}"/>
                    </a:ext>
                  </a:extLst>
                </p14:cNvPr>
                <p14:cNvContentPartPr/>
                <p14:nvPr/>
              </p14:nvContentPartPr>
              <p14:xfrm>
                <a:off x="9362995" y="1569980"/>
                <a:ext cx="2416320" cy="351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7734E97-9EF0-F718-EE25-54BB56CB658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54355" y="1560980"/>
                  <a:ext cx="24339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E2FF169-FBD0-14F7-B3E5-F869FE0EC3A0}"/>
                    </a:ext>
                  </a:extLst>
                </p14:cNvPr>
                <p14:cNvContentPartPr/>
                <p14:nvPr/>
              </p14:nvContentPartPr>
              <p14:xfrm>
                <a:off x="11161555" y="1105220"/>
                <a:ext cx="841320" cy="20178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E2FF169-FBD0-14F7-B3E5-F869FE0EC3A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152555" y="1096580"/>
                  <a:ext cx="858960" cy="20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A830CB4-13CE-92EA-4C41-B5938B26E7F8}"/>
                    </a:ext>
                  </a:extLst>
                </p14:cNvPr>
                <p14:cNvContentPartPr/>
                <p14:nvPr/>
              </p14:nvContentPartPr>
              <p14:xfrm>
                <a:off x="8605195" y="1713980"/>
                <a:ext cx="417600" cy="1860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A830CB4-13CE-92EA-4C41-B5938B26E7F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596555" y="1705340"/>
                  <a:ext cx="435240" cy="187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7D37ADEB-821C-F5C7-0C0B-016E96E1CA17}"/>
                    </a:ext>
                  </a:extLst>
                </p14:cNvPr>
                <p14:cNvContentPartPr/>
                <p14:nvPr/>
              </p14:nvContentPartPr>
              <p14:xfrm>
                <a:off x="8248435" y="101540"/>
                <a:ext cx="732240" cy="14860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7D37ADEB-821C-F5C7-0C0B-016E96E1CA1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239435" y="92900"/>
                  <a:ext cx="749880" cy="15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220307B-1300-3D8D-DEFA-725BFF6A71D7}"/>
                    </a:ext>
                  </a:extLst>
                </p14:cNvPr>
                <p14:cNvContentPartPr/>
                <p14:nvPr/>
              </p14:nvContentPartPr>
              <p14:xfrm>
                <a:off x="10459915" y="61580"/>
                <a:ext cx="494640" cy="1332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220307B-1300-3D8D-DEFA-725BFF6A71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450915" y="52580"/>
                  <a:ext cx="512280" cy="13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9360E3F-4550-2DE1-2C8B-F53DFB2412E8}"/>
                    </a:ext>
                  </a:extLst>
                </p14:cNvPr>
                <p14:cNvContentPartPr/>
                <p14:nvPr/>
              </p14:nvContentPartPr>
              <p14:xfrm>
                <a:off x="9748195" y="3264860"/>
                <a:ext cx="740880" cy="247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9360E3F-4550-2DE1-2C8B-F53DFB2412E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739555" y="3256220"/>
                  <a:ext cx="758520" cy="265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FEB6E59-2A98-A18D-6643-DEF8A774359F}"/>
                  </a:ext>
                </a:extLst>
              </p14:cNvPr>
              <p14:cNvContentPartPr/>
              <p14:nvPr/>
            </p14:nvContentPartPr>
            <p14:xfrm>
              <a:off x="5074675" y="1969220"/>
              <a:ext cx="410400" cy="40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FEB6E59-2A98-A18D-6643-DEF8A774359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065675" y="1960220"/>
                <a:ext cx="428040" cy="5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985C4AB9-62B4-7E87-AF4E-A6035CD8B849}"/>
                  </a:ext>
                </a:extLst>
              </p14:cNvPr>
              <p14:cNvContentPartPr/>
              <p14:nvPr/>
            </p14:nvContentPartPr>
            <p14:xfrm>
              <a:off x="938635" y="4170620"/>
              <a:ext cx="844560" cy="51300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985C4AB9-62B4-7E87-AF4E-A6035CD8B84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29635" y="4161980"/>
                <a:ext cx="862200" cy="530640"/>
              </a:xfrm>
              <a:prstGeom prst="rect">
                <a:avLst/>
              </a:prstGeom>
            </p:spPr>
          </p:pic>
        </mc:Fallback>
      </mc:AlternateContent>
      <p:grpSp>
        <p:nvGrpSpPr>
          <p:cNvPr id="44" name="Group 43">
            <a:extLst>
              <a:ext uri="{FF2B5EF4-FFF2-40B4-BE49-F238E27FC236}">
                <a16:creationId xmlns:a16="http://schemas.microsoft.com/office/drawing/2014/main" id="{FB840721-9F55-CD5A-B02F-FEDE094253CD}"/>
              </a:ext>
            </a:extLst>
          </p:cNvPr>
          <p:cNvGrpSpPr/>
          <p:nvPr/>
        </p:nvGrpSpPr>
        <p:grpSpPr>
          <a:xfrm>
            <a:off x="2469355" y="3833300"/>
            <a:ext cx="1554120" cy="659160"/>
            <a:chOff x="2469355" y="3833300"/>
            <a:chExt cx="1554120" cy="65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55AC4F3-4554-F906-D7E7-5C33A87DC2C9}"/>
                    </a:ext>
                  </a:extLst>
                </p14:cNvPr>
                <p14:cNvContentPartPr/>
                <p14:nvPr/>
              </p14:nvContentPartPr>
              <p14:xfrm>
                <a:off x="2469355" y="4119860"/>
                <a:ext cx="394200" cy="372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55AC4F3-4554-F906-D7E7-5C33A87DC2C9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60715" y="4110860"/>
                  <a:ext cx="411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7510E2-C8F9-3E1A-FD8F-162E5B5975F1}"/>
                    </a:ext>
                  </a:extLst>
                </p14:cNvPr>
                <p14:cNvContentPartPr/>
                <p14:nvPr/>
              </p14:nvContentPartPr>
              <p14:xfrm>
                <a:off x="3043915" y="4192580"/>
                <a:ext cx="408960" cy="282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7510E2-C8F9-3E1A-FD8F-162E5B5975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035275" y="4183940"/>
                  <a:ext cx="4266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A257180-8FA8-F51E-FBA5-3B285F0E92A3}"/>
                    </a:ext>
                  </a:extLst>
                </p14:cNvPr>
                <p14:cNvContentPartPr/>
                <p14:nvPr/>
              </p14:nvContentPartPr>
              <p14:xfrm>
                <a:off x="3737635" y="3833300"/>
                <a:ext cx="285840" cy="6123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A257180-8FA8-F51E-FBA5-3B285F0E92A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728995" y="3824300"/>
                  <a:ext cx="303480" cy="63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B7D5546-5D70-A604-8709-8ADAA3061F2C}"/>
              </a:ext>
            </a:extLst>
          </p:cNvPr>
          <p:cNvGrpSpPr/>
          <p:nvPr/>
        </p:nvGrpSpPr>
        <p:grpSpPr>
          <a:xfrm>
            <a:off x="4717915" y="3953900"/>
            <a:ext cx="1226520" cy="1064520"/>
            <a:chOff x="4717915" y="3953900"/>
            <a:chExt cx="1226520" cy="106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8F57ED-BB36-6259-7B2E-5386E4E1E0B9}"/>
                    </a:ext>
                  </a:extLst>
                </p14:cNvPr>
                <p14:cNvContentPartPr/>
                <p14:nvPr/>
              </p14:nvContentPartPr>
              <p14:xfrm>
                <a:off x="4717915" y="3953900"/>
                <a:ext cx="571680" cy="10645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8F57ED-BB36-6259-7B2E-5386E4E1E0B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709275" y="3945260"/>
                  <a:ext cx="589320" cy="10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2D4EE562-9409-8008-7DBE-6DEF84FC1186}"/>
                    </a:ext>
                  </a:extLst>
                </p14:cNvPr>
                <p14:cNvContentPartPr/>
                <p14:nvPr/>
              </p14:nvContentPartPr>
              <p14:xfrm>
                <a:off x="5776315" y="4020140"/>
                <a:ext cx="168120" cy="126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2D4EE562-9409-8008-7DBE-6DEF84FC118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767675" y="4011500"/>
                  <a:ext cx="185760" cy="144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E8BF00B7-06CA-1341-159C-DDCC3EEC5B6D}"/>
                  </a:ext>
                </a:extLst>
              </p14:cNvPr>
              <p14:cNvContentPartPr/>
              <p14:nvPr/>
            </p14:nvContentPartPr>
            <p14:xfrm>
              <a:off x="1206475" y="5167100"/>
              <a:ext cx="409680" cy="6706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E8BF00B7-06CA-1341-159C-DDCC3EEC5B6D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197835" y="5158460"/>
                <a:ext cx="427320" cy="68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09E9D411-87EF-29FE-319C-7454C4ED995C}"/>
                  </a:ext>
                </a:extLst>
              </p14:cNvPr>
              <p14:cNvContentPartPr/>
              <p14:nvPr/>
            </p14:nvContentPartPr>
            <p14:xfrm>
              <a:off x="5003395" y="5183660"/>
              <a:ext cx="99360" cy="6166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09E9D411-87EF-29FE-319C-7454C4ED995C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994755" y="5174660"/>
                <a:ext cx="117000" cy="63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DAD3ABA-9FA4-6A77-05BE-2EA844F4C2F9}"/>
                  </a:ext>
                </a:extLst>
              </p14:cNvPr>
              <p14:cNvContentPartPr/>
              <p14:nvPr/>
            </p14:nvContentPartPr>
            <p14:xfrm>
              <a:off x="1309795" y="5950820"/>
              <a:ext cx="829080" cy="9792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DAD3ABA-9FA4-6A77-05BE-2EA844F4C2F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301155" y="5942180"/>
                <a:ext cx="84672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01B07D7-6AE8-D272-A661-0785E1AF6E9E}"/>
                  </a:ext>
                </a:extLst>
              </p14:cNvPr>
              <p14:cNvContentPartPr/>
              <p14:nvPr/>
            </p14:nvContentPartPr>
            <p14:xfrm>
              <a:off x="4901155" y="5883500"/>
              <a:ext cx="669600" cy="74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01B07D7-6AE8-D272-A661-0785E1AF6E9E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892155" y="5874500"/>
                <a:ext cx="687240" cy="91800"/>
              </a:xfrm>
              <a:prstGeom prst="rect">
                <a:avLst/>
              </a:prstGeom>
            </p:spPr>
          </p:pic>
        </mc:Fallback>
      </mc:AlternateContent>
      <p:grpSp>
        <p:nvGrpSpPr>
          <p:cNvPr id="51" name="Group 50">
            <a:extLst>
              <a:ext uri="{FF2B5EF4-FFF2-40B4-BE49-F238E27FC236}">
                <a16:creationId xmlns:a16="http://schemas.microsoft.com/office/drawing/2014/main" id="{4A55C5B7-8987-1C84-68B0-1781F62108FD}"/>
              </a:ext>
            </a:extLst>
          </p:cNvPr>
          <p:cNvGrpSpPr/>
          <p:nvPr/>
        </p:nvGrpSpPr>
        <p:grpSpPr>
          <a:xfrm>
            <a:off x="6485875" y="4939940"/>
            <a:ext cx="605160" cy="571680"/>
            <a:chOff x="6485875" y="4939940"/>
            <a:chExt cx="605160" cy="57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09C983-1682-2DF0-ABE5-3DFF2DBD1644}"/>
                    </a:ext>
                  </a:extLst>
                </p14:cNvPr>
                <p14:cNvContentPartPr/>
                <p14:nvPr/>
              </p14:nvContentPartPr>
              <p14:xfrm>
                <a:off x="6485875" y="4939940"/>
                <a:ext cx="431640" cy="187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09C983-1682-2DF0-ABE5-3DFF2DBD164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476875" y="4931300"/>
                  <a:ext cx="4492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699E7F4-EDB1-5AA2-F59B-E0929AE11DB5}"/>
                    </a:ext>
                  </a:extLst>
                </p14:cNvPr>
                <p14:cNvContentPartPr/>
                <p14:nvPr/>
              </p14:nvContentPartPr>
              <p14:xfrm>
                <a:off x="6677035" y="5405060"/>
                <a:ext cx="414000" cy="106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699E7F4-EDB1-5AA2-F59B-E0929AE11DB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668395" y="5396060"/>
                  <a:ext cx="4316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B89A05-32B8-2599-9A11-2D067D85D308}"/>
              </a:ext>
            </a:extLst>
          </p:cNvPr>
          <p:cNvGrpSpPr/>
          <p:nvPr/>
        </p:nvGrpSpPr>
        <p:grpSpPr>
          <a:xfrm>
            <a:off x="8862235" y="4513340"/>
            <a:ext cx="1242000" cy="874080"/>
            <a:chOff x="8862235" y="4513340"/>
            <a:chExt cx="1242000" cy="874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D9F293B-089C-574F-E2A5-8D3FE730F361}"/>
                    </a:ext>
                  </a:extLst>
                </p14:cNvPr>
                <p14:cNvContentPartPr/>
                <p14:nvPr/>
              </p14:nvContentPartPr>
              <p14:xfrm>
                <a:off x="8862235" y="4513340"/>
                <a:ext cx="627120" cy="874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D9F293B-089C-574F-E2A5-8D3FE730F36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853595" y="4504700"/>
                  <a:ext cx="644760" cy="89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239CF42-F3A2-6403-6B2D-E4CD030B6BE4}"/>
                    </a:ext>
                  </a:extLst>
                </p14:cNvPr>
                <p14:cNvContentPartPr/>
                <p14:nvPr/>
              </p14:nvContentPartPr>
              <p14:xfrm>
                <a:off x="10091995" y="5110940"/>
                <a:ext cx="12240" cy="252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239CF42-F3A2-6403-6B2D-E4CD030B6B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082995" y="5101940"/>
                  <a:ext cx="29880" cy="4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FF0D5FA2-15A6-27DE-09CE-5D9C64F37961}"/>
              </a:ext>
            </a:extLst>
          </p:cNvPr>
          <p:cNvGrpSpPr/>
          <p:nvPr/>
        </p:nvGrpSpPr>
        <p:grpSpPr>
          <a:xfrm>
            <a:off x="2809915" y="5006180"/>
            <a:ext cx="1497240" cy="501120"/>
            <a:chOff x="2809915" y="5006180"/>
            <a:chExt cx="1497240" cy="50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5C33F00-F702-8461-3F44-15D52C12ADBC}"/>
                    </a:ext>
                  </a:extLst>
                </p14:cNvPr>
                <p14:cNvContentPartPr/>
                <p14:nvPr/>
              </p14:nvContentPartPr>
              <p14:xfrm>
                <a:off x="2809915" y="5006180"/>
                <a:ext cx="1058400" cy="5011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5C33F00-F702-8461-3F44-15D52C12AD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800915" y="4997180"/>
                  <a:ext cx="107604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A959D74-B372-FB2B-901C-94DC18AF6D7D}"/>
                    </a:ext>
                  </a:extLst>
                </p14:cNvPr>
                <p14:cNvContentPartPr/>
                <p14:nvPr/>
              </p14:nvContentPartPr>
              <p14:xfrm>
                <a:off x="4287355" y="5198780"/>
                <a:ext cx="19800" cy="2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A959D74-B372-FB2B-901C-94DC18AF6D7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278355" y="5190140"/>
                  <a:ext cx="37440" cy="40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78105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D26338-9126-D016-D888-1E13111394D9}"/>
              </a:ext>
            </a:extLst>
          </p:cNvPr>
          <p:cNvSpPr txBox="1"/>
          <p:nvPr/>
        </p:nvSpPr>
        <p:spPr>
          <a:xfrm>
            <a:off x="434591" y="427614"/>
            <a:ext cx="609432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=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5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5CC5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(x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&gt;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and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x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&lt;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</a:t>
            </a:r>
            <a:r>
              <a:rPr lang="en-US" b="0" i="0" dirty="0">
                <a:solidFill>
                  <a:srgbClr val="990055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b="0" i="0" dirty="0">
                <a:effectLst/>
                <a:latin typeface="Consolas" panose="020B0609020204030204" pitchFamily="49" charset="0"/>
              </a:rPr>
              <a:t>)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3F8B6A6-7643-1281-D4C2-ACA7EF1297D6}"/>
                  </a:ext>
                </a:extLst>
              </p14:cNvPr>
              <p14:cNvContentPartPr/>
              <p14:nvPr/>
            </p14:nvContentPartPr>
            <p14:xfrm>
              <a:off x="1067875" y="4841268"/>
              <a:ext cx="24480" cy="4021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3F8B6A6-7643-1281-D4C2-ACA7EF1297D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58875" y="4832628"/>
                <a:ext cx="42120" cy="41976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1286A30C-ABBD-1C0F-43DE-AAEC4AF6D51E}"/>
              </a:ext>
            </a:extLst>
          </p:cNvPr>
          <p:cNvGrpSpPr/>
          <p:nvPr/>
        </p:nvGrpSpPr>
        <p:grpSpPr>
          <a:xfrm>
            <a:off x="5843995" y="1833468"/>
            <a:ext cx="1604880" cy="1216800"/>
            <a:chOff x="5843995" y="1833468"/>
            <a:chExt cx="1604880" cy="121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C8BC43D-B903-EF5A-7F0E-99DF3895BB1D}"/>
                    </a:ext>
                  </a:extLst>
                </p14:cNvPr>
                <p14:cNvContentPartPr/>
                <p14:nvPr/>
              </p14:nvContentPartPr>
              <p14:xfrm>
                <a:off x="5843995" y="2364108"/>
                <a:ext cx="1490760" cy="140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C8BC43D-B903-EF5A-7F0E-99DF3895BB1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834995" y="2355468"/>
                  <a:ext cx="150840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8B80EC1-056A-3569-FBC4-212BF45501CE}"/>
                    </a:ext>
                  </a:extLst>
                </p14:cNvPr>
                <p14:cNvContentPartPr/>
                <p14:nvPr/>
              </p14:nvContentPartPr>
              <p14:xfrm>
                <a:off x="7000315" y="1833468"/>
                <a:ext cx="448560" cy="1216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8B80EC1-056A-3569-FBC4-212BF45501C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991315" y="1824828"/>
                  <a:ext cx="466200" cy="123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44B479C-4887-B548-5FC7-3640C1E1265C}"/>
                  </a:ext>
                </a:extLst>
              </p14:cNvPr>
              <p14:cNvContentPartPr/>
              <p14:nvPr/>
            </p14:nvContentPartPr>
            <p14:xfrm>
              <a:off x="1305835" y="1432068"/>
              <a:ext cx="102600" cy="7884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44B479C-4887-B548-5FC7-3640C1E1265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296835" y="1423068"/>
                <a:ext cx="120240" cy="80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B0500E5-30BE-1B57-0571-9B9AA3D0E576}"/>
                  </a:ext>
                </a:extLst>
              </p14:cNvPr>
              <p14:cNvContentPartPr/>
              <p14:nvPr/>
            </p14:nvContentPartPr>
            <p14:xfrm>
              <a:off x="781315" y="2613948"/>
              <a:ext cx="919800" cy="2149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B0500E5-30BE-1B57-0571-9B9AA3D0E57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72315" y="2605308"/>
                <a:ext cx="937440" cy="23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0E1E06C-0997-008F-073C-1EC2BC0D1640}"/>
                  </a:ext>
                </a:extLst>
              </p14:cNvPr>
              <p14:cNvContentPartPr/>
              <p14:nvPr/>
            </p14:nvContentPartPr>
            <p14:xfrm>
              <a:off x="1242475" y="2759388"/>
              <a:ext cx="26640" cy="507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0E1E06C-0997-008F-073C-1EC2BC0D164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233835" y="2750388"/>
                <a:ext cx="44280" cy="52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E00D9961-E44A-1381-D47A-C1272639D96E}"/>
                  </a:ext>
                </a:extLst>
              </p14:cNvPr>
              <p14:cNvContentPartPr/>
              <p14:nvPr/>
            </p14:nvContentPartPr>
            <p14:xfrm>
              <a:off x="1130875" y="3766308"/>
              <a:ext cx="45720" cy="612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E00D9961-E44A-1381-D47A-C1272639D96E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121875" y="3757308"/>
                <a:ext cx="63360" cy="63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ADD2A3F5-4D9E-2DF0-93F3-059FD2593924}"/>
                  </a:ext>
                </a:extLst>
              </p14:cNvPr>
              <p14:cNvContentPartPr/>
              <p14:nvPr/>
            </p14:nvContentPartPr>
            <p14:xfrm>
              <a:off x="3800275" y="4286148"/>
              <a:ext cx="69120" cy="28908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ADD2A3F5-4D9E-2DF0-93F3-059FD25939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791275" y="4277148"/>
                <a:ext cx="8676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CEA59D80-A547-0EC9-4607-04B76F4DC683}"/>
                  </a:ext>
                </a:extLst>
              </p14:cNvPr>
              <p14:cNvContentPartPr/>
              <p14:nvPr/>
            </p14:nvContentPartPr>
            <p14:xfrm>
              <a:off x="3755635" y="3498108"/>
              <a:ext cx="47520" cy="44532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CEA59D80-A547-0EC9-4607-04B76F4DC68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46635" y="3489468"/>
                <a:ext cx="65160" cy="46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A6B8E06-6AF4-F4D5-FE0E-3FBBBF962F82}"/>
                  </a:ext>
                </a:extLst>
              </p14:cNvPr>
              <p14:cNvContentPartPr/>
              <p14:nvPr/>
            </p14:nvContentPartPr>
            <p14:xfrm>
              <a:off x="2083075" y="3803388"/>
              <a:ext cx="284760" cy="22392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4A6B8E06-6AF4-F4D5-FE0E-3FBBBF962F82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074435" y="3794388"/>
                <a:ext cx="3024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4807D88E-7367-CB11-58CB-5BB7011136EA}"/>
                  </a:ext>
                </a:extLst>
              </p14:cNvPr>
              <p14:cNvContentPartPr/>
              <p14:nvPr/>
            </p14:nvContentPartPr>
            <p14:xfrm>
              <a:off x="2565475" y="3576588"/>
              <a:ext cx="369360" cy="382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4807D88E-7367-CB11-58CB-5BB7011136EA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556475" y="3567588"/>
                <a:ext cx="387000" cy="39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55AE6B01-AFC2-5995-6D84-5A76ADA007D9}"/>
                  </a:ext>
                </a:extLst>
              </p14:cNvPr>
              <p14:cNvContentPartPr/>
              <p14:nvPr/>
            </p14:nvContentPartPr>
            <p14:xfrm>
              <a:off x="2048515" y="2537268"/>
              <a:ext cx="241200" cy="297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55AE6B01-AFC2-5995-6D84-5A76ADA007D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039515" y="2528268"/>
                <a:ext cx="258840" cy="31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576F8C5F-476A-2351-5B61-BCC0529EEC27}"/>
                  </a:ext>
                </a:extLst>
              </p14:cNvPr>
              <p14:cNvContentPartPr/>
              <p14:nvPr/>
            </p14:nvContentPartPr>
            <p14:xfrm>
              <a:off x="2374675" y="2314428"/>
              <a:ext cx="478080" cy="4255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576F8C5F-476A-2351-5B61-BCC0529EEC2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66035" y="2305428"/>
                <a:ext cx="495720" cy="44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D2E4AA48-A227-4F18-F2E4-22C2BE70FC8B}"/>
                  </a:ext>
                </a:extLst>
              </p14:cNvPr>
              <p14:cNvContentPartPr/>
              <p14:nvPr/>
            </p14:nvContentPartPr>
            <p14:xfrm>
              <a:off x="3050035" y="1361508"/>
              <a:ext cx="391320" cy="1159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D2E4AA48-A227-4F18-F2E4-22C2BE70FC8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41395" y="1352508"/>
                <a:ext cx="408960" cy="11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83D87849-345E-8710-68A1-9EAF3169303D}"/>
                  </a:ext>
                </a:extLst>
              </p14:cNvPr>
              <p14:cNvContentPartPr/>
              <p14:nvPr/>
            </p14:nvContentPartPr>
            <p14:xfrm>
              <a:off x="3234715" y="2589828"/>
              <a:ext cx="727200" cy="122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83D87849-345E-8710-68A1-9EAF3169303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226075" y="2581188"/>
                <a:ext cx="744840" cy="14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257DD85-3780-DF4B-DFE8-C24505741774}"/>
                  </a:ext>
                </a:extLst>
              </p14:cNvPr>
              <p14:cNvContentPartPr/>
              <p14:nvPr/>
            </p14:nvContentPartPr>
            <p14:xfrm>
              <a:off x="3540715" y="2732028"/>
              <a:ext cx="20520" cy="53208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257DD85-3780-DF4B-DFE8-C2450574177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3532075" y="2723388"/>
                <a:ext cx="38160" cy="549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13BCF8A-B13D-EE8E-9527-F28D9575276F}"/>
                  </a:ext>
                </a:extLst>
              </p14:cNvPr>
              <p14:cNvContentPartPr/>
              <p14:nvPr/>
            </p14:nvContentPartPr>
            <p14:xfrm>
              <a:off x="2044915" y="2813388"/>
              <a:ext cx="866880" cy="2019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13BCF8A-B13D-EE8E-9527-F28D9575276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035915" y="2804748"/>
                <a:ext cx="884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0CEF049-8D06-CEC3-0DDB-EA384A6024CC}"/>
                  </a:ext>
                </a:extLst>
              </p14:cNvPr>
              <p14:cNvContentPartPr/>
              <p14:nvPr/>
            </p14:nvContentPartPr>
            <p14:xfrm>
              <a:off x="1957795" y="2939388"/>
              <a:ext cx="759960" cy="1641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0CEF049-8D06-CEC3-0DDB-EA384A6024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948795" y="2930388"/>
                <a:ext cx="7776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EB07131D-524E-8F38-DB3B-7A4BD7EA5590}"/>
                  </a:ext>
                </a:extLst>
              </p14:cNvPr>
              <p14:cNvContentPartPr/>
              <p14:nvPr/>
            </p14:nvContentPartPr>
            <p14:xfrm>
              <a:off x="2115475" y="2956668"/>
              <a:ext cx="700920" cy="14472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EB07131D-524E-8F38-DB3B-7A4BD7EA559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2106835" y="2948028"/>
                <a:ext cx="718560" cy="16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3BD3A34-423F-E828-9ECD-DB5672066C7A}"/>
                  </a:ext>
                </a:extLst>
              </p14:cNvPr>
              <p14:cNvContentPartPr/>
              <p14:nvPr/>
            </p14:nvContentPartPr>
            <p14:xfrm>
              <a:off x="1935475" y="2948028"/>
              <a:ext cx="834120" cy="1965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3BD3A34-423F-E828-9ECD-DB5672066C7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926475" y="2939388"/>
                <a:ext cx="85176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5024FAC-FE97-62BB-85C7-4D04185FC849}"/>
                  </a:ext>
                </a:extLst>
              </p14:cNvPr>
              <p14:cNvContentPartPr/>
              <p14:nvPr/>
            </p14:nvContentPartPr>
            <p14:xfrm>
              <a:off x="2174515" y="2944788"/>
              <a:ext cx="606960" cy="16740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5024FAC-FE97-62BB-85C7-4D04185FC84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165875" y="2936148"/>
                <a:ext cx="624600" cy="1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864B34C-12D2-3CA1-D5F3-909CB80A8616}"/>
                  </a:ext>
                </a:extLst>
              </p14:cNvPr>
              <p14:cNvContentPartPr/>
              <p14:nvPr/>
            </p14:nvContentPartPr>
            <p14:xfrm>
              <a:off x="2031235" y="2912388"/>
              <a:ext cx="649080" cy="180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864B34C-12D2-3CA1-D5F3-909CB80A861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2022235" y="2903388"/>
                <a:ext cx="666720" cy="19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DF17B70-AF97-86ED-583A-18F51C8DD714}"/>
                  </a:ext>
                </a:extLst>
              </p14:cNvPr>
              <p14:cNvContentPartPr/>
              <p14:nvPr/>
            </p14:nvContentPartPr>
            <p14:xfrm>
              <a:off x="2226715" y="2986188"/>
              <a:ext cx="453600" cy="127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DF17B70-AF97-86ED-583A-18F51C8DD71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2217715" y="2977188"/>
                <a:ext cx="47124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0FBFE32-9577-9CE5-D16C-7DBF56B54E10}"/>
                  </a:ext>
                </a:extLst>
              </p14:cNvPr>
              <p14:cNvContentPartPr/>
              <p14:nvPr/>
            </p14:nvContentPartPr>
            <p14:xfrm>
              <a:off x="1109995" y="3526548"/>
              <a:ext cx="83520" cy="3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0FBFE32-9577-9CE5-D16C-7DBF56B54E10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100995" y="3517548"/>
                <a:ext cx="1011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FD5A8F6C-9497-3426-BC62-349F2DBEF7F8}"/>
                  </a:ext>
                </a:extLst>
              </p14:cNvPr>
              <p14:cNvContentPartPr/>
              <p14:nvPr/>
            </p14:nvContentPartPr>
            <p14:xfrm>
              <a:off x="41515" y="2140908"/>
              <a:ext cx="573480" cy="48888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FD5A8F6C-9497-3426-BC62-349F2DBEF7F8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2515" y="2132268"/>
                <a:ext cx="591120" cy="50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00BDB51-57A4-E268-70A6-C59339543830}"/>
                  </a:ext>
                </a:extLst>
              </p14:cNvPr>
              <p14:cNvContentPartPr/>
              <p14:nvPr/>
            </p14:nvContentPartPr>
            <p14:xfrm>
              <a:off x="85075" y="2317668"/>
              <a:ext cx="448920" cy="1490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00BDB51-57A4-E268-70A6-C59339543830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76075" y="2308668"/>
                <a:ext cx="466560" cy="166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4833091D-3584-4524-8326-6A8C76B571A9}"/>
                  </a:ext>
                </a:extLst>
              </p14:cNvPr>
              <p14:cNvContentPartPr/>
              <p14:nvPr/>
            </p14:nvContentPartPr>
            <p14:xfrm>
              <a:off x="3994315" y="1706388"/>
              <a:ext cx="357840" cy="61380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4833091D-3584-4524-8326-6A8C76B571A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3985315" y="1697388"/>
                <a:ext cx="37548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EF32A4DA-E013-B2A3-279C-CACA23087C5F}"/>
                  </a:ext>
                </a:extLst>
              </p14:cNvPr>
              <p14:cNvContentPartPr/>
              <p14:nvPr/>
            </p14:nvContentPartPr>
            <p14:xfrm>
              <a:off x="4167835" y="2384988"/>
              <a:ext cx="3960" cy="111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EF32A4DA-E013-B2A3-279C-CACA23087C5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4159195" y="2375988"/>
                <a:ext cx="21600" cy="2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D2DBE043-6E7C-A420-4FFD-DF2642F0B6BD}"/>
                  </a:ext>
                </a:extLst>
              </p14:cNvPr>
              <p14:cNvContentPartPr/>
              <p14:nvPr/>
            </p14:nvContentPartPr>
            <p14:xfrm>
              <a:off x="1039795" y="3131628"/>
              <a:ext cx="325080" cy="561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D2DBE043-6E7C-A420-4FFD-DF2642F0B6BD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1155" y="3122628"/>
                <a:ext cx="3427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97F20B32-D970-5672-8720-CECE3C50BFDA}"/>
                  </a:ext>
                </a:extLst>
              </p14:cNvPr>
              <p14:cNvContentPartPr/>
              <p14:nvPr/>
            </p14:nvContentPartPr>
            <p14:xfrm>
              <a:off x="3318955" y="3248628"/>
              <a:ext cx="711720" cy="1544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97F20B32-D970-5672-8720-CECE3C50BFDA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3310315" y="3239988"/>
                <a:ext cx="729360" cy="17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C4704CE-9C73-DA0E-8664-AB7FECC84D7F}"/>
                  </a:ext>
                </a:extLst>
              </p14:cNvPr>
              <p14:cNvContentPartPr/>
              <p14:nvPr/>
            </p14:nvContentPartPr>
            <p14:xfrm>
              <a:off x="1675195" y="2089068"/>
              <a:ext cx="1376640" cy="1144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C4704CE-9C73-DA0E-8664-AB7FECC84D7F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666555" y="2080068"/>
                <a:ext cx="1394280" cy="116208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545866C9-C0DB-36F1-7FBC-9A9272C409F7}"/>
              </a:ext>
            </a:extLst>
          </p:cNvPr>
          <p:cNvGrpSpPr/>
          <p:nvPr/>
        </p:nvGrpSpPr>
        <p:grpSpPr>
          <a:xfrm>
            <a:off x="8113435" y="290148"/>
            <a:ext cx="2866680" cy="1313640"/>
            <a:chOff x="8113435" y="290148"/>
            <a:chExt cx="2866680" cy="1313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E9CC359-031E-29C5-371A-8846C5F0E2B7}"/>
                    </a:ext>
                  </a:extLst>
                </p14:cNvPr>
                <p14:cNvContentPartPr/>
                <p14:nvPr/>
              </p14:nvContentPartPr>
              <p14:xfrm>
                <a:off x="8113435" y="639708"/>
                <a:ext cx="741960" cy="503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E9CC359-031E-29C5-371A-8846C5F0E2B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104435" y="631068"/>
                  <a:ext cx="75960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C9FA3CF6-5357-D1B1-BC81-EF2AE2422496}"/>
                    </a:ext>
                  </a:extLst>
                </p14:cNvPr>
                <p14:cNvContentPartPr/>
                <p14:nvPr/>
              </p14:nvContentPartPr>
              <p14:xfrm>
                <a:off x="8928475" y="629988"/>
                <a:ext cx="223560" cy="514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C9FA3CF6-5357-D1B1-BC81-EF2AE24224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19475" y="621348"/>
                  <a:ext cx="24120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DE28A93-4224-ED7C-C872-F4E3A68CA443}"/>
                    </a:ext>
                  </a:extLst>
                </p14:cNvPr>
                <p14:cNvContentPartPr/>
                <p14:nvPr/>
              </p14:nvContentPartPr>
              <p14:xfrm>
                <a:off x="9057355" y="838428"/>
                <a:ext cx="240480" cy="88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DE28A93-4224-ED7C-C872-F4E3A68CA44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048715" y="829428"/>
                  <a:ext cx="2581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D1F2A6-39A2-711A-1A96-75F0620B0A0B}"/>
                    </a:ext>
                  </a:extLst>
                </p14:cNvPr>
                <p14:cNvContentPartPr/>
                <p14:nvPr/>
              </p14:nvContentPartPr>
              <p14:xfrm>
                <a:off x="9665035" y="290148"/>
                <a:ext cx="272880" cy="6386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D1F2A6-39A2-711A-1A96-75F0620B0A0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56395" y="281508"/>
                  <a:ext cx="290520" cy="65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052A8D4-84F7-7676-1B9B-451987441D2B}"/>
                    </a:ext>
                  </a:extLst>
                </p14:cNvPr>
                <p14:cNvContentPartPr/>
                <p14:nvPr/>
              </p14:nvContentPartPr>
              <p14:xfrm>
                <a:off x="9631195" y="602988"/>
                <a:ext cx="249840" cy="3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052A8D4-84F7-7676-1B9B-451987441D2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22555" y="593988"/>
                  <a:ext cx="26748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4D891FD-6C60-E2C9-2BE1-D73FFFC785B4}"/>
                    </a:ext>
                  </a:extLst>
                </p14:cNvPr>
                <p14:cNvContentPartPr/>
                <p14:nvPr/>
              </p14:nvContentPartPr>
              <p14:xfrm>
                <a:off x="10252195" y="456468"/>
                <a:ext cx="37800" cy="385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4D891FD-6C60-E2C9-2BE1-D73FFFC785B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243555" y="447468"/>
                  <a:ext cx="5544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45737AD-363C-A520-BA46-7C5471242855}"/>
                    </a:ext>
                  </a:extLst>
                </p14:cNvPr>
                <p14:cNvContentPartPr/>
                <p14:nvPr/>
              </p14:nvContentPartPr>
              <p14:xfrm>
                <a:off x="10335355" y="309948"/>
                <a:ext cx="261000" cy="4971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45737AD-363C-A520-BA46-7C547124285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326355" y="301308"/>
                  <a:ext cx="27864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5AB15B0-9E6E-80E1-635C-25246D54782E}"/>
                    </a:ext>
                  </a:extLst>
                </p14:cNvPr>
                <p14:cNvContentPartPr/>
                <p14:nvPr/>
              </p14:nvContentPartPr>
              <p14:xfrm>
                <a:off x="10809475" y="582108"/>
                <a:ext cx="1440" cy="219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5AB15B0-9E6E-80E1-635C-25246D54782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00475" y="573468"/>
                  <a:ext cx="190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D44879E-657B-D9F9-1972-D326D977053A}"/>
                    </a:ext>
                  </a:extLst>
                </p14:cNvPr>
                <p14:cNvContentPartPr/>
                <p14:nvPr/>
              </p14:nvContentPartPr>
              <p14:xfrm>
                <a:off x="8354275" y="1087548"/>
                <a:ext cx="2625840" cy="5162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D44879E-657B-D9F9-1972-D326D977053A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45635" y="1078908"/>
                  <a:ext cx="264348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3FCD0A16-433D-6CF3-9E9A-C2BD114C5218}"/>
              </a:ext>
            </a:extLst>
          </p:cNvPr>
          <p:cNvGrpSpPr/>
          <p:nvPr/>
        </p:nvGrpSpPr>
        <p:grpSpPr>
          <a:xfrm>
            <a:off x="8050795" y="2000508"/>
            <a:ext cx="1161360" cy="1837440"/>
            <a:chOff x="8050795" y="2000508"/>
            <a:chExt cx="1161360" cy="183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9400A0-AE28-E047-2B0C-088842451D4E}"/>
                    </a:ext>
                  </a:extLst>
                </p14:cNvPr>
                <p14:cNvContentPartPr/>
                <p14:nvPr/>
              </p14:nvContentPartPr>
              <p14:xfrm>
                <a:off x="8050795" y="2000508"/>
                <a:ext cx="1161360" cy="171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9400A0-AE28-E047-2B0C-088842451D4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042155" y="1991868"/>
                  <a:ext cx="11790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0AC453-E43A-8A74-5676-CF405531FDD0}"/>
                    </a:ext>
                  </a:extLst>
                </p14:cNvPr>
                <p14:cNvContentPartPr/>
                <p14:nvPr/>
              </p14:nvContentPartPr>
              <p14:xfrm>
                <a:off x="8373715" y="2389308"/>
                <a:ext cx="192960" cy="14486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0AC453-E43A-8A74-5676-CF405531FD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365075" y="2380308"/>
                  <a:ext cx="210600" cy="146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2DADE01-3BEB-8F7F-CA5A-FCBF1412CAEB}"/>
              </a:ext>
            </a:extLst>
          </p:cNvPr>
          <p:cNvGrpSpPr/>
          <p:nvPr/>
        </p:nvGrpSpPr>
        <p:grpSpPr>
          <a:xfrm>
            <a:off x="9278035" y="1973868"/>
            <a:ext cx="1143720" cy="905040"/>
            <a:chOff x="9278035" y="1973868"/>
            <a:chExt cx="1143720" cy="90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48A45CE-71F6-53A5-10D2-919522C6864D}"/>
                    </a:ext>
                  </a:extLst>
                </p14:cNvPr>
                <p14:cNvContentPartPr/>
                <p14:nvPr/>
              </p14:nvContentPartPr>
              <p14:xfrm>
                <a:off x="9278035" y="2562828"/>
                <a:ext cx="237960" cy="2044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48A45CE-71F6-53A5-10D2-919522C6864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69395" y="2553828"/>
                  <a:ext cx="2556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41ADD1B-2C54-D359-4097-D493762D3AE4}"/>
                    </a:ext>
                  </a:extLst>
                </p14:cNvPr>
                <p14:cNvContentPartPr/>
                <p14:nvPr/>
              </p14:nvContentPartPr>
              <p14:xfrm>
                <a:off x="9344275" y="2659308"/>
                <a:ext cx="168120" cy="2196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41ADD1B-2C54-D359-4097-D493762D3AE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35635" y="2650668"/>
                  <a:ext cx="1857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F3C82D6-F3D0-F00A-9553-2002B8D7C2F4}"/>
                    </a:ext>
                  </a:extLst>
                </p14:cNvPr>
                <p14:cNvContentPartPr/>
                <p14:nvPr/>
              </p14:nvContentPartPr>
              <p14:xfrm>
                <a:off x="9884635" y="1973868"/>
                <a:ext cx="537120" cy="147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F3C82D6-F3D0-F00A-9553-2002B8D7C2F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875635" y="1964868"/>
                  <a:ext cx="55476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451DBE3-5BA0-4B43-2F01-4FE9B365571C}"/>
                    </a:ext>
                  </a:extLst>
                </p14:cNvPr>
                <p14:cNvContentPartPr/>
                <p14:nvPr/>
              </p14:nvContentPartPr>
              <p14:xfrm>
                <a:off x="10196755" y="2162508"/>
                <a:ext cx="89640" cy="338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451DBE3-5BA0-4B43-2F01-4FE9B365571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188115" y="2153508"/>
                  <a:ext cx="107280" cy="35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A21C82FB-17DF-42E1-7348-376B270CF43A}"/>
              </a:ext>
            </a:extLst>
          </p:cNvPr>
          <p:cNvGrpSpPr/>
          <p:nvPr/>
        </p:nvGrpSpPr>
        <p:grpSpPr>
          <a:xfrm>
            <a:off x="8863315" y="3535188"/>
            <a:ext cx="326160" cy="1515600"/>
            <a:chOff x="8863315" y="3535188"/>
            <a:chExt cx="326160" cy="151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EDD4DB6-04B9-19F5-257C-BD0CC0081BF8}"/>
                    </a:ext>
                  </a:extLst>
                </p14:cNvPr>
                <p14:cNvContentPartPr/>
                <p14:nvPr/>
              </p14:nvContentPartPr>
              <p14:xfrm>
                <a:off x="9086515" y="3535188"/>
                <a:ext cx="102960" cy="1187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EDD4DB6-04B9-19F5-257C-BD0CC0081BF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7515" y="3526188"/>
                  <a:ext cx="120600" cy="12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59F7C01F-BE7B-F4CB-72C4-06F1A61843FF}"/>
                    </a:ext>
                  </a:extLst>
                </p14:cNvPr>
                <p14:cNvContentPartPr/>
                <p14:nvPr/>
              </p14:nvContentPartPr>
              <p14:xfrm>
                <a:off x="8863315" y="4777908"/>
                <a:ext cx="123120" cy="2728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59F7C01F-BE7B-F4CB-72C4-06F1A61843F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854675" y="4768908"/>
                  <a:ext cx="140760" cy="29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B2798A51-3D84-05A0-0E70-DCC14A248ABC}"/>
              </a:ext>
            </a:extLst>
          </p:cNvPr>
          <p:cNvGrpSpPr/>
          <p:nvPr/>
        </p:nvGrpSpPr>
        <p:grpSpPr>
          <a:xfrm>
            <a:off x="9622915" y="3614388"/>
            <a:ext cx="763560" cy="559080"/>
            <a:chOff x="9622915" y="3614388"/>
            <a:chExt cx="763560" cy="559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DAA8E8A-A4C3-B4D0-E2CC-90EDF52A3CE1}"/>
                    </a:ext>
                  </a:extLst>
                </p14:cNvPr>
                <p14:cNvContentPartPr/>
                <p14:nvPr/>
              </p14:nvContentPartPr>
              <p14:xfrm>
                <a:off x="9666475" y="3958548"/>
                <a:ext cx="224640" cy="1803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DAA8E8A-A4C3-B4D0-E2CC-90EDF52A3CE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57475" y="3949548"/>
                  <a:ext cx="242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1B0D3E0-B2EB-33B1-673E-032378862FE3}"/>
                    </a:ext>
                  </a:extLst>
                </p14:cNvPr>
                <p14:cNvContentPartPr/>
                <p14:nvPr/>
              </p14:nvContentPartPr>
              <p14:xfrm>
                <a:off x="9622915" y="4077708"/>
                <a:ext cx="187200" cy="9576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1B0D3E0-B2EB-33B1-673E-032378862FE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614275" y="4069068"/>
                  <a:ext cx="20484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90DD5EC-42BB-9663-2272-29C1F5B52E83}"/>
                    </a:ext>
                  </a:extLst>
                </p14:cNvPr>
                <p14:cNvContentPartPr/>
                <p14:nvPr/>
              </p14:nvContentPartPr>
              <p14:xfrm>
                <a:off x="10123315" y="3614388"/>
                <a:ext cx="263160" cy="4006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90DD5EC-42BB-9663-2272-29C1F5B52E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114675" y="3605388"/>
                  <a:ext cx="280800" cy="418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3144F8A8-8F33-3EF9-D336-8E3A1ED738E3}"/>
              </a:ext>
            </a:extLst>
          </p:cNvPr>
          <p:cNvGrpSpPr/>
          <p:nvPr/>
        </p:nvGrpSpPr>
        <p:grpSpPr>
          <a:xfrm>
            <a:off x="8952595" y="5396388"/>
            <a:ext cx="300600" cy="328320"/>
            <a:chOff x="8952595" y="5396388"/>
            <a:chExt cx="300600" cy="328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8E5730F3-FD5E-E5A0-A8CE-F1121582C3AF}"/>
                    </a:ext>
                  </a:extLst>
                </p14:cNvPr>
                <p14:cNvContentPartPr/>
                <p14:nvPr/>
              </p14:nvContentPartPr>
              <p14:xfrm>
                <a:off x="8952595" y="5396388"/>
                <a:ext cx="177480" cy="558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8E5730F3-FD5E-E5A0-A8CE-F1121582C3A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943595" y="5387388"/>
                  <a:ext cx="19512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5594947-5BFD-C08A-23DD-6B42817A2C75}"/>
                    </a:ext>
                  </a:extLst>
                </p14:cNvPr>
                <p14:cNvContentPartPr/>
                <p14:nvPr/>
              </p14:nvContentPartPr>
              <p14:xfrm>
                <a:off x="9022435" y="5606988"/>
                <a:ext cx="230760" cy="11772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5594947-5BFD-C08A-23DD-6B42817A2C7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13795" y="5597988"/>
                  <a:ext cx="248400" cy="135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CBAD8E74-AFDD-9AAF-55D1-F6E1D0ADC8E5}"/>
                  </a:ext>
                </a:extLst>
              </p14:cNvPr>
              <p14:cNvContentPartPr/>
              <p14:nvPr/>
            </p14:nvContentPartPr>
            <p14:xfrm>
              <a:off x="9778075" y="5157708"/>
              <a:ext cx="100800" cy="4910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CBAD8E74-AFDD-9AAF-55D1-F6E1D0ADC8E5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9769075" y="5148708"/>
                <a:ext cx="118440" cy="50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EB4AA85F-683E-7762-C144-FD01CD5FAD28}"/>
                  </a:ext>
                </a:extLst>
              </p14:cNvPr>
              <p14:cNvContentPartPr/>
              <p14:nvPr/>
            </p14:nvContentPartPr>
            <p14:xfrm>
              <a:off x="10216195" y="5155548"/>
              <a:ext cx="214920" cy="316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EB4AA85F-683E-7762-C144-FD01CD5FAD28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10207195" y="5146548"/>
                <a:ext cx="232560" cy="4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3AD9D73D-9B40-4425-7231-357062151347}"/>
                  </a:ext>
                </a:extLst>
              </p14:cNvPr>
              <p14:cNvContentPartPr/>
              <p14:nvPr/>
            </p14:nvContentPartPr>
            <p14:xfrm>
              <a:off x="10302955" y="5381268"/>
              <a:ext cx="106560" cy="45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3AD9D73D-9B40-4425-7231-357062151347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10294315" y="5372268"/>
                <a:ext cx="124200" cy="626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D7133F09-BC71-75B1-663F-29378204148B}"/>
              </a:ext>
            </a:extLst>
          </p:cNvPr>
          <p:cNvGrpSpPr/>
          <p:nvPr/>
        </p:nvGrpSpPr>
        <p:grpSpPr>
          <a:xfrm>
            <a:off x="9032155" y="5906508"/>
            <a:ext cx="1359000" cy="486720"/>
            <a:chOff x="9032155" y="5906508"/>
            <a:chExt cx="1359000" cy="48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9B7FFD5-92E2-DB62-0FF3-60DF668A009D}"/>
                    </a:ext>
                  </a:extLst>
                </p14:cNvPr>
                <p14:cNvContentPartPr/>
                <p14:nvPr/>
              </p14:nvContentPartPr>
              <p14:xfrm>
                <a:off x="9032155" y="5906508"/>
                <a:ext cx="634680" cy="849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9B7FFD5-92E2-DB62-0FF3-60DF668A00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023155" y="5897508"/>
                  <a:ext cx="6523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E56407C-3596-9CAA-EACB-EBFA287C5F48}"/>
                    </a:ext>
                  </a:extLst>
                </p14:cNvPr>
                <p14:cNvContentPartPr/>
                <p14:nvPr/>
              </p14:nvContentPartPr>
              <p14:xfrm>
                <a:off x="9257515" y="5975988"/>
                <a:ext cx="107640" cy="243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E56407C-3596-9CAA-EACB-EBFA287C5F48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48875" y="5966988"/>
                  <a:ext cx="12528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5AA4C9B-07E3-256B-92EF-B4ABBF51892E}"/>
                    </a:ext>
                  </a:extLst>
                </p14:cNvPr>
                <p14:cNvContentPartPr/>
                <p14:nvPr/>
              </p14:nvContentPartPr>
              <p14:xfrm>
                <a:off x="9451195" y="6168948"/>
                <a:ext cx="262440" cy="22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5AA4C9B-07E3-256B-92EF-B4ABBF51892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442195" y="6159948"/>
                  <a:ext cx="280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593AA2B-43B7-DF47-A96D-B66927E278A8}"/>
                    </a:ext>
                  </a:extLst>
                </p14:cNvPr>
                <p14:cNvContentPartPr/>
                <p14:nvPr/>
              </p14:nvContentPartPr>
              <p14:xfrm>
                <a:off x="9756835" y="6149148"/>
                <a:ext cx="127800" cy="201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593AA2B-43B7-DF47-A96D-B66927E278A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748195" y="6140508"/>
                  <a:ext cx="14544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54DD9B4-E14F-400A-71EF-B70111534523}"/>
                    </a:ext>
                  </a:extLst>
                </p14:cNvPr>
                <p14:cNvContentPartPr/>
                <p14:nvPr/>
              </p14:nvContentPartPr>
              <p14:xfrm>
                <a:off x="10003435" y="6147708"/>
                <a:ext cx="175680" cy="1789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54DD9B4-E14F-400A-71EF-B7011153452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94795" y="6139068"/>
                  <a:ext cx="1933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BD9E61EC-C537-A811-3E84-47AA0437FE5A}"/>
                    </a:ext>
                  </a:extLst>
                </p14:cNvPr>
                <p14:cNvContentPartPr/>
                <p14:nvPr/>
              </p14:nvContentPartPr>
              <p14:xfrm>
                <a:off x="10379995" y="6251388"/>
                <a:ext cx="11160" cy="176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BD9E61EC-C537-A811-3E84-47AA0437FE5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71355" y="6242748"/>
                  <a:ext cx="288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B8218777-9EC0-DF51-B5DF-A9410BDD9449}"/>
              </a:ext>
            </a:extLst>
          </p:cNvPr>
          <p:cNvGrpSpPr/>
          <p:nvPr/>
        </p:nvGrpSpPr>
        <p:grpSpPr>
          <a:xfrm>
            <a:off x="1097035" y="139668"/>
            <a:ext cx="2449440" cy="1434600"/>
            <a:chOff x="1097035" y="139668"/>
            <a:chExt cx="2449440" cy="143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F286BC-529A-E65A-B20D-443BF2DC4DD2}"/>
                    </a:ext>
                  </a:extLst>
                </p14:cNvPr>
                <p14:cNvContentPartPr/>
                <p14:nvPr/>
              </p14:nvContentPartPr>
              <p14:xfrm>
                <a:off x="1165795" y="785868"/>
                <a:ext cx="816480" cy="6901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F286BC-529A-E65A-B20D-443BF2DC4DD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57155" y="776868"/>
                  <a:ext cx="83412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7BD2C96-74E0-0764-BCC1-AEEECE4E8B15}"/>
                    </a:ext>
                  </a:extLst>
                </p14:cNvPr>
                <p14:cNvContentPartPr/>
                <p14:nvPr/>
              </p14:nvContentPartPr>
              <p14:xfrm>
                <a:off x="1633435" y="327228"/>
                <a:ext cx="207720" cy="3009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7BD2C96-74E0-0764-BCC1-AEEECE4E8B1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624795" y="318588"/>
                  <a:ext cx="2253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4052120-E31D-C99A-A006-8C25E2496152}"/>
                    </a:ext>
                  </a:extLst>
                </p14:cNvPr>
                <p14:cNvContentPartPr/>
                <p14:nvPr/>
              </p14:nvContentPartPr>
              <p14:xfrm>
                <a:off x="1668355" y="445668"/>
                <a:ext cx="240480" cy="80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4052120-E31D-C99A-A006-8C25E249615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659355" y="436668"/>
                  <a:ext cx="2581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792F98-3470-FBF7-807B-13F2BD7CF2EE}"/>
                    </a:ext>
                  </a:extLst>
                </p14:cNvPr>
                <p14:cNvContentPartPr/>
                <p14:nvPr/>
              </p14:nvContentPartPr>
              <p14:xfrm>
                <a:off x="2374675" y="754908"/>
                <a:ext cx="1171800" cy="8193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792F98-3470-FBF7-807B-13F2BD7CF2E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2366035" y="746268"/>
                  <a:ext cx="1189440" cy="83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41E240E8-6A6F-D698-960A-11A652FBC7FB}"/>
                    </a:ext>
                  </a:extLst>
                </p14:cNvPr>
                <p14:cNvContentPartPr/>
                <p14:nvPr/>
              </p14:nvContentPartPr>
              <p14:xfrm>
                <a:off x="3019795" y="189348"/>
                <a:ext cx="71640" cy="3445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41E240E8-6A6F-D698-960A-11A652FBC7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011155" y="180708"/>
                  <a:ext cx="8928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5559E66-C139-57CC-D359-AE427567B689}"/>
                    </a:ext>
                  </a:extLst>
                </p14:cNvPr>
                <p14:cNvContentPartPr/>
                <p14:nvPr/>
              </p14:nvContentPartPr>
              <p14:xfrm>
                <a:off x="3066955" y="139668"/>
                <a:ext cx="291240" cy="589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5559E66-C139-57CC-D359-AE427567B68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058315" y="131028"/>
                  <a:ext cx="308880" cy="60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0209E8E-DE4D-4B58-01C6-F65445564739}"/>
                    </a:ext>
                  </a:extLst>
                </p14:cNvPr>
                <p14:cNvContentPartPr/>
                <p14:nvPr/>
              </p14:nvContentPartPr>
              <p14:xfrm>
                <a:off x="1097035" y="953268"/>
                <a:ext cx="852480" cy="4550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0209E8E-DE4D-4B58-01C6-F65445564739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8035" y="944628"/>
                  <a:ext cx="870120" cy="472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261196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B48F2659-D677-7DD6-03C4-B834B1590DDA}"/>
              </a:ext>
            </a:extLst>
          </p:cNvPr>
          <p:cNvGrpSpPr/>
          <p:nvPr/>
        </p:nvGrpSpPr>
        <p:grpSpPr>
          <a:xfrm>
            <a:off x="6229195" y="1595508"/>
            <a:ext cx="1303560" cy="710640"/>
            <a:chOff x="6229195" y="1595508"/>
            <a:chExt cx="1303560" cy="71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335FB77-6E23-E51E-3126-D964A9F3364D}"/>
                    </a:ext>
                  </a:extLst>
                </p14:cNvPr>
                <p14:cNvContentPartPr/>
                <p14:nvPr/>
              </p14:nvContentPartPr>
              <p14:xfrm>
                <a:off x="6229195" y="1985388"/>
                <a:ext cx="338400" cy="258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335FB77-6E23-E51E-3126-D964A9F3364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220555" y="1976388"/>
                  <a:ext cx="35604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E8318C-D735-904B-7EFE-94331CCF0ABD}"/>
                    </a:ext>
                  </a:extLst>
                </p14:cNvPr>
                <p14:cNvContentPartPr/>
                <p14:nvPr/>
              </p14:nvContentPartPr>
              <p14:xfrm>
                <a:off x="6705115" y="1959468"/>
                <a:ext cx="367560" cy="3466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E8318C-D735-904B-7EFE-94331CCF0AB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696475" y="1950468"/>
                  <a:ext cx="38520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7DAF71A1-77E3-6D0D-2E82-324ACDE6A346}"/>
                    </a:ext>
                  </a:extLst>
                </p14:cNvPr>
                <p14:cNvContentPartPr/>
                <p14:nvPr/>
              </p14:nvContentPartPr>
              <p14:xfrm>
                <a:off x="7223155" y="1595508"/>
                <a:ext cx="309600" cy="638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7DAF71A1-77E3-6D0D-2E82-324ACDE6A34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214515" y="1586508"/>
                  <a:ext cx="327240" cy="65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3128FD5-315E-0A1D-A115-EF2703C443F0}"/>
              </a:ext>
            </a:extLst>
          </p:cNvPr>
          <p:cNvGrpSpPr/>
          <p:nvPr/>
        </p:nvGrpSpPr>
        <p:grpSpPr>
          <a:xfrm>
            <a:off x="8319715" y="750948"/>
            <a:ext cx="3903120" cy="3264480"/>
            <a:chOff x="8319715" y="750948"/>
            <a:chExt cx="3903120" cy="326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73CFAFE-4E6E-3ECC-2E7B-27D7FC9A0AC5}"/>
                    </a:ext>
                  </a:extLst>
                </p14:cNvPr>
                <p14:cNvContentPartPr/>
                <p14:nvPr/>
              </p14:nvContentPartPr>
              <p14:xfrm>
                <a:off x="8938915" y="1551228"/>
                <a:ext cx="607320" cy="7117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73CFAFE-4E6E-3ECC-2E7B-27D7FC9A0AC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29915" y="1542228"/>
                  <a:ext cx="624960" cy="72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F598CC-8276-D02A-0EC4-A62E966D6315}"/>
                    </a:ext>
                  </a:extLst>
                </p14:cNvPr>
                <p14:cNvContentPartPr/>
                <p14:nvPr/>
              </p14:nvContentPartPr>
              <p14:xfrm>
                <a:off x="9712915" y="1555548"/>
                <a:ext cx="800280" cy="5918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F598CC-8276-D02A-0EC4-A62E966D63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04275" y="1546908"/>
                  <a:ext cx="81792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EE8D0F1-E91B-3506-8888-A97FF19BB96B}"/>
                    </a:ext>
                  </a:extLst>
                </p14:cNvPr>
                <p14:cNvContentPartPr/>
                <p14:nvPr/>
              </p14:nvContentPartPr>
              <p14:xfrm>
                <a:off x="11206195" y="1479588"/>
                <a:ext cx="89640" cy="4442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EE8D0F1-E91B-3506-8888-A97FF19BB96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97195" y="1470948"/>
                  <a:ext cx="10728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8F16A8A-8790-3C41-26F2-9BBFE906C0B2}"/>
                    </a:ext>
                  </a:extLst>
                </p14:cNvPr>
                <p14:cNvContentPartPr/>
                <p14:nvPr/>
              </p14:nvContentPartPr>
              <p14:xfrm>
                <a:off x="11435875" y="1486428"/>
                <a:ext cx="113040" cy="4773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8F16A8A-8790-3C41-26F2-9BBFE906C0B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426875" y="1477428"/>
                  <a:ext cx="130680" cy="49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1319889-4992-3EB3-A8A5-1400359486F2}"/>
                    </a:ext>
                  </a:extLst>
                </p14:cNvPr>
                <p14:cNvContentPartPr/>
                <p14:nvPr/>
              </p14:nvContentPartPr>
              <p14:xfrm>
                <a:off x="11618395" y="1402548"/>
                <a:ext cx="328320" cy="42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1319889-4992-3EB3-A8A5-1400359486F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1609755" y="1393908"/>
                  <a:ext cx="3459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C594EB0-A58B-E92F-E27E-72B20BE4E027}"/>
                    </a:ext>
                  </a:extLst>
                </p14:cNvPr>
                <p14:cNvContentPartPr/>
                <p14:nvPr/>
              </p14:nvContentPartPr>
              <p14:xfrm>
                <a:off x="8319715" y="1085748"/>
                <a:ext cx="372960" cy="1389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C594EB0-A58B-E92F-E27E-72B20BE4E02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310715" y="1077108"/>
                  <a:ext cx="390600" cy="140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02221EA2-991E-83A4-3B0E-13D7AEB33E72}"/>
                    </a:ext>
                  </a:extLst>
                </p14:cNvPr>
                <p14:cNvContentPartPr/>
                <p14:nvPr/>
              </p14:nvContentPartPr>
              <p14:xfrm>
                <a:off x="8747395" y="750948"/>
                <a:ext cx="3475440" cy="22701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02221EA2-991E-83A4-3B0E-13D7AEB33E7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38755" y="741948"/>
                  <a:ext cx="3493080" cy="22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1D621E0-B885-7C23-4A4E-626EB4626AD4}"/>
                    </a:ext>
                  </a:extLst>
                </p14:cNvPr>
                <p14:cNvContentPartPr/>
                <p14:nvPr/>
              </p14:nvContentPartPr>
              <p14:xfrm>
                <a:off x="9736315" y="3545988"/>
                <a:ext cx="82440" cy="382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1D621E0-B885-7C23-4A4E-626EB4626A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727315" y="3537348"/>
                  <a:ext cx="10008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4EC32B2-AB69-1925-F967-07A1387D3AD6}"/>
                    </a:ext>
                  </a:extLst>
                </p14:cNvPr>
                <p14:cNvContentPartPr/>
                <p14:nvPr/>
              </p14:nvContentPartPr>
              <p14:xfrm>
                <a:off x="9673675" y="3293268"/>
                <a:ext cx="502200" cy="7221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4EC32B2-AB69-1925-F967-07A1387D3AD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664675" y="3284268"/>
                  <a:ext cx="519840" cy="73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9D0C3F3-A6A8-6502-EAC9-A9950145944D}"/>
                    </a:ext>
                  </a:extLst>
                </p14:cNvPr>
                <p14:cNvContentPartPr/>
                <p14:nvPr/>
              </p14:nvContentPartPr>
              <p14:xfrm>
                <a:off x="10475395" y="3875748"/>
                <a:ext cx="13680" cy="90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9D0C3F3-A6A8-6502-EAC9-A9950145944D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466755" y="3867108"/>
                  <a:ext cx="313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D1141F5-F606-5F43-656B-C9D622066D72}"/>
              </a:ext>
            </a:extLst>
          </p:cNvPr>
          <p:cNvGrpSpPr/>
          <p:nvPr/>
        </p:nvGrpSpPr>
        <p:grpSpPr>
          <a:xfrm>
            <a:off x="6112555" y="3293628"/>
            <a:ext cx="1802160" cy="681480"/>
            <a:chOff x="6112555" y="3293628"/>
            <a:chExt cx="1802160" cy="68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A64BA89-B7F3-97D2-5769-C2021E7E88BF}"/>
                    </a:ext>
                  </a:extLst>
                </p14:cNvPr>
                <p14:cNvContentPartPr/>
                <p14:nvPr/>
              </p14:nvContentPartPr>
              <p14:xfrm>
                <a:off x="6112555" y="3574428"/>
                <a:ext cx="424080" cy="350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A64BA89-B7F3-97D2-5769-C2021E7E88B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103555" y="3565788"/>
                  <a:ext cx="44172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A607AED-A5A5-E2AB-5310-9C74534AC527}"/>
                    </a:ext>
                  </a:extLst>
                </p14:cNvPr>
                <p14:cNvContentPartPr/>
                <p14:nvPr/>
              </p14:nvContentPartPr>
              <p14:xfrm>
                <a:off x="6709795" y="3677388"/>
                <a:ext cx="651600" cy="2977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A607AED-A5A5-E2AB-5310-9C74534AC52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700795" y="3668748"/>
                  <a:ext cx="66924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E8F45A6-4F6C-6E3F-346F-812370B55600}"/>
                    </a:ext>
                  </a:extLst>
                </p14:cNvPr>
                <p14:cNvContentPartPr/>
                <p14:nvPr/>
              </p14:nvContentPartPr>
              <p14:xfrm>
                <a:off x="7567675" y="3293628"/>
                <a:ext cx="347040" cy="6400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E8F45A6-4F6C-6E3F-346F-812370B5560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559035" y="3284988"/>
                  <a:ext cx="364680" cy="657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3110C6F5-B5B5-CA27-2B3C-D556E4949EAD}"/>
              </a:ext>
            </a:extLst>
          </p:cNvPr>
          <p:cNvGrpSpPr/>
          <p:nvPr/>
        </p:nvGrpSpPr>
        <p:grpSpPr>
          <a:xfrm>
            <a:off x="714715" y="1441068"/>
            <a:ext cx="4292640" cy="3788640"/>
            <a:chOff x="714715" y="1441068"/>
            <a:chExt cx="4292640" cy="37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C7B194DC-5188-B158-477D-D688251D8555}"/>
                    </a:ext>
                  </a:extLst>
                </p14:cNvPr>
                <p14:cNvContentPartPr/>
                <p14:nvPr/>
              </p14:nvContentPartPr>
              <p14:xfrm>
                <a:off x="1562875" y="2262228"/>
                <a:ext cx="484560" cy="705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C7B194DC-5188-B158-477D-D688251D855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553875" y="2253588"/>
                  <a:ext cx="502200" cy="7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126C38-D07B-4887-33B0-BEC3D1970E7A}"/>
                    </a:ext>
                  </a:extLst>
                </p14:cNvPr>
                <p14:cNvContentPartPr/>
                <p14:nvPr/>
              </p14:nvContentPartPr>
              <p14:xfrm>
                <a:off x="2613715" y="2191308"/>
                <a:ext cx="628200" cy="988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126C38-D07B-4887-33B0-BEC3D1970E7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604715" y="2182308"/>
                  <a:ext cx="645840" cy="10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68F8E10-A672-77C7-9AA3-85C4CB854EB5}"/>
                    </a:ext>
                  </a:extLst>
                </p14:cNvPr>
                <p14:cNvContentPartPr/>
                <p14:nvPr/>
              </p14:nvContentPartPr>
              <p14:xfrm>
                <a:off x="3890995" y="2105628"/>
                <a:ext cx="255600" cy="4939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68F8E10-A672-77C7-9AA3-85C4CB854EB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82355" y="2096628"/>
                  <a:ext cx="273240" cy="51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1B2F5C3-4EB7-511F-82A9-BE926C01A6CD}"/>
                    </a:ext>
                  </a:extLst>
                </p14:cNvPr>
                <p14:cNvContentPartPr/>
                <p14:nvPr/>
              </p14:nvContentPartPr>
              <p14:xfrm>
                <a:off x="4040035" y="1909428"/>
                <a:ext cx="375480" cy="172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1B2F5C3-4EB7-511F-82A9-BE926C01A6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031395" y="1900788"/>
                  <a:ext cx="39312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1D42136-AEAA-73A9-90DD-3EF4AE7A1113}"/>
                    </a:ext>
                  </a:extLst>
                </p14:cNvPr>
                <p14:cNvContentPartPr/>
                <p14:nvPr/>
              </p14:nvContentPartPr>
              <p14:xfrm>
                <a:off x="1451995" y="3184908"/>
                <a:ext cx="2767320" cy="5047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1D42136-AEAA-73A9-90DD-3EF4AE7A111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43355" y="3175908"/>
                  <a:ext cx="27849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5F8F8E7-00AF-F0FF-BBF9-6D496A517AFE}"/>
                    </a:ext>
                  </a:extLst>
                </p14:cNvPr>
                <p14:cNvContentPartPr/>
                <p14:nvPr/>
              </p14:nvContentPartPr>
              <p14:xfrm>
                <a:off x="2386915" y="3356268"/>
                <a:ext cx="1904760" cy="4039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5F8F8E7-00AF-F0FF-BBF9-6D496A517AF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377915" y="3347268"/>
                  <a:ext cx="192240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68B00B4-3713-53E6-267D-17FA1C1E36EA}"/>
                    </a:ext>
                  </a:extLst>
                </p14:cNvPr>
                <p14:cNvContentPartPr/>
                <p14:nvPr/>
              </p14:nvContentPartPr>
              <p14:xfrm>
                <a:off x="2336155" y="4112268"/>
                <a:ext cx="455040" cy="7290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68B00B4-3713-53E6-267D-17FA1C1E36E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327515" y="4103268"/>
                  <a:ext cx="47268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F155E2-D1AE-3740-6E54-68D9E22DB6F2}"/>
                    </a:ext>
                  </a:extLst>
                </p14:cNvPr>
                <p14:cNvContentPartPr/>
                <p14:nvPr/>
              </p14:nvContentPartPr>
              <p14:xfrm>
                <a:off x="2231395" y="4400988"/>
                <a:ext cx="510480" cy="1882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F155E2-D1AE-3740-6E54-68D9E22DB6F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22395" y="4392348"/>
                  <a:ext cx="5281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55E238-FCE5-21F7-93D5-D75645C8E690}"/>
                    </a:ext>
                  </a:extLst>
                </p14:cNvPr>
                <p14:cNvContentPartPr/>
                <p14:nvPr/>
              </p14:nvContentPartPr>
              <p14:xfrm>
                <a:off x="1837915" y="3777468"/>
                <a:ext cx="1315440" cy="14522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55E238-FCE5-21F7-93D5-D75645C8E69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28915" y="3768468"/>
                  <a:ext cx="1333080" cy="14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8F86694-AB57-AA94-AAB1-5E60FA91CF65}"/>
                    </a:ext>
                  </a:extLst>
                </p14:cNvPr>
                <p14:cNvContentPartPr/>
                <p14:nvPr/>
              </p14:nvContentPartPr>
              <p14:xfrm>
                <a:off x="714715" y="1441068"/>
                <a:ext cx="4292640" cy="252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8F86694-AB57-AA94-AAB1-5E60FA91CF6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6075" y="1432428"/>
                  <a:ext cx="4310280" cy="25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57F49A-6643-2A62-7670-A6A05CF5C817}"/>
                    </a:ext>
                  </a:extLst>
                </p14:cNvPr>
                <p14:cNvContentPartPr/>
                <p14:nvPr/>
              </p14:nvContentPartPr>
              <p14:xfrm>
                <a:off x="2320675" y="1931028"/>
                <a:ext cx="277560" cy="1000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57F49A-6643-2A62-7670-A6A05CF5C81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311675" y="1922388"/>
                  <a:ext cx="295200" cy="11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155CBA03-735B-6C19-425C-BE39585BDBB6}"/>
                    </a:ext>
                  </a:extLst>
                </p14:cNvPr>
                <p14:cNvContentPartPr/>
                <p14:nvPr/>
              </p14:nvContentPartPr>
              <p14:xfrm>
                <a:off x="2753395" y="4856028"/>
                <a:ext cx="18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155CBA03-735B-6C19-425C-BE39585BDBB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744755" y="4847028"/>
                  <a:ext cx="36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5F1A5F6-9C44-76BF-23E7-D09C1DCD0E68}"/>
                    </a:ext>
                  </a:extLst>
                </p14:cNvPr>
                <p14:cNvContentPartPr/>
                <p14:nvPr/>
              </p14:nvContentPartPr>
              <p14:xfrm>
                <a:off x="3147595" y="2801508"/>
                <a:ext cx="6480" cy="525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5F1A5F6-9C44-76BF-23E7-D09C1DCD0E6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138955" y="2792868"/>
                  <a:ext cx="24120" cy="70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35CAB26-BAB9-885C-C67F-F1933DE301C4}"/>
              </a:ext>
            </a:extLst>
          </p:cNvPr>
          <p:cNvGrpSpPr/>
          <p:nvPr/>
        </p:nvGrpSpPr>
        <p:grpSpPr>
          <a:xfrm>
            <a:off x="3123475" y="200868"/>
            <a:ext cx="4086720" cy="1103400"/>
            <a:chOff x="3123475" y="200868"/>
            <a:chExt cx="4086720" cy="110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1F8A66E-8747-A14C-B595-D69FF71F3190}"/>
                    </a:ext>
                  </a:extLst>
                </p14:cNvPr>
                <p14:cNvContentPartPr/>
                <p14:nvPr/>
              </p14:nvContentPartPr>
              <p14:xfrm>
                <a:off x="3123475" y="397428"/>
                <a:ext cx="667440" cy="550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1F8A66E-8747-A14C-B595-D69FF71F319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14835" y="388428"/>
                  <a:ext cx="685080" cy="56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2620048-8D2F-2B0C-539B-6EBDEFE70A31}"/>
                    </a:ext>
                  </a:extLst>
                </p14:cNvPr>
                <p14:cNvContentPartPr/>
                <p14:nvPr/>
              </p14:nvContentPartPr>
              <p14:xfrm>
                <a:off x="3930235" y="522708"/>
                <a:ext cx="205200" cy="536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2620048-8D2F-2B0C-539B-6EBDEFE70A3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921595" y="513708"/>
                  <a:ext cx="22284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0048319-7671-387B-70A2-0C85582C7320}"/>
                    </a:ext>
                  </a:extLst>
                </p14:cNvPr>
                <p14:cNvContentPartPr/>
                <p14:nvPr/>
              </p14:nvContentPartPr>
              <p14:xfrm>
                <a:off x="4022035" y="790548"/>
                <a:ext cx="358560" cy="102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0048319-7671-387B-70A2-0C85582C732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013035" y="781908"/>
                  <a:ext cx="37620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8BED570-808B-83F8-0135-0A27D5E638B1}"/>
                    </a:ext>
                  </a:extLst>
                </p14:cNvPr>
                <p14:cNvContentPartPr/>
                <p14:nvPr/>
              </p14:nvContentPartPr>
              <p14:xfrm>
                <a:off x="5894035" y="217788"/>
                <a:ext cx="186480" cy="515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8BED570-808B-83F8-0135-0A27D5E638B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885395" y="208788"/>
                  <a:ext cx="2041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B12888D-9711-A7FA-D153-C5E99FEC4467}"/>
                    </a:ext>
                  </a:extLst>
                </p14:cNvPr>
                <p14:cNvContentPartPr/>
                <p14:nvPr/>
              </p14:nvContentPartPr>
              <p14:xfrm>
                <a:off x="6393715" y="200868"/>
                <a:ext cx="438120" cy="52920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B12888D-9711-A7FA-D153-C5E99FEC446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385075" y="192228"/>
                  <a:ext cx="45576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95B9CC-5F7D-64F2-E3DE-503FFB58A1DF}"/>
                    </a:ext>
                  </a:extLst>
                </p14:cNvPr>
                <p14:cNvContentPartPr/>
                <p14:nvPr/>
              </p14:nvContentPartPr>
              <p14:xfrm>
                <a:off x="7108675" y="422628"/>
                <a:ext cx="41400" cy="73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95B9CC-5F7D-64F2-E3DE-503FFB58A1D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100035" y="413988"/>
                  <a:ext cx="590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432768-660D-F046-A0BD-337225225236}"/>
                    </a:ext>
                  </a:extLst>
                </p14:cNvPr>
                <p14:cNvContentPartPr/>
                <p14:nvPr/>
              </p14:nvContentPartPr>
              <p14:xfrm>
                <a:off x="3435955" y="1112028"/>
                <a:ext cx="3506400" cy="192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432768-660D-F046-A0BD-3372252252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426955" y="1103028"/>
                  <a:ext cx="3524040" cy="20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316BD00-DCE3-A6C0-0712-BA1FE12A0ECB}"/>
                    </a:ext>
                  </a:extLst>
                </p14:cNvPr>
                <p14:cNvContentPartPr/>
                <p14:nvPr/>
              </p14:nvContentPartPr>
              <p14:xfrm>
                <a:off x="3766435" y="1171428"/>
                <a:ext cx="13680" cy="25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316BD00-DCE3-A6C0-0712-BA1FE12A0EC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757435" y="1162788"/>
                  <a:ext cx="3132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EC8710-E84A-B460-E023-7AA3CDEB2933}"/>
                    </a:ext>
                  </a:extLst>
                </p14:cNvPr>
                <p14:cNvContentPartPr/>
                <p14:nvPr/>
              </p14:nvContentPartPr>
              <p14:xfrm>
                <a:off x="7105075" y="977388"/>
                <a:ext cx="105120" cy="89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EC8710-E84A-B460-E023-7AA3CDEB293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096435" y="968388"/>
                  <a:ext cx="122760" cy="10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26E1ABE-BCBE-B8BC-0446-8FCFF95AB881}"/>
              </a:ext>
            </a:extLst>
          </p:cNvPr>
          <p:cNvGrpSpPr/>
          <p:nvPr/>
        </p:nvGrpSpPr>
        <p:grpSpPr>
          <a:xfrm>
            <a:off x="1834675" y="5200908"/>
            <a:ext cx="1974240" cy="1337400"/>
            <a:chOff x="1834675" y="5200908"/>
            <a:chExt cx="1974240" cy="1337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3D669F2-129B-8AF7-2EA7-2D87E3DA0793}"/>
                    </a:ext>
                  </a:extLst>
                </p14:cNvPr>
                <p14:cNvContentPartPr/>
                <p14:nvPr/>
              </p14:nvContentPartPr>
              <p14:xfrm>
                <a:off x="2857075" y="5200908"/>
                <a:ext cx="37440" cy="5050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3D669F2-129B-8AF7-2EA7-2D87E3DA079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48435" y="5192268"/>
                  <a:ext cx="5508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0C8BBF9-86C5-8198-0FEB-6A23643BADE9}"/>
                    </a:ext>
                  </a:extLst>
                </p14:cNvPr>
                <p14:cNvContentPartPr/>
                <p14:nvPr/>
              </p14:nvContentPartPr>
              <p14:xfrm>
                <a:off x="1834675" y="6035388"/>
                <a:ext cx="28080" cy="4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0C8BBF9-86C5-8198-0FEB-6A23643BADE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25675" y="6026748"/>
                  <a:ext cx="457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FA0F60-0F72-0752-1D2C-D3144DBEDC06}"/>
                    </a:ext>
                  </a:extLst>
                </p14:cNvPr>
                <p14:cNvContentPartPr/>
                <p14:nvPr/>
              </p14:nvContentPartPr>
              <p14:xfrm>
                <a:off x="2169835" y="5876268"/>
                <a:ext cx="1171440" cy="1501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FA0F60-0F72-0752-1D2C-D3144DBEDC0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61195" y="5867268"/>
                  <a:ext cx="11890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DB82B3F-F76E-92F2-53F0-448EF946E3B5}"/>
                    </a:ext>
                  </a:extLst>
                </p14:cNvPr>
                <p14:cNvContentPartPr/>
                <p14:nvPr/>
              </p14:nvContentPartPr>
              <p14:xfrm>
                <a:off x="2746195" y="6010908"/>
                <a:ext cx="66960" cy="52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DB82B3F-F76E-92F2-53F0-448EF946E3B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737195" y="6001908"/>
                  <a:ext cx="846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DA3773A-74CE-F639-2977-5A35D7CA4BFA}"/>
                    </a:ext>
                  </a:extLst>
                </p14:cNvPr>
                <p14:cNvContentPartPr/>
                <p14:nvPr/>
              </p14:nvContentPartPr>
              <p14:xfrm>
                <a:off x="3166315" y="6114228"/>
                <a:ext cx="642600" cy="2559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DA3773A-74CE-F639-2977-5A35D7CA4BF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157315" y="6105588"/>
                  <a:ext cx="660240" cy="27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68EF2C6F-6094-2063-F108-5BB21586A504}"/>
              </a:ext>
            </a:extLst>
          </p:cNvPr>
          <p:cNvGrpSpPr/>
          <p:nvPr/>
        </p:nvGrpSpPr>
        <p:grpSpPr>
          <a:xfrm>
            <a:off x="9225115" y="4290468"/>
            <a:ext cx="1288080" cy="1560600"/>
            <a:chOff x="9225115" y="4290468"/>
            <a:chExt cx="1288080" cy="1560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D3267BB-B4C2-4140-040C-04C0F1ADA066}"/>
                    </a:ext>
                  </a:extLst>
                </p14:cNvPr>
                <p14:cNvContentPartPr/>
                <p14:nvPr/>
              </p14:nvContentPartPr>
              <p14:xfrm>
                <a:off x="9861595" y="4290468"/>
                <a:ext cx="145080" cy="846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D3267BB-B4C2-4140-040C-04C0F1ADA06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852955" y="4281468"/>
                  <a:ext cx="162720" cy="86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153E93-7708-92CC-C1C6-2ADA78B0ED5D}"/>
                    </a:ext>
                  </a:extLst>
                </p14:cNvPr>
                <p14:cNvContentPartPr/>
                <p14:nvPr/>
              </p14:nvContentPartPr>
              <p14:xfrm>
                <a:off x="9225115" y="5130348"/>
                <a:ext cx="1288080" cy="720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2153E93-7708-92CC-C1C6-2ADA78B0ED5D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216115" y="5121708"/>
                  <a:ext cx="1305720" cy="738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8EBD19E5-BEA9-B17A-0537-BF1F2F7A4EBF}"/>
              </a:ext>
            </a:extLst>
          </p:cNvPr>
          <p:cNvGrpSpPr/>
          <p:nvPr/>
        </p:nvGrpSpPr>
        <p:grpSpPr>
          <a:xfrm>
            <a:off x="8914795" y="5993988"/>
            <a:ext cx="1963080" cy="504000"/>
            <a:chOff x="8914795" y="5993988"/>
            <a:chExt cx="1963080" cy="50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A42D836-EFCD-D3BD-E625-F791D59AEAE2}"/>
                    </a:ext>
                  </a:extLst>
                </p14:cNvPr>
                <p14:cNvContentPartPr/>
                <p14:nvPr/>
              </p14:nvContentPartPr>
              <p14:xfrm>
                <a:off x="8914795" y="5993988"/>
                <a:ext cx="975600" cy="122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A42D836-EFCD-D3BD-E625-F791D59AEAE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906155" y="5984988"/>
                  <a:ext cx="99324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05D5A53-9B03-DE49-DD93-755BF7017A6E}"/>
                    </a:ext>
                  </a:extLst>
                </p14:cNvPr>
                <p14:cNvContentPartPr/>
                <p14:nvPr/>
              </p14:nvContentPartPr>
              <p14:xfrm>
                <a:off x="9455155" y="6101628"/>
                <a:ext cx="40320" cy="3466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05D5A53-9B03-DE49-DD93-755BF7017A6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446515" y="6092988"/>
                  <a:ext cx="57960" cy="36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1856F69-0CD7-B943-0F24-5897DDA95DC9}"/>
                    </a:ext>
                  </a:extLst>
                </p14:cNvPr>
                <p14:cNvContentPartPr/>
                <p14:nvPr/>
              </p14:nvContentPartPr>
              <p14:xfrm>
                <a:off x="9634435" y="6209268"/>
                <a:ext cx="282960" cy="2887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1856F69-0CD7-B943-0F24-5897DDA95DC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625795" y="6200268"/>
                  <a:ext cx="3006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256A0EEC-B237-C8AC-EC84-94EE416C1C4F}"/>
                    </a:ext>
                  </a:extLst>
                </p14:cNvPr>
                <p14:cNvContentPartPr/>
                <p14:nvPr/>
              </p14:nvContentPartPr>
              <p14:xfrm>
                <a:off x="10083715" y="6258948"/>
                <a:ext cx="109800" cy="1850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256A0EEC-B237-C8AC-EC84-94EE416C1C4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075075" y="6250308"/>
                  <a:ext cx="12744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E945EF-BC7E-7F87-1C81-342AA300F959}"/>
                    </a:ext>
                  </a:extLst>
                </p14:cNvPr>
                <p14:cNvContentPartPr/>
                <p14:nvPr/>
              </p14:nvContentPartPr>
              <p14:xfrm>
                <a:off x="10403395" y="6162468"/>
                <a:ext cx="474480" cy="24696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E945EF-BC7E-7F87-1C81-342AA300F9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394395" y="6153468"/>
                  <a:ext cx="49212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E1AF1DFB-CD17-81E1-5934-217E079E26F3}"/>
              </a:ext>
            </a:extLst>
          </p:cNvPr>
          <p:cNvGrpSpPr/>
          <p:nvPr/>
        </p:nvGrpSpPr>
        <p:grpSpPr>
          <a:xfrm>
            <a:off x="5926435" y="5625348"/>
            <a:ext cx="1569240" cy="623160"/>
            <a:chOff x="5926435" y="5625348"/>
            <a:chExt cx="1569240" cy="623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EA62BB4-0026-D573-9445-15C258349FF2}"/>
                    </a:ext>
                  </a:extLst>
                </p14:cNvPr>
                <p14:cNvContentPartPr/>
                <p14:nvPr/>
              </p14:nvContentPartPr>
              <p14:xfrm>
                <a:off x="5926435" y="5834508"/>
                <a:ext cx="448560" cy="299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EA62BB4-0026-D573-9445-15C258349FF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917435" y="5825508"/>
                  <a:ext cx="4662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99A98B-50B0-64F1-E990-338D82C5B3CC}"/>
                    </a:ext>
                  </a:extLst>
                </p14:cNvPr>
                <p14:cNvContentPartPr/>
                <p14:nvPr/>
              </p14:nvContentPartPr>
              <p14:xfrm>
                <a:off x="6666955" y="5911548"/>
                <a:ext cx="443520" cy="33696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99A98B-50B0-64F1-E990-338D82C5B3C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657955" y="5902908"/>
                  <a:ext cx="46116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F2D2CF6-406F-87B7-F744-4F7F4EC099FC}"/>
                    </a:ext>
                  </a:extLst>
                </p14:cNvPr>
                <p14:cNvContentPartPr/>
                <p14:nvPr/>
              </p14:nvContentPartPr>
              <p14:xfrm>
                <a:off x="7258435" y="5625348"/>
                <a:ext cx="237240" cy="5853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F2D2CF6-406F-87B7-F744-4F7F4EC099F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49435" y="5616708"/>
                  <a:ext cx="254880" cy="603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13F54220-1CAA-AF36-EB06-948D99ACA6AC}"/>
                  </a:ext>
                </a:extLst>
              </p14:cNvPr>
              <p14:cNvContentPartPr/>
              <p14:nvPr/>
            </p14:nvContentPartPr>
            <p14:xfrm>
              <a:off x="7975915" y="5865108"/>
              <a:ext cx="10080" cy="57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13F54220-1CAA-AF36-EB06-948D99ACA6AC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7966915" y="5856468"/>
                <a:ext cx="27720" cy="2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603808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59E852EB-476D-D78E-781F-0632793788A0}"/>
              </a:ext>
            </a:extLst>
          </p:cNvPr>
          <p:cNvGrpSpPr/>
          <p:nvPr/>
        </p:nvGrpSpPr>
        <p:grpSpPr>
          <a:xfrm>
            <a:off x="649195" y="507588"/>
            <a:ext cx="5901120" cy="1310040"/>
            <a:chOff x="649195" y="507588"/>
            <a:chExt cx="5901120" cy="131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2D00AFA3-1D0B-790B-6808-5B68352B1D39}"/>
                    </a:ext>
                  </a:extLst>
                </p14:cNvPr>
                <p14:cNvContentPartPr/>
                <p14:nvPr/>
              </p14:nvContentPartPr>
              <p14:xfrm>
                <a:off x="649195" y="645108"/>
                <a:ext cx="128880" cy="966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2D00AFA3-1D0B-790B-6808-5B68352B1D3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40555" y="636468"/>
                  <a:ext cx="146520" cy="98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12BB8CE-2A27-85E7-2453-1EEA035BB68D}"/>
                    </a:ext>
                  </a:extLst>
                </p14:cNvPr>
                <p14:cNvContentPartPr/>
                <p14:nvPr/>
              </p14:nvContentPartPr>
              <p14:xfrm>
                <a:off x="932875" y="507588"/>
                <a:ext cx="5617440" cy="675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12BB8CE-2A27-85E7-2453-1EEA035BB68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3875" y="498588"/>
                  <a:ext cx="563508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954C166-CE2B-16D7-3C5F-4F2C25FCF55E}"/>
                    </a:ext>
                  </a:extLst>
                </p14:cNvPr>
                <p14:cNvContentPartPr/>
                <p14:nvPr/>
              </p14:nvContentPartPr>
              <p14:xfrm>
                <a:off x="671875" y="1621788"/>
                <a:ext cx="5128200" cy="195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954C166-CE2B-16D7-3C5F-4F2C25FCF5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875" y="1613148"/>
                  <a:ext cx="514584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DDAADBA-B577-B184-95FE-24EAA2FB93FE}"/>
                    </a:ext>
                  </a:extLst>
                </p14:cNvPr>
                <p14:cNvContentPartPr/>
                <p14:nvPr/>
              </p14:nvContentPartPr>
              <p14:xfrm>
                <a:off x="1623715" y="729708"/>
                <a:ext cx="339120" cy="896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DDAADBA-B577-B184-95FE-24EAA2FB93F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14715" y="721068"/>
                  <a:ext cx="356760" cy="9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D1CCD2-FD55-51B2-DD9E-A1976F8C7E15}"/>
                    </a:ext>
                  </a:extLst>
                </p14:cNvPr>
                <p14:cNvContentPartPr/>
                <p14:nvPr/>
              </p14:nvContentPartPr>
              <p14:xfrm>
                <a:off x="2511115" y="684348"/>
                <a:ext cx="277560" cy="1133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D1CCD2-FD55-51B2-DD9E-A1976F8C7E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02115" y="675348"/>
                  <a:ext cx="295200" cy="11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19C63D5-03C3-707D-9BBE-793C5750F9F0}"/>
                    </a:ext>
                  </a:extLst>
                </p14:cNvPr>
                <p14:cNvContentPartPr/>
                <p14:nvPr/>
              </p14:nvContentPartPr>
              <p14:xfrm>
                <a:off x="1129435" y="805668"/>
                <a:ext cx="328320" cy="48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19C63D5-03C3-707D-9BBE-793C5750F9F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20435" y="797028"/>
                  <a:ext cx="34596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23243D4-8585-2653-7755-B4207932B2F9}"/>
                    </a:ext>
                  </a:extLst>
                </p14:cNvPr>
                <p14:cNvContentPartPr/>
                <p14:nvPr/>
              </p14:nvContentPartPr>
              <p14:xfrm>
                <a:off x="1312675" y="851388"/>
                <a:ext cx="85320" cy="3150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23243D4-8585-2653-7755-B4207932B2F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303675" y="842388"/>
                  <a:ext cx="1029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8C053AC-EC2D-4D4A-C397-812ABE06EC87}"/>
                    </a:ext>
                  </a:extLst>
                </p14:cNvPr>
                <p14:cNvContentPartPr/>
                <p14:nvPr/>
              </p14:nvContentPartPr>
              <p14:xfrm>
                <a:off x="2338675" y="775428"/>
                <a:ext cx="45000" cy="1317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8C053AC-EC2D-4D4A-C397-812ABE06EC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329675" y="766788"/>
                  <a:ext cx="62640" cy="14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32FE979-9B79-0793-1E10-E53ABE54B177}"/>
                    </a:ext>
                  </a:extLst>
                </p14:cNvPr>
                <p14:cNvContentPartPr/>
                <p14:nvPr/>
              </p14:nvContentPartPr>
              <p14:xfrm>
                <a:off x="2362795" y="688668"/>
                <a:ext cx="113760" cy="42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32FE979-9B79-0793-1E10-E53ABE54B177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353795" y="679668"/>
                  <a:ext cx="13140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491ABA5-0D5F-3655-7593-E5D0616D61F1}"/>
                    </a:ext>
                  </a:extLst>
                </p14:cNvPr>
                <p14:cNvContentPartPr/>
                <p14:nvPr/>
              </p14:nvContentPartPr>
              <p14:xfrm>
                <a:off x="2444875" y="853548"/>
                <a:ext cx="55800" cy="111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491ABA5-0D5F-3655-7593-E5D0616D61F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435875" y="844908"/>
                  <a:ext cx="7344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509942F-C681-6A24-9F23-37E0553CA1FB}"/>
                    </a:ext>
                  </a:extLst>
                </p14:cNvPr>
                <p14:cNvContentPartPr/>
                <p14:nvPr/>
              </p14:nvContentPartPr>
              <p14:xfrm>
                <a:off x="739915" y="1094388"/>
                <a:ext cx="5656320" cy="102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509942F-C681-6A24-9F23-37E0553CA1FB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0915" y="1085748"/>
                  <a:ext cx="5673960" cy="1206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548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FFCC5E8C-21E8-8574-CB56-3C3092B9097A}"/>
                  </a:ext>
                </a:extLst>
              </p14:cNvPr>
              <p14:cNvContentPartPr/>
              <p14:nvPr/>
            </p14:nvContentPartPr>
            <p14:xfrm>
              <a:off x="11928715" y="1515228"/>
              <a:ext cx="16920" cy="2412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FFCC5E8C-21E8-8574-CB56-3C3092B9097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919715" y="1506228"/>
                <a:ext cx="3456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92A62BB-3639-82AD-AEED-37259F83C78F}"/>
              </a:ext>
            </a:extLst>
          </p:cNvPr>
          <p:cNvGrpSpPr/>
          <p:nvPr/>
        </p:nvGrpSpPr>
        <p:grpSpPr>
          <a:xfrm>
            <a:off x="998035" y="173508"/>
            <a:ext cx="11059560" cy="6166440"/>
            <a:chOff x="998035" y="173508"/>
            <a:chExt cx="11059560" cy="616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8B146CF-05EA-81FC-6C52-97D1B12DEE88}"/>
                    </a:ext>
                  </a:extLst>
                </p14:cNvPr>
                <p14:cNvContentPartPr/>
                <p14:nvPr/>
              </p14:nvContentPartPr>
              <p14:xfrm>
                <a:off x="9291355" y="584268"/>
                <a:ext cx="532080" cy="641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8B146CF-05EA-81FC-6C52-97D1B12DEE8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282715" y="575268"/>
                  <a:ext cx="549720" cy="65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E7D5D59-B400-A72F-6FF8-5D9123AB80AC}"/>
                    </a:ext>
                  </a:extLst>
                </p14:cNvPr>
                <p14:cNvContentPartPr/>
                <p14:nvPr/>
              </p14:nvContentPartPr>
              <p14:xfrm>
                <a:off x="9457675" y="892788"/>
                <a:ext cx="279000" cy="730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E7D5D59-B400-A72F-6FF8-5D9123AB80A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449035" y="883788"/>
                  <a:ext cx="29664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3178EDF7-0E1A-9801-FB06-12C88C4C64F4}"/>
                    </a:ext>
                  </a:extLst>
                </p14:cNvPr>
                <p14:cNvContentPartPr/>
                <p14:nvPr/>
              </p14:nvContentPartPr>
              <p14:xfrm>
                <a:off x="10089475" y="840588"/>
                <a:ext cx="93240" cy="450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3178EDF7-0E1A-9801-FB06-12C88C4C64F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080835" y="831588"/>
                  <a:ext cx="11088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8D9DE5B-5333-7B75-5DFE-2492014DE4A3}"/>
                    </a:ext>
                  </a:extLst>
                </p14:cNvPr>
                <p14:cNvContentPartPr/>
                <p14:nvPr/>
              </p14:nvContentPartPr>
              <p14:xfrm>
                <a:off x="10506715" y="741948"/>
                <a:ext cx="117360" cy="34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8D9DE5B-5333-7B75-5DFE-2492014DE4A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498075" y="732948"/>
                  <a:ext cx="135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D7E8AEF-0C57-F529-0522-ABC82535F47C}"/>
                    </a:ext>
                  </a:extLst>
                </p14:cNvPr>
                <p14:cNvContentPartPr/>
                <p14:nvPr/>
              </p14:nvContentPartPr>
              <p14:xfrm>
                <a:off x="10520035" y="913308"/>
                <a:ext cx="82440" cy="42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D7E8AEF-0C57-F529-0522-ABC82535F47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511395" y="904308"/>
                  <a:ext cx="1000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63FBD2A-632B-4C7D-AFA9-A00E69A021AE}"/>
                    </a:ext>
                  </a:extLst>
                </p14:cNvPr>
                <p14:cNvContentPartPr/>
                <p14:nvPr/>
              </p14:nvContentPartPr>
              <p14:xfrm>
                <a:off x="10164715" y="823308"/>
                <a:ext cx="448560" cy="28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63FBD2A-632B-4C7D-AFA9-A00E69A021A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55715" y="814308"/>
                  <a:ext cx="46620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ED4C5F-453D-6847-841D-73AB501759C2}"/>
                    </a:ext>
                  </a:extLst>
                </p14:cNvPr>
                <p14:cNvContentPartPr/>
                <p14:nvPr/>
              </p14:nvContentPartPr>
              <p14:xfrm>
                <a:off x="10358395" y="1101948"/>
                <a:ext cx="344160" cy="250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ED4C5F-453D-6847-841D-73AB501759C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349755" y="1093308"/>
                  <a:ext cx="36180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1705E89-8163-42B6-E51B-9884009AE4F4}"/>
                    </a:ext>
                  </a:extLst>
                </p14:cNvPr>
                <p14:cNvContentPartPr/>
                <p14:nvPr/>
              </p14:nvContentPartPr>
              <p14:xfrm>
                <a:off x="11003515" y="413988"/>
                <a:ext cx="414000" cy="2001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1705E89-8163-42B6-E51B-9884009AE4F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94875" y="405348"/>
                  <a:ext cx="4316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1E5EB88-FE0C-4B0F-5E8E-78105561664A}"/>
                    </a:ext>
                  </a:extLst>
                </p14:cNvPr>
                <p14:cNvContentPartPr/>
                <p14:nvPr/>
              </p14:nvContentPartPr>
              <p14:xfrm>
                <a:off x="11183155" y="640788"/>
                <a:ext cx="65520" cy="5104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1E5EB88-FE0C-4B0F-5E8E-78105561664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174515" y="632148"/>
                  <a:ext cx="83160" cy="5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3264F05-253D-446B-92CE-F1EF97441381}"/>
                    </a:ext>
                  </a:extLst>
                </p14:cNvPr>
                <p14:cNvContentPartPr/>
                <p14:nvPr/>
              </p14:nvContentPartPr>
              <p14:xfrm>
                <a:off x="11460715" y="850308"/>
                <a:ext cx="234360" cy="8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3264F05-253D-446B-92CE-F1EF9744138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451715" y="841668"/>
                  <a:ext cx="25200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40368DE-14C3-8077-4C7E-639340A80050}"/>
                    </a:ext>
                  </a:extLst>
                </p14:cNvPr>
                <p14:cNvContentPartPr/>
                <p14:nvPr/>
              </p14:nvContentPartPr>
              <p14:xfrm>
                <a:off x="11538835" y="1031388"/>
                <a:ext cx="181080" cy="88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40368DE-14C3-8077-4C7E-639340A8005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1530195" y="1022748"/>
                  <a:ext cx="1987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438981-6E2B-17E6-85C4-668DA1160A78}"/>
                    </a:ext>
                  </a:extLst>
                </p14:cNvPr>
                <p14:cNvContentPartPr/>
                <p14:nvPr/>
              </p14:nvContentPartPr>
              <p14:xfrm>
                <a:off x="11952475" y="531348"/>
                <a:ext cx="105120" cy="654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438981-6E2B-17E6-85C4-668DA1160A7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1943835" y="522348"/>
                  <a:ext cx="122760" cy="67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B1E0174-CB20-341C-E127-B7F83C10A9FD}"/>
                    </a:ext>
                  </a:extLst>
                </p14:cNvPr>
                <p14:cNvContentPartPr/>
                <p14:nvPr/>
              </p14:nvContentPartPr>
              <p14:xfrm>
                <a:off x="9554875" y="2189508"/>
                <a:ext cx="381240" cy="7257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B1E0174-CB20-341C-E127-B7F83C10A9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546235" y="2180868"/>
                  <a:ext cx="398880" cy="74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40347D6-ACEA-343B-2ADE-C3EA3CD8E58E}"/>
                    </a:ext>
                  </a:extLst>
                </p14:cNvPr>
                <p14:cNvContentPartPr/>
                <p14:nvPr/>
              </p14:nvContentPartPr>
              <p14:xfrm>
                <a:off x="11820715" y="1800708"/>
                <a:ext cx="69480" cy="597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40347D6-ACEA-343B-2ADE-C3EA3CD8E58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811715" y="1791708"/>
                  <a:ext cx="87120" cy="61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5A8145-6836-CA8A-9A8A-F8D9576A0B06}"/>
                    </a:ext>
                  </a:extLst>
                </p14:cNvPr>
                <p14:cNvContentPartPr/>
                <p14:nvPr/>
              </p14:nvContentPartPr>
              <p14:xfrm>
                <a:off x="10433275" y="2079708"/>
                <a:ext cx="136440" cy="338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5A8145-6836-CA8A-9A8A-F8D9576A0B0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24275" y="2071068"/>
                  <a:ext cx="1540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CFE585F-6E61-31A6-2512-6F5F1B63E879}"/>
                    </a:ext>
                  </a:extLst>
                </p14:cNvPr>
                <p14:cNvContentPartPr/>
                <p14:nvPr/>
              </p14:nvContentPartPr>
              <p14:xfrm>
                <a:off x="10469275" y="2418468"/>
                <a:ext cx="290880" cy="188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CFE585F-6E61-31A6-2512-6F5F1B63E87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460635" y="2409468"/>
                  <a:ext cx="30852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2ED71D-BD70-F311-DEEB-2C6B650484E6}"/>
                    </a:ext>
                  </a:extLst>
                </p14:cNvPr>
                <p14:cNvContentPartPr/>
                <p14:nvPr/>
              </p14:nvContentPartPr>
              <p14:xfrm>
                <a:off x="11256955" y="2249268"/>
                <a:ext cx="156960" cy="8172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2ED71D-BD70-F311-DEEB-2C6B650484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1247955" y="2240268"/>
                  <a:ext cx="1746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326D8C1-DE99-5520-C0AD-E9D6E56C35CA}"/>
                    </a:ext>
                  </a:extLst>
                </p14:cNvPr>
                <p14:cNvContentPartPr/>
                <p14:nvPr/>
              </p14:nvContentPartPr>
              <p14:xfrm>
                <a:off x="10921435" y="1921308"/>
                <a:ext cx="430920" cy="161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326D8C1-DE99-5520-C0AD-E9D6E56C35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912795" y="1912668"/>
                  <a:ext cx="448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EC5C725-7CB9-D917-7436-0B755A817DAA}"/>
                    </a:ext>
                  </a:extLst>
                </p14:cNvPr>
                <p14:cNvContentPartPr/>
                <p14:nvPr/>
              </p14:nvContentPartPr>
              <p14:xfrm>
                <a:off x="11210875" y="2000508"/>
                <a:ext cx="43920" cy="497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EC5C725-7CB9-D917-7436-0B755A817DA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202235" y="1991868"/>
                  <a:ext cx="6156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67C4448-880A-1672-00BD-5114E2A259AE}"/>
                    </a:ext>
                  </a:extLst>
                </p14:cNvPr>
                <p14:cNvContentPartPr/>
                <p14:nvPr/>
              </p14:nvContentPartPr>
              <p14:xfrm>
                <a:off x="4266115" y="209868"/>
                <a:ext cx="933120" cy="1188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67C4448-880A-1672-00BD-5114E2A259A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57475" y="201228"/>
                  <a:ext cx="950760" cy="12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9A381A2-BAB5-EC26-0D7D-BB7D83283D2C}"/>
                    </a:ext>
                  </a:extLst>
                </p14:cNvPr>
                <p14:cNvContentPartPr/>
                <p14:nvPr/>
              </p14:nvContentPartPr>
              <p14:xfrm>
                <a:off x="5123635" y="186468"/>
                <a:ext cx="1720800" cy="1544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9A381A2-BAB5-EC26-0D7D-BB7D83283D2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114995" y="177828"/>
                  <a:ext cx="1738440" cy="156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ABB02F-CE40-1D21-7D39-3C93E7F1C3D9}"/>
                    </a:ext>
                  </a:extLst>
                </p14:cNvPr>
                <p14:cNvContentPartPr/>
                <p14:nvPr/>
              </p14:nvContentPartPr>
              <p14:xfrm>
                <a:off x="3770035" y="1296348"/>
                <a:ext cx="531000" cy="832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ABB02F-CE40-1D21-7D39-3C93E7F1C3D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761035" y="1287348"/>
                  <a:ext cx="548640" cy="85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9DFC6D0-EAE6-5B2C-22EE-B33E5AC35256}"/>
                    </a:ext>
                  </a:extLst>
                </p14:cNvPr>
                <p14:cNvContentPartPr/>
                <p14:nvPr/>
              </p14:nvContentPartPr>
              <p14:xfrm>
                <a:off x="3713155" y="2216508"/>
                <a:ext cx="1541520" cy="691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9DFC6D0-EAE6-5B2C-22EE-B33E5AC352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4515" y="2207868"/>
                  <a:ext cx="1559160" cy="70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DA4F30B-C0D8-ED30-2CE5-F26EACA1FB59}"/>
                    </a:ext>
                  </a:extLst>
                </p14:cNvPr>
                <p14:cNvContentPartPr/>
                <p14:nvPr/>
              </p14:nvContentPartPr>
              <p14:xfrm>
                <a:off x="5792155" y="1703868"/>
                <a:ext cx="1057680" cy="1163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DA4F30B-C0D8-ED30-2CE5-F26EACA1FB5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783155" y="1694868"/>
                  <a:ext cx="1075320" cy="11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C6491C3-B796-B92B-33F6-632135B3B807}"/>
                    </a:ext>
                  </a:extLst>
                </p14:cNvPr>
                <p14:cNvContentPartPr/>
                <p14:nvPr/>
              </p14:nvContentPartPr>
              <p14:xfrm>
                <a:off x="5316955" y="2747148"/>
                <a:ext cx="704520" cy="515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C6491C3-B796-B92B-33F6-632135B3B80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5308315" y="2738508"/>
                  <a:ext cx="72216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ACC32D44-1CE2-1995-0DC1-BF99FCD143C0}"/>
                    </a:ext>
                  </a:extLst>
                </p14:cNvPr>
                <p14:cNvContentPartPr/>
                <p14:nvPr/>
              </p14:nvContentPartPr>
              <p14:xfrm>
                <a:off x="5149555" y="2895828"/>
                <a:ext cx="437040" cy="3790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ACC32D44-1CE2-1995-0DC1-BF99FCD143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40555" y="2887188"/>
                  <a:ext cx="454680" cy="39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9B99299-7E1D-A88C-79C5-0C52BD4DBD1B}"/>
                    </a:ext>
                  </a:extLst>
                </p14:cNvPr>
                <p14:cNvContentPartPr/>
                <p14:nvPr/>
              </p14:nvContentPartPr>
              <p14:xfrm>
                <a:off x="4722955" y="1038588"/>
                <a:ext cx="200160" cy="4240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9B99299-7E1D-A88C-79C5-0C52BD4DBD1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13955" y="1029588"/>
                  <a:ext cx="21780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7956104-BECC-F21F-EA1D-CABEAFB4A621}"/>
                    </a:ext>
                  </a:extLst>
                </p14:cNvPr>
                <p14:cNvContentPartPr/>
                <p14:nvPr/>
              </p14:nvContentPartPr>
              <p14:xfrm>
                <a:off x="4839595" y="916908"/>
                <a:ext cx="331560" cy="5986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7956104-BECC-F21F-EA1D-CABEAFB4A62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830595" y="908268"/>
                  <a:ext cx="349200" cy="61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D24DCA-CF01-CAD4-A308-A24EBCC9E77D}"/>
                    </a:ext>
                  </a:extLst>
                </p14:cNvPr>
                <p14:cNvContentPartPr/>
                <p14:nvPr/>
              </p14:nvContentPartPr>
              <p14:xfrm>
                <a:off x="5345035" y="899268"/>
                <a:ext cx="75960" cy="375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D24DCA-CF01-CAD4-A308-A24EBCC9E77D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36395" y="890268"/>
                  <a:ext cx="93600" cy="3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2B04762-6566-F3CF-E4CC-A0C363165664}"/>
                    </a:ext>
                  </a:extLst>
                </p14:cNvPr>
                <p14:cNvContentPartPr/>
                <p14:nvPr/>
              </p14:nvContentPartPr>
              <p14:xfrm>
                <a:off x="5309755" y="1034628"/>
                <a:ext cx="444240" cy="246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2B04762-6566-F3CF-E4CC-A0C36316566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301115" y="1025988"/>
                  <a:ext cx="4618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0A579FD-CD24-505E-0D50-C9E1E9450DA8}"/>
                    </a:ext>
                  </a:extLst>
                </p14:cNvPr>
                <p14:cNvContentPartPr/>
                <p14:nvPr/>
              </p14:nvContentPartPr>
              <p14:xfrm>
                <a:off x="5838955" y="1024908"/>
                <a:ext cx="36360" cy="262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0A579FD-CD24-505E-0D50-C9E1E9450DA8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30315" y="1016268"/>
                  <a:ext cx="54000" cy="4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B8B7B0F-1D59-2808-B819-957D14909C36}"/>
                    </a:ext>
                  </a:extLst>
                </p14:cNvPr>
                <p14:cNvContentPartPr/>
                <p14:nvPr/>
              </p14:nvContentPartPr>
              <p14:xfrm>
                <a:off x="4812955" y="1877028"/>
                <a:ext cx="35280" cy="3247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B8B7B0F-1D59-2808-B819-957D14909C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804315" y="1868028"/>
                  <a:ext cx="5292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D17B1999-C2DF-1BD7-4756-E15BEDB320B3}"/>
                    </a:ext>
                  </a:extLst>
                </p14:cNvPr>
                <p14:cNvContentPartPr/>
                <p14:nvPr/>
              </p14:nvContentPartPr>
              <p14:xfrm>
                <a:off x="5055235" y="1861908"/>
                <a:ext cx="231840" cy="306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D17B1999-C2DF-1BD7-4756-E15BEDB320B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46595" y="1853268"/>
                  <a:ext cx="24948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0C3BD64-43DA-8953-8BE2-96DAB28E4CB2}"/>
                    </a:ext>
                  </a:extLst>
                </p14:cNvPr>
                <p14:cNvContentPartPr/>
                <p14:nvPr/>
              </p14:nvContentPartPr>
              <p14:xfrm>
                <a:off x="5409835" y="1591548"/>
                <a:ext cx="37800" cy="253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0C3BD64-43DA-8953-8BE2-96DAB28E4C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401195" y="1582548"/>
                  <a:ext cx="554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9735CE2-6F62-0508-70C6-1B7AED9EED4F}"/>
                    </a:ext>
                  </a:extLst>
                </p14:cNvPr>
                <p14:cNvContentPartPr/>
                <p14:nvPr/>
              </p14:nvContentPartPr>
              <p14:xfrm>
                <a:off x="5298955" y="1537188"/>
                <a:ext cx="559800" cy="2390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9735CE2-6F62-0508-70C6-1B7AED9EED4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289955" y="1528548"/>
                  <a:ext cx="5774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68FBEA9-6F57-392F-9A55-A4752BBF0F1C}"/>
                    </a:ext>
                  </a:extLst>
                </p14:cNvPr>
                <p14:cNvContentPartPr/>
                <p14:nvPr/>
              </p14:nvContentPartPr>
              <p14:xfrm>
                <a:off x="5479675" y="2165748"/>
                <a:ext cx="465840" cy="2714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68FBEA9-6F57-392F-9A55-A4752BBF0F1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471035" y="2157108"/>
                  <a:ext cx="48348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ACA36E0-8BA3-3EB1-58E1-A36487649B31}"/>
                    </a:ext>
                  </a:extLst>
                </p14:cNvPr>
                <p14:cNvContentPartPr/>
                <p14:nvPr/>
              </p14:nvContentPartPr>
              <p14:xfrm>
                <a:off x="6776395" y="1603428"/>
                <a:ext cx="1518480" cy="31075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ACA36E0-8BA3-3EB1-58E1-A36487649B3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67755" y="1594788"/>
                  <a:ext cx="1536120" cy="31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1EBAA1C-5D44-AC44-18CE-3F3777A66803}"/>
                    </a:ext>
                  </a:extLst>
                </p14:cNvPr>
                <p14:cNvContentPartPr/>
                <p14:nvPr/>
              </p14:nvContentPartPr>
              <p14:xfrm>
                <a:off x="2266675" y="2163228"/>
                <a:ext cx="1620720" cy="25574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1EBAA1C-5D44-AC44-18CE-3F3777A6680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257675" y="2154228"/>
                  <a:ext cx="1638360" cy="257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218815D-2D7B-5CFB-36B5-D234EB222D0E}"/>
                    </a:ext>
                  </a:extLst>
                </p14:cNvPr>
                <p14:cNvContentPartPr/>
                <p14:nvPr/>
              </p14:nvContentPartPr>
              <p14:xfrm>
                <a:off x="1856275" y="4439148"/>
                <a:ext cx="952920" cy="502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218815D-2D7B-5CFB-36B5-D234EB222D0E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47635" y="4430148"/>
                  <a:ext cx="97056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418CBA6-ADC9-4C7E-C86C-96ECC0CCED0A}"/>
                    </a:ext>
                  </a:extLst>
                </p14:cNvPr>
                <p14:cNvContentPartPr/>
                <p14:nvPr/>
              </p14:nvContentPartPr>
              <p14:xfrm>
                <a:off x="1027915" y="2123988"/>
                <a:ext cx="171000" cy="8208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418CBA6-ADC9-4C7E-C86C-96ECC0CCED0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8915" y="2115348"/>
                  <a:ext cx="188640" cy="83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FCD540-E5D4-60A9-0C79-04D8FA76F883}"/>
                    </a:ext>
                  </a:extLst>
                </p14:cNvPr>
                <p14:cNvContentPartPr/>
                <p14:nvPr/>
              </p14:nvContentPartPr>
              <p14:xfrm>
                <a:off x="1453795" y="2407668"/>
                <a:ext cx="238680" cy="2707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FCD540-E5D4-60A9-0C79-04D8FA76F8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445155" y="2398668"/>
                  <a:ext cx="25632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A4CE12-A735-DE39-AAD2-F93678469079}"/>
                    </a:ext>
                  </a:extLst>
                </p14:cNvPr>
                <p14:cNvContentPartPr/>
                <p14:nvPr/>
              </p14:nvContentPartPr>
              <p14:xfrm>
                <a:off x="1621195" y="2104908"/>
                <a:ext cx="37800" cy="471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A4CE12-A735-DE39-AAD2-F9367846907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612555" y="2095908"/>
                  <a:ext cx="554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8F1B15D-A726-0E94-D9C4-F8AEEDF17774}"/>
                    </a:ext>
                  </a:extLst>
                </p14:cNvPr>
                <p14:cNvContentPartPr/>
                <p14:nvPr/>
              </p14:nvContentPartPr>
              <p14:xfrm>
                <a:off x="1792555" y="2070348"/>
                <a:ext cx="565200" cy="452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8F1B15D-A726-0E94-D9C4-F8AEEDF177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783555" y="2061708"/>
                  <a:ext cx="5828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EE1C8D9-84A8-00FA-1FCB-C7FC13C40EE1}"/>
                    </a:ext>
                  </a:extLst>
                </p14:cNvPr>
                <p14:cNvContentPartPr/>
                <p14:nvPr/>
              </p14:nvContentPartPr>
              <p14:xfrm>
                <a:off x="2768515" y="1367628"/>
                <a:ext cx="385560" cy="472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EE1C8D9-84A8-00FA-1FCB-C7FC13C40EE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59875" y="1358988"/>
                  <a:ext cx="40320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EBB13F2-296C-33BF-D3A8-774AFA5CAED7}"/>
                    </a:ext>
                  </a:extLst>
                </p14:cNvPr>
                <p14:cNvContentPartPr/>
                <p14:nvPr/>
              </p14:nvContentPartPr>
              <p14:xfrm>
                <a:off x="3313915" y="1235868"/>
                <a:ext cx="252360" cy="3610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EBB13F2-296C-33BF-D3A8-774AFA5CAED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305275" y="1227228"/>
                  <a:ext cx="2700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C6F91BA-284F-AA17-738E-33E5738AEE4B}"/>
                    </a:ext>
                  </a:extLst>
                </p14:cNvPr>
                <p14:cNvContentPartPr/>
                <p14:nvPr/>
              </p14:nvContentPartPr>
              <p14:xfrm>
                <a:off x="3583195" y="1352868"/>
                <a:ext cx="10080" cy="34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C6F91BA-284F-AA17-738E-33E5738AEE4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3574195" y="1343868"/>
                  <a:ext cx="277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079152-268B-5DE7-262B-3B184B2DA369}"/>
                    </a:ext>
                  </a:extLst>
                </p14:cNvPr>
                <p14:cNvContentPartPr/>
                <p14:nvPr/>
              </p14:nvContentPartPr>
              <p14:xfrm>
                <a:off x="7927675" y="996828"/>
                <a:ext cx="77400" cy="392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079152-268B-5DE7-262B-3B184B2DA36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19035" y="987828"/>
                  <a:ext cx="9504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759D5AF-800C-3260-FC52-E6765C295B0B}"/>
                    </a:ext>
                  </a:extLst>
                </p14:cNvPr>
                <p14:cNvContentPartPr/>
                <p14:nvPr/>
              </p14:nvContentPartPr>
              <p14:xfrm>
                <a:off x="8033515" y="1117428"/>
                <a:ext cx="340560" cy="234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759D5AF-800C-3260-FC52-E6765C295B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24875" y="1108428"/>
                  <a:ext cx="3582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1BB0C05-C61B-15E7-AD1B-EFC3670AEFE7}"/>
                    </a:ext>
                  </a:extLst>
                </p14:cNvPr>
                <p14:cNvContentPartPr/>
                <p14:nvPr/>
              </p14:nvContentPartPr>
              <p14:xfrm>
                <a:off x="8554435" y="1195188"/>
                <a:ext cx="174600" cy="219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1BB0C05-C61B-15E7-AD1B-EFC3670AEFE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45795" y="1186188"/>
                  <a:ext cx="19224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0FBB87B-E5AE-CEC7-7C41-A4D361B7964D}"/>
                    </a:ext>
                  </a:extLst>
                </p14:cNvPr>
                <p14:cNvContentPartPr/>
                <p14:nvPr/>
              </p14:nvContentPartPr>
              <p14:xfrm>
                <a:off x="3540715" y="1684788"/>
                <a:ext cx="76320" cy="230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0FBB87B-E5AE-CEC7-7C41-A4D361B7964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32075" y="1676148"/>
                  <a:ext cx="9396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D954250D-E063-9FB9-8F19-6DAE5DB026AC}"/>
                    </a:ext>
                  </a:extLst>
                </p14:cNvPr>
                <p14:cNvContentPartPr/>
                <p14:nvPr/>
              </p14:nvContentPartPr>
              <p14:xfrm>
                <a:off x="1850155" y="516948"/>
                <a:ext cx="1408680" cy="4107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D954250D-E063-9FB9-8F19-6DAE5DB026A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841515" y="508308"/>
                  <a:ext cx="1426320" cy="42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E667843-F5D7-6331-D24B-B4C7CE15B214}"/>
                    </a:ext>
                  </a:extLst>
                </p14:cNvPr>
                <p14:cNvContentPartPr/>
                <p14:nvPr/>
              </p14:nvContentPartPr>
              <p14:xfrm>
                <a:off x="2616235" y="740508"/>
                <a:ext cx="262800" cy="3207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E667843-F5D7-6331-D24B-B4C7CE15B214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607595" y="731508"/>
                  <a:ext cx="2804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A71680A-B309-E102-5977-0C4CB320E978}"/>
                    </a:ext>
                  </a:extLst>
                </p14:cNvPr>
                <p14:cNvContentPartPr/>
                <p14:nvPr/>
              </p14:nvContentPartPr>
              <p14:xfrm>
                <a:off x="2915035" y="814668"/>
                <a:ext cx="280080" cy="304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A71680A-B309-E102-5977-0C4CB320E97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906395" y="805668"/>
                  <a:ext cx="2977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68CFCD4-34A4-F0DE-008A-F59D21FAB42F}"/>
                    </a:ext>
                  </a:extLst>
                </p14:cNvPr>
                <p14:cNvContentPartPr/>
                <p14:nvPr/>
              </p14:nvContentPartPr>
              <p14:xfrm>
                <a:off x="3343075" y="763548"/>
                <a:ext cx="260640" cy="118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68CFCD4-34A4-F0DE-008A-F59D21FAB4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34435" y="754548"/>
                  <a:ext cx="27828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ED6B8D-7FD6-D621-305D-FCD3ACCBF799}"/>
                    </a:ext>
                  </a:extLst>
                </p14:cNvPr>
                <p14:cNvContentPartPr/>
                <p14:nvPr/>
              </p14:nvContentPartPr>
              <p14:xfrm>
                <a:off x="3743035" y="597588"/>
                <a:ext cx="241920" cy="16704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ED6B8D-7FD6-D621-305D-FCD3ACCBF79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34395" y="588588"/>
                  <a:ext cx="2595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3DFAC7B2-574F-6090-3C99-F30038676448}"/>
                    </a:ext>
                  </a:extLst>
                </p14:cNvPr>
                <p14:cNvContentPartPr/>
                <p14:nvPr/>
              </p14:nvContentPartPr>
              <p14:xfrm>
                <a:off x="7447795" y="334428"/>
                <a:ext cx="64080" cy="43380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3DFAC7B2-574F-6090-3C99-F3003867644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439155" y="325788"/>
                  <a:ext cx="8172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0770CC43-7A40-D211-A59B-F0960237DFB4}"/>
                    </a:ext>
                  </a:extLst>
                </p14:cNvPr>
                <p14:cNvContentPartPr/>
                <p14:nvPr/>
              </p14:nvContentPartPr>
              <p14:xfrm>
                <a:off x="7510435" y="209868"/>
                <a:ext cx="207720" cy="50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0770CC43-7A40-D211-A59B-F0960237DFB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501435" y="201228"/>
                  <a:ext cx="22536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F7FA24D-16F7-3C78-0584-F846D9130EBF}"/>
                    </a:ext>
                  </a:extLst>
                </p14:cNvPr>
                <p14:cNvContentPartPr/>
                <p14:nvPr/>
              </p14:nvContentPartPr>
              <p14:xfrm>
                <a:off x="7617715" y="550788"/>
                <a:ext cx="144000" cy="39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F7FA24D-16F7-3C78-0584-F846D9130EB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608715" y="542148"/>
                  <a:ext cx="1616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F3689E3D-1C64-C4CB-057B-0C0F3ECD300F}"/>
                    </a:ext>
                  </a:extLst>
                </p14:cNvPr>
                <p14:cNvContentPartPr/>
                <p14:nvPr/>
              </p14:nvContentPartPr>
              <p14:xfrm>
                <a:off x="7817875" y="173508"/>
                <a:ext cx="1022760" cy="459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F3689E3D-1C64-C4CB-057B-0C0F3ECD300F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809235" y="164868"/>
                  <a:ext cx="104040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89F4EC26-92DA-BD8D-244F-CE7595492AA7}"/>
                    </a:ext>
                  </a:extLst>
                </p14:cNvPr>
                <p14:cNvContentPartPr/>
                <p14:nvPr/>
              </p14:nvContentPartPr>
              <p14:xfrm>
                <a:off x="8968075" y="445668"/>
                <a:ext cx="20880" cy="15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89F4EC26-92DA-BD8D-244F-CE7595492AA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959435" y="436668"/>
                  <a:ext cx="385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5BF2DDD-9C0D-3324-752E-19B42F553B34}"/>
                    </a:ext>
                  </a:extLst>
                </p14:cNvPr>
                <p14:cNvContentPartPr/>
                <p14:nvPr/>
              </p14:nvContentPartPr>
              <p14:xfrm>
                <a:off x="1764475" y="898188"/>
                <a:ext cx="1158120" cy="875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5BF2DDD-9C0D-3324-752E-19B42F553B3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755835" y="889188"/>
                  <a:ext cx="1175760" cy="89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61C947F-B58A-5F55-7C85-8C443A4F8174}"/>
                    </a:ext>
                  </a:extLst>
                </p14:cNvPr>
                <p14:cNvContentPartPr/>
                <p14:nvPr/>
              </p14:nvContentPartPr>
              <p14:xfrm>
                <a:off x="2023315" y="5761068"/>
                <a:ext cx="60120" cy="506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61C947F-B58A-5F55-7C85-8C443A4F817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2014675" y="5752068"/>
                  <a:ext cx="777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A76087D-EFFF-C030-B275-1B9E09E074D3}"/>
                    </a:ext>
                  </a:extLst>
                </p14:cNvPr>
                <p14:cNvContentPartPr/>
                <p14:nvPr/>
              </p14:nvContentPartPr>
              <p14:xfrm>
                <a:off x="2149315" y="5380188"/>
                <a:ext cx="1452240" cy="5569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A76087D-EFFF-C030-B275-1B9E09E074D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2140675" y="5371188"/>
                  <a:ext cx="1469880" cy="57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AF0E0A7-65B5-E5ED-AB8F-F843DBF3A126}"/>
                    </a:ext>
                  </a:extLst>
                </p14:cNvPr>
                <p14:cNvContentPartPr/>
                <p14:nvPr/>
              </p14:nvContentPartPr>
              <p14:xfrm>
                <a:off x="3743395" y="4899228"/>
                <a:ext cx="69840" cy="383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AF0E0A7-65B5-E5ED-AB8F-F843DBF3A12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34755" y="4890588"/>
                  <a:ext cx="874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F5DC932-1CBA-EC05-E460-B19C53B2E535}"/>
                    </a:ext>
                  </a:extLst>
                </p14:cNvPr>
                <p14:cNvContentPartPr/>
                <p14:nvPr/>
              </p14:nvContentPartPr>
              <p14:xfrm>
                <a:off x="3708115" y="5048628"/>
                <a:ext cx="272880" cy="1731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F5DC932-1CBA-EC05-E460-B19C53B2E53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99115" y="5039628"/>
                  <a:ext cx="290520" cy="19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BACB03C-8D50-C34E-992C-EEA44998AF54}"/>
                    </a:ext>
                  </a:extLst>
                </p14:cNvPr>
                <p14:cNvContentPartPr/>
                <p14:nvPr/>
              </p14:nvContentPartPr>
              <p14:xfrm>
                <a:off x="4096915" y="4777908"/>
                <a:ext cx="423360" cy="885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BACB03C-8D50-C34E-992C-EEA44998AF5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087915" y="4768908"/>
                  <a:ext cx="441000" cy="90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8CBEB53-01CE-0BFE-B266-CB442F98E7D5}"/>
                    </a:ext>
                  </a:extLst>
                </p14:cNvPr>
                <p14:cNvContentPartPr/>
                <p14:nvPr/>
              </p14:nvContentPartPr>
              <p14:xfrm>
                <a:off x="3923755" y="4447068"/>
                <a:ext cx="124920" cy="704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8CBEB53-01CE-0BFE-B266-CB442F98E7D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915115" y="4438428"/>
                  <a:ext cx="142560" cy="72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E88CD83-5585-73FF-0AC9-46588B70CB5B}"/>
                    </a:ext>
                  </a:extLst>
                </p14:cNvPr>
                <p14:cNvContentPartPr/>
                <p14:nvPr/>
              </p14:nvContentPartPr>
              <p14:xfrm>
                <a:off x="4603795" y="4381548"/>
                <a:ext cx="1005480" cy="745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E88CD83-5585-73FF-0AC9-46588B70CB5B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594795" y="4372548"/>
                  <a:ext cx="102312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18BAD29-EC92-E3F1-38A3-2E582BF08E40}"/>
                    </a:ext>
                  </a:extLst>
                </p14:cNvPr>
                <p14:cNvContentPartPr/>
                <p14:nvPr/>
              </p14:nvContentPartPr>
              <p14:xfrm>
                <a:off x="5616115" y="4448868"/>
                <a:ext cx="43920" cy="4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18BAD29-EC92-E3F1-38A3-2E582BF08E40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607115" y="4440228"/>
                  <a:ext cx="615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E7E5820-72C9-BA2F-567A-2C87123C48AB}"/>
                    </a:ext>
                  </a:extLst>
                </p14:cNvPr>
                <p14:cNvContentPartPr/>
                <p14:nvPr/>
              </p14:nvContentPartPr>
              <p14:xfrm>
                <a:off x="5116075" y="5574228"/>
                <a:ext cx="114480" cy="613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E7E5820-72C9-BA2F-567A-2C87123C48A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07435" y="5565588"/>
                  <a:ext cx="132120" cy="63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0DA9BCE-5EB8-3C26-15F5-BBD7F7797BF1}"/>
                    </a:ext>
                  </a:extLst>
                </p14:cNvPr>
                <p14:cNvContentPartPr/>
                <p14:nvPr/>
              </p14:nvContentPartPr>
              <p14:xfrm>
                <a:off x="5308315" y="5613468"/>
                <a:ext cx="391320" cy="726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0DA9BCE-5EB8-3C26-15F5-BBD7F7797BF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299675" y="5604468"/>
                  <a:ext cx="40896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097839E-C91B-3751-8228-1BFBA19F4AA4}"/>
                    </a:ext>
                  </a:extLst>
                </p14:cNvPr>
                <p14:cNvContentPartPr/>
                <p14:nvPr/>
              </p14:nvContentPartPr>
              <p14:xfrm>
                <a:off x="6179155" y="5865108"/>
                <a:ext cx="17280" cy="64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097839E-C91B-3751-8228-1BFBA19F4A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170155" y="5856468"/>
                  <a:ext cx="34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256F2635-6B40-E260-FA48-8AC418E84213}"/>
                    </a:ext>
                  </a:extLst>
                </p14:cNvPr>
                <p14:cNvContentPartPr/>
                <p14:nvPr/>
              </p14:nvContentPartPr>
              <p14:xfrm>
                <a:off x="5598115" y="5772948"/>
                <a:ext cx="14760" cy="1548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256F2635-6B40-E260-FA48-8AC418E8421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589115" y="5763948"/>
                  <a:ext cx="324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6C495FC6-2F7D-0847-EDF0-D89A9FE6B917}"/>
                    </a:ext>
                  </a:extLst>
                </p14:cNvPr>
                <p14:cNvContentPartPr/>
                <p14:nvPr/>
              </p14:nvContentPartPr>
              <p14:xfrm>
                <a:off x="5484715" y="5961588"/>
                <a:ext cx="2880" cy="57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6C495FC6-2F7D-0847-EDF0-D89A9FE6B91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475715" y="5952948"/>
                  <a:ext cx="2052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84309279-D368-4473-F1CA-7AE0EAC6A5BB}"/>
                    </a:ext>
                  </a:extLst>
                </p14:cNvPr>
                <p14:cNvContentPartPr/>
                <p14:nvPr/>
              </p14:nvContentPartPr>
              <p14:xfrm>
                <a:off x="5835355" y="4850268"/>
                <a:ext cx="882360" cy="6472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84309279-D368-4473-F1CA-7AE0EAC6A5BB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826715" y="4841628"/>
                  <a:ext cx="90000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9FA0643-821C-EA55-EFCC-44E059491869}"/>
                    </a:ext>
                  </a:extLst>
                </p14:cNvPr>
                <p14:cNvContentPartPr/>
                <p14:nvPr/>
              </p14:nvContentPartPr>
              <p14:xfrm>
                <a:off x="6785755" y="4865748"/>
                <a:ext cx="145080" cy="64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9FA0643-821C-EA55-EFCC-44E05949186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776755" y="4856748"/>
                  <a:ext cx="1627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44768A82-69E5-0D7F-DA34-25FB7D7C7029}"/>
                    </a:ext>
                  </a:extLst>
                </p14:cNvPr>
                <p14:cNvContentPartPr/>
                <p14:nvPr/>
              </p14:nvContentPartPr>
              <p14:xfrm>
                <a:off x="5367715" y="4566228"/>
                <a:ext cx="1659600" cy="14310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44768A82-69E5-0D7F-DA34-25FB7D7C702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5358715" y="4557228"/>
                  <a:ext cx="1677240" cy="14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5921F0AB-3AA7-196E-7CB9-C2CE396CB0C7}"/>
                    </a:ext>
                  </a:extLst>
                </p14:cNvPr>
                <p14:cNvContentPartPr/>
                <p14:nvPr/>
              </p14:nvContentPartPr>
              <p14:xfrm>
                <a:off x="6643555" y="5408268"/>
                <a:ext cx="17280" cy="165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5921F0AB-3AA7-196E-7CB9-C2CE396CB0C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634555" y="5399268"/>
                  <a:ext cx="349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3A16C7D-831F-DBFC-292C-50EF69C17318}"/>
                    </a:ext>
                  </a:extLst>
                </p14:cNvPr>
                <p14:cNvContentPartPr/>
                <p14:nvPr/>
              </p14:nvContentPartPr>
              <p14:xfrm>
                <a:off x="8031355" y="3783588"/>
                <a:ext cx="837360" cy="635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3A16C7D-831F-DBFC-292C-50EF69C1731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022355" y="3774948"/>
                  <a:ext cx="85500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16ADC85-DF64-D7C4-B3E8-70BAD3CDD7E3}"/>
                    </a:ext>
                  </a:extLst>
                </p14:cNvPr>
                <p14:cNvContentPartPr/>
                <p14:nvPr/>
              </p14:nvContentPartPr>
              <p14:xfrm>
                <a:off x="8183275" y="4881228"/>
                <a:ext cx="532080" cy="54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16ADC85-DF64-D7C4-B3E8-70BAD3CDD7E3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174275" y="4872588"/>
                  <a:ext cx="5497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CFDA12C-B64E-9F49-8000-20DB44C99844}"/>
                    </a:ext>
                  </a:extLst>
                </p14:cNvPr>
                <p14:cNvContentPartPr/>
                <p14:nvPr/>
              </p14:nvContentPartPr>
              <p14:xfrm>
                <a:off x="8401435" y="5072748"/>
                <a:ext cx="353520" cy="122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CFDA12C-B64E-9F49-8000-20DB44C9984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392795" y="5064108"/>
                  <a:ext cx="3711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88B0A67-DDC4-EA27-1177-0082EC247554}"/>
                    </a:ext>
                  </a:extLst>
                </p14:cNvPr>
                <p14:cNvContentPartPr/>
                <p14:nvPr/>
              </p14:nvContentPartPr>
              <p14:xfrm>
                <a:off x="9200995" y="4577028"/>
                <a:ext cx="264600" cy="4694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88B0A67-DDC4-EA27-1177-0082EC24755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191995" y="4568028"/>
                  <a:ext cx="28224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CE0787F-4021-FA23-932A-78C811FC6CEF}"/>
                    </a:ext>
                  </a:extLst>
                </p14:cNvPr>
                <p14:cNvContentPartPr/>
                <p14:nvPr/>
              </p14:nvContentPartPr>
              <p14:xfrm>
                <a:off x="9608515" y="4534548"/>
                <a:ext cx="42480" cy="304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CE0787F-4021-FA23-932A-78C811FC6CEF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9599515" y="4525908"/>
                  <a:ext cx="601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971446-4B93-E5DD-2959-B029A1A2225A}"/>
                    </a:ext>
                  </a:extLst>
                </p14:cNvPr>
                <p14:cNvContentPartPr/>
                <p14:nvPr/>
              </p14:nvContentPartPr>
              <p14:xfrm>
                <a:off x="9533635" y="4429428"/>
                <a:ext cx="397440" cy="4302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971446-4B93-E5DD-2959-B029A1A222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524995" y="4420428"/>
                  <a:ext cx="4150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A16EE93-AD06-D46C-45CE-FCB984DF1AAF}"/>
                    </a:ext>
                  </a:extLst>
                </p14:cNvPr>
                <p14:cNvContentPartPr/>
                <p14:nvPr/>
              </p14:nvContentPartPr>
              <p14:xfrm>
                <a:off x="9953395" y="4721388"/>
                <a:ext cx="23400" cy="327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A16EE93-AD06-D46C-45CE-FCB984DF1AA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9944395" y="4712388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64A1E9C-C039-EDB6-E890-3F0A7DE4FDD5}"/>
                    </a:ext>
                  </a:extLst>
                </p14:cNvPr>
                <p14:cNvContentPartPr/>
                <p14:nvPr/>
              </p14:nvContentPartPr>
              <p14:xfrm>
                <a:off x="8999035" y="5475948"/>
                <a:ext cx="542160" cy="2239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64A1E9C-C039-EDB6-E890-3F0A7DE4FDD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990035" y="5467308"/>
                  <a:ext cx="55980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564B196A-16BF-1C83-7F9F-307B990EA011}"/>
                    </a:ext>
                  </a:extLst>
                </p14:cNvPr>
                <p14:cNvContentPartPr/>
                <p14:nvPr/>
              </p14:nvContentPartPr>
              <p14:xfrm>
                <a:off x="9052675" y="5462628"/>
                <a:ext cx="896400" cy="5025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564B196A-16BF-1C83-7F9F-307B990EA011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43675" y="5453988"/>
                  <a:ext cx="91404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AFB5AAA-8C5A-7B32-1E7B-56CFE9710C82}"/>
                    </a:ext>
                  </a:extLst>
                </p14:cNvPr>
                <p14:cNvContentPartPr/>
                <p14:nvPr/>
              </p14:nvContentPartPr>
              <p14:xfrm>
                <a:off x="10400515" y="5219268"/>
                <a:ext cx="635040" cy="245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AFB5AAA-8C5A-7B32-1E7B-56CFE9710C8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91515" y="5210628"/>
                  <a:ext cx="652680" cy="26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828FE39-ABD7-43B1-A871-2942C4F286D0}"/>
                    </a:ext>
                  </a:extLst>
                </p14:cNvPr>
                <p14:cNvContentPartPr/>
                <p14:nvPr/>
              </p14:nvContentPartPr>
              <p14:xfrm>
                <a:off x="10453795" y="5852508"/>
                <a:ext cx="292320" cy="766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828FE39-ABD7-43B1-A871-2942C4F286D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0444795" y="5843868"/>
                  <a:ext cx="309960" cy="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8E5BFD76-EC8D-14EE-9562-E68DD2FE3C8F}"/>
                    </a:ext>
                  </a:extLst>
                </p14:cNvPr>
                <p14:cNvContentPartPr/>
                <p14:nvPr/>
              </p14:nvContentPartPr>
              <p14:xfrm>
                <a:off x="8604115" y="5796348"/>
                <a:ext cx="21960" cy="42948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8E5BFD76-EC8D-14EE-9562-E68DD2FE3C8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595115" y="5787708"/>
                  <a:ext cx="3960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9A088CE-3363-04CB-0D1F-ED5547D019E6}"/>
                    </a:ext>
                  </a:extLst>
                </p14:cNvPr>
                <p14:cNvContentPartPr/>
                <p14:nvPr/>
              </p14:nvContentPartPr>
              <p14:xfrm>
                <a:off x="8730475" y="5923428"/>
                <a:ext cx="1354320" cy="115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9A088CE-3363-04CB-0D1F-ED5547D019E6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721835" y="5914428"/>
                  <a:ext cx="13719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0093FDC4-450E-4957-362A-7C9EEDA06319}"/>
                    </a:ext>
                  </a:extLst>
                </p14:cNvPr>
                <p14:cNvContentPartPr/>
                <p14:nvPr/>
              </p14:nvContentPartPr>
              <p14:xfrm>
                <a:off x="10442995" y="5995428"/>
                <a:ext cx="40320" cy="6552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0093FDC4-450E-4957-362A-7C9EEDA0631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0433995" y="5986428"/>
                  <a:ext cx="579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3B26C629-BEC7-E13B-6768-B738E7E7E18C}"/>
                    </a:ext>
                  </a:extLst>
                </p14:cNvPr>
                <p14:cNvContentPartPr/>
                <p14:nvPr/>
              </p14:nvContentPartPr>
              <p14:xfrm>
                <a:off x="10282435" y="4394508"/>
                <a:ext cx="305280" cy="118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3B26C629-BEC7-E13B-6768-B738E7E7E1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0273795" y="4385868"/>
                  <a:ext cx="32292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526F52B-7C6B-6CD0-F3D1-0300202EDB8B}"/>
                    </a:ext>
                  </a:extLst>
                </p14:cNvPr>
                <p14:cNvContentPartPr/>
                <p14:nvPr/>
              </p14:nvContentPartPr>
              <p14:xfrm>
                <a:off x="10024315" y="3909588"/>
                <a:ext cx="396000" cy="401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526F52B-7C6B-6CD0-F3D1-0300202EDB8B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015675" y="3900588"/>
                  <a:ext cx="413640" cy="41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BFE9418C-01AA-A0A1-F372-75F9F1D74FCA}"/>
                    </a:ext>
                  </a:extLst>
                </p14:cNvPr>
                <p14:cNvContentPartPr/>
                <p14:nvPr/>
              </p14:nvContentPartPr>
              <p14:xfrm>
                <a:off x="9950875" y="4134228"/>
                <a:ext cx="555120" cy="4921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BFE9418C-01AA-A0A1-F372-75F9F1D74FC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42235" y="4125228"/>
                  <a:ext cx="57276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8C7D235-896B-3AEE-FA33-5FB81D26DB4D}"/>
                    </a:ext>
                  </a:extLst>
                </p14:cNvPr>
                <p14:cNvContentPartPr/>
                <p14:nvPr/>
              </p14:nvContentPartPr>
              <p14:xfrm>
                <a:off x="10169035" y="4379388"/>
                <a:ext cx="29160" cy="53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8C7D235-896B-3AEE-FA33-5FB81D26DB4D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160395" y="4370748"/>
                  <a:ext cx="46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7E978229-EEEA-D9CC-7361-7855E8591A18}"/>
                    </a:ext>
                  </a:extLst>
                </p14:cNvPr>
                <p14:cNvContentPartPr/>
                <p14:nvPr/>
              </p14:nvContentPartPr>
              <p14:xfrm>
                <a:off x="10019635" y="3248628"/>
                <a:ext cx="1264680" cy="14115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7E978229-EEEA-D9CC-7361-7855E8591A1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010635" y="3239988"/>
                  <a:ext cx="1282320" cy="142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642266A-D7C9-2476-6339-1F860261DECF}"/>
                    </a:ext>
                  </a:extLst>
                </p14:cNvPr>
                <p14:cNvContentPartPr/>
                <p14:nvPr/>
              </p14:nvContentPartPr>
              <p14:xfrm>
                <a:off x="10521115" y="3157548"/>
                <a:ext cx="605880" cy="5029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642266A-D7C9-2476-6339-1F860261DECF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512475" y="3148548"/>
                  <a:ext cx="62352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ECB7C6CB-B93F-150A-7CEC-3A37BD04E184}"/>
                    </a:ext>
                  </a:extLst>
                </p14:cNvPr>
                <p14:cNvContentPartPr/>
                <p14:nvPr/>
              </p14:nvContentPartPr>
              <p14:xfrm>
                <a:off x="11109715" y="3220188"/>
                <a:ext cx="51120" cy="3769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ECB7C6CB-B93F-150A-7CEC-3A37BD04E18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1100715" y="3211548"/>
                  <a:ext cx="68760" cy="39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2E8A18A-B69D-19E4-A0C3-B360E300A3CD}"/>
                    </a:ext>
                  </a:extLst>
                </p14:cNvPr>
                <p14:cNvContentPartPr/>
                <p14:nvPr/>
              </p14:nvContentPartPr>
              <p14:xfrm>
                <a:off x="3132115" y="5715348"/>
                <a:ext cx="1048320" cy="39744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2E8A18A-B69D-19E4-A0C3-B360E300A3CD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23115" y="5706708"/>
                  <a:ext cx="1065960" cy="41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25153447-56C3-4CC8-C69D-7FADEA8583C5}"/>
                    </a:ext>
                  </a:extLst>
                </p14:cNvPr>
                <p14:cNvContentPartPr/>
                <p14:nvPr/>
              </p14:nvContentPartPr>
              <p14:xfrm>
                <a:off x="998035" y="3185628"/>
                <a:ext cx="669240" cy="3812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25153447-56C3-4CC8-C69D-7FADEA8583C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9395" y="3176988"/>
                  <a:ext cx="68688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18B68E8-9F63-5B4D-2465-6C15B1E185A6}"/>
                    </a:ext>
                  </a:extLst>
                </p14:cNvPr>
                <p14:cNvContentPartPr/>
                <p14:nvPr/>
              </p14:nvContentPartPr>
              <p14:xfrm>
                <a:off x="2976595" y="5099028"/>
                <a:ext cx="2817000" cy="1093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18B68E8-9F63-5B4D-2465-6C15B1E185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967595" y="5090028"/>
                  <a:ext cx="2834640" cy="1110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921660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DDE69E7-278A-A6C9-11D1-16EDF464C874}"/>
              </a:ext>
            </a:extLst>
          </p:cNvPr>
          <p:cNvGrpSpPr/>
          <p:nvPr/>
        </p:nvGrpSpPr>
        <p:grpSpPr>
          <a:xfrm>
            <a:off x="751795" y="357468"/>
            <a:ext cx="2062080" cy="1316160"/>
            <a:chOff x="751795" y="357468"/>
            <a:chExt cx="2062080" cy="131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74AD62A-2210-0628-8240-7516AF411CC6}"/>
                    </a:ext>
                  </a:extLst>
                </p14:cNvPr>
                <p14:cNvContentPartPr/>
                <p14:nvPr/>
              </p14:nvContentPartPr>
              <p14:xfrm>
                <a:off x="973555" y="681108"/>
                <a:ext cx="92160" cy="808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74AD62A-2210-0628-8240-7516AF411CC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4915" y="672108"/>
                  <a:ext cx="109800" cy="82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D477EA7-A523-CF69-6BED-CFC072BF09CA}"/>
                    </a:ext>
                  </a:extLst>
                </p14:cNvPr>
                <p14:cNvContentPartPr/>
                <p14:nvPr/>
              </p14:nvContentPartPr>
              <p14:xfrm>
                <a:off x="751795" y="357468"/>
                <a:ext cx="961920" cy="1316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D477EA7-A523-CF69-6BED-CFC072BF09C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3155" y="348828"/>
                  <a:ext cx="979560" cy="133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CF79FA1-9CCE-C7E5-0BA7-731562C7EB58}"/>
                    </a:ext>
                  </a:extLst>
                </p14:cNvPr>
                <p14:cNvContentPartPr/>
                <p14:nvPr/>
              </p14:nvContentPartPr>
              <p14:xfrm>
                <a:off x="2004595" y="1105188"/>
                <a:ext cx="30600" cy="310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CF79FA1-9CCE-C7E5-0BA7-731562C7EB5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95955" y="1096548"/>
                  <a:ext cx="4824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127882A-97DD-173F-815A-3149FC135C0F}"/>
                    </a:ext>
                  </a:extLst>
                </p14:cNvPr>
                <p14:cNvContentPartPr/>
                <p14:nvPr/>
              </p14:nvContentPartPr>
              <p14:xfrm>
                <a:off x="2034835" y="893868"/>
                <a:ext cx="51120" cy="77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127882A-97DD-173F-815A-3149FC135C0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25835" y="884868"/>
                  <a:ext cx="68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CEFC14-3A26-F6E2-A568-2DB1997D8FB4}"/>
                    </a:ext>
                  </a:extLst>
                </p14:cNvPr>
                <p14:cNvContentPartPr/>
                <p14:nvPr/>
              </p14:nvContentPartPr>
              <p14:xfrm>
                <a:off x="2524435" y="806748"/>
                <a:ext cx="42840" cy="648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CEFC14-3A26-F6E2-A568-2DB1997D8FB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515435" y="798108"/>
                  <a:ext cx="60480" cy="66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CBE9C653-01D1-8318-6178-D33338EC4B30}"/>
                    </a:ext>
                  </a:extLst>
                </p14:cNvPr>
                <p14:cNvContentPartPr/>
                <p14:nvPr/>
              </p14:nvContentPartPr>
              <p14:xfrm>
                <a:off x="2315635" y="1127148"/>
                <a:ext cx="498240" cy="153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CBE9C653-01D1-8318-6178-D33338EC4B3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06995" y="1118148"/>
                  <a:ext cx="515880" cy="17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DE5BB4D-C964-ABBD-EFE3-B60A28DA927B}"/>
              </a:ext>
            </a:extLst>
          </p:cNvPr>
          <p:cNvGrpSpPr/>
          <p:nvPr/>
        </p:nvGrpSpPr>
        <p:grpSpPr>
          <a:xfrm>
            <a:off x="1413835" y="3072588"/>
            <a:ext cx="2907360" cy="1622880"/>
            <a:chOff x="1413835" y="3072588"/>
            <a:chExt cx="2907360" cy="162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B486569-1011-4076-D56F-AF3D99D63E57}"/>
                    </a:ext>
                  </a:extLst>
                </p14:cNvPr>
                <p14:cNvContentPartPr/>
                <p14:nvPr/>
              </p14:nvContentPartPr>
              <p14:xfrm>
                <a:off x="1413835" y="3613308"/>
                <a:ext cx="87480" cy="668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B486569-1011-4076-D56F-AF3D99D63E5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404835" y="3604308"/>
                  <a:ext cx="105120" cy="68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547E8DF-E792-7CEE-BD6A-4EDA82B5DA8F}"/>
                    </a:ext>
                  </a:extLst>
                </p14:cNvPr>
                <p14:cNvContentPartPr/>
                <p14:nvPr/>
              </p14:nvContentPartPr>
              <p14:xfrm>
                <a:off x="1477555" y="3072588"/>
                <a:ext cx="759960" cy="12376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547E8DF-E792-7CEE-BD6A-4EDA82B5DA8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468555" y="3063948"/>
                  <a:ext cx="777600" cy="125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2E7B6E7-D148-E431-2D27-C5081CED0BA5}"/>
                    </a:ext>
                  </a:extLst>
                </p14:cNvPr>
                <p14:cNvContentPartPr/>
                <p14:nvPr/>
              </p14:nvContentPartPr>
              <p14:xfrm>
                <a:off x="2509675" y="3611148"/>
                <a:ext cx="455040" cy="10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2E7B6E7-D148-E431-2D27-C5081CED0B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01035" y="3602148"/>
                  <a:ext cx="47268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E54EADA-5429-FF86-2BC7-054316C8791A}"/>
                    </a:ext>
                  </a:extLst>
                </p14:cNvPr>
                <p14:cNvContentPartPr/>
                <p14:nvPr/>
              </p14:nvContentPartPr>
              <p14:xfrm>
                <a:off x="3345235" y="3157548"/>
                <a:ext cx="190080" cy="867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E54EADA-5429-FF86-2BC7-054316C8791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336235" y="3148548"/>
                  <a:ext cx="207720" cy="88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CB75B4E-95A8-9F88-D0C8-DED57A8F9A40}"/>
                    </a:ext>
                  </a:extLst>
                </p14:cNvPr>
                <p14:cNvContentPartPr/>
                <p14:nvPr/>
              </p14:nvContentPartPr>
              <p14:xfrm>
                <a:off x="3185035" y="3552468"/>
                <a:ext cx="809280" cy="335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CB75B4E-95A8-9F88-D0C8-DED57A8F9A4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176395" y="3543828"/>
                  <a:ext cx="82692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01603A5-A0F7-D631-D4BD-A546F7981E07}"/>
                    </a:ext>
                  </a:extLst>
                </p14:cNvPr>
                <p14:cNvContentPartPr/>
                <p14:nvPr/>
              </p14:nvContentPartPr>
              <p14:xfrm>
                <a:off x="4295635" y="3700068"/>
                <a:ext cx="25560" cy="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01603A5-A0F7-D631-D4BD-A546F7981E0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86995" y="3691428"/>
                  <a:ext cx="43200" cy="26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502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931CD8-9CFC-F9EB-3A7B-6F156E9D76D9}"/>
              </a:ext>
            </a:extLst>
          </p:cNvPr>
          <p:cNvSpPr txBox="1"/>
          <p:nvPr/>
        </p:nvSpPr>
        <p:spPr>
          <a:xfrm>
            <a:off x="243673" y="253345"/>
            <a:ext cx="6094324" cy="22365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Bit and byte appear to be very similar terms but there is a vast difference between them. They are the units that are used in computers. It is used in deciding the speed of data transmission between </a:t>
            </a:r>
            <a:r>
              <a:rPr lang="en-US" b="0" i="0" u="sng" dirty="0">
                <a:solidFill>
                  <a:srgbClr val="FF0000"/>
                </a:solidFill>
                <a:effectLst/>
                <a:latin typeface="Nunito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CPU</a:t>
            </a:r>
            <a:r>
              <a:rPr lang="en-US" b="0" i="0" dirty="0">
                <a:solidFill>
                  <a:srgbClr val="FF0000"/>
                </a:solidFill>
                <a:effectLst/>
                <a:latin typeface="Nunito" pitchFamily="2" charset="0"/>
              </a:rPr>
              <a:t> and register, RAM and CPU, and so on. At the same time, it also decides the speed with which data is received in networking. </a:t>
            </a:r>
          </a:p>
          <a:p>
            <a:pPr algn="just" rtl="0" fontAlgn="base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b="1" i="1" dirty="0">
                <a:solidFill>
                  <a:srgbClr val="FF0000"/>
                </a:solidFill>
                <a:effectLst/>
                <a:latin typeface="Nunito" pitchFamily="2" charset="0"/>
              </a:rPr>
              <a:t>Example:</a:t>
            </a:r>
            <a:r>
              <a:rPr lang="en-US" b="0" i="1" dirty="0">
                <a:solidFill>
                  <a:srgbClr val="FF0000"/>
                </a:solidFill>
                <a:effectLst/>
                <a:latin typeface="Nunito" pitchFamily="2" charset="0"/>
              </a:rPr>
              <a:t> 2Mbps or 1Gbps.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F80FC52-E836-824E-2B86-19AE510210BE}"/>
                  </a:ext>
                </a:extLst>
              </p14:cNvPr>
              <p14:cNvContentPartPr/>
              <p14:nvPr/>
            </p14:nvContentPartPr>
            <p14:xfrm>
              <a:off x="2963635" y="4460748"/>
              <a:ext cx="360" cy="3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F80FC52-E836-824E-2B86-19AE510210B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54995" y="4452108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7678E6EE-5452-3591-B822-C3DBF3BADB25}"/>
                  </a:ext>
                </a:extLst>
              </p14:cNvPr>
              <p14:cNvContentPartPr/>
              <p14:nvPr/>
            </p14:nvContentPartPr>
            <p14:xfrm>
              <a:off x="2741155" y="3426108"/>
              <a:ext cx="2160" cy="3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7678E6EE-5452-3591-B822-C3DBF3BADB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732515" y="3417108"/>
                <a:ext cx="198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C070713-1F34-7049-4292-927631CFC049}"/>
              </a:ext>
            </a:extLst>
          </p:cNvPr>
          <p:cNvSpPr txBox="1"/>
          <p:nvPr/>
        </p:nvSpPr>
        <p:spPr>
          <a:xfrm>
            <a:off x="70339" y="2743200"/>
            <a:ext cx="8822452" cy="2925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FFFF00"/>
                </a:solidFill>
                <a:effectLst/>
                <a:latin typeface="Nunito" pitchFamily="2" charset="0"/>
              </a:rPr>
              <a:t>What is Bit?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00"/>
                </a:solidFill>
                <a:effectLst/>
                <a:latin typeface="Nunito" pitchFamily="2" charset="0"/>
              </a:rPr>
              <a:t>In computing and digital communications, a bit (short for "binary digit") is the smallest and most fundamental unit of digital information. It can represent one of two possible states, typically represented as: 0 (zero) and 1 (one)</a:t>
            </a:r>
          </a:p>
          <a:p>
            <a:pPr algn="l" fontAlgn="base">
              <a:lnSpc>
                <a:spcPts val="2100"/>
              </a:lnSpc>
              <a:buNone/>
            </a:pPr>
            <a:r>
              <a:rPr lang="en-US" b="1" i="0" dirty="0">
                <a:solidFill>
                  <a:srgbClr val="FFFF00"/>
                </a:solidFill>
                <a:effectLst/>
                <a:latin typeface="Nunito" pitchFamily="2" charset="0"/>
              </a:rPr>
              <a:t>What is Byte?</a:t>
            </a:r>
          </a:p>
          <a:p>
            <a:pPr algn="l" rtl="0" fontAlgn="base">
              <a:spcAft>
                <a:spcPts val="750"/>
              </a:spcAft>
              <a:buNone/>
            </a:pPr>
            <a:r>
              <a:rPr lang="en-US" b="0" i="0" dirty="0">
                <a:solidFill>
                  <a:srgbClr val="FFFF00"/>
                </a:solidFill>
                <a:effectLst/>
                <a:latin typeface="Nunito" pitchFamily="2" charset="0"/>
              </a:rPr>
              <a:t>A byte is a unit of digital information typically consisting of 8 bits. It is the smallest addressable unit of memory in most computer architectures and is commonly used to store a single character (like a letter or number), a small integer, or as a fundamental building block for larger data structures. It is used to represent 2^8 = 256 different values.</a:t>
            </a:r>
          </a:p>
        </p:txBody>
      </p:sp>
    </p:spTree>
    <p:extLst>
      <p:ext uri="{BB962C8B-B14F-4D97-AF65-F5344CB8AC3E}">
        <p14:creationId xmlns:p14="http://schemas.microsoft.com/office/powerpoint/2010/main" val="35706491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6882397-C638-DD61-A971-553C1468FA2A}"/>
                  </a:ext>
                </a:extLst>
              </p14:cNvPr>
              <p14:cNvContentPartPr/>
              <p14:nvPr/>
            </p14:nvContentPartPr>
            <p14:xfrm>
              <a:off x="3134635" y="3300531"/>
              <a:ext cx="307440" cy="59256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6882397-C638-DD61-A971-553C1468FA2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25635" y="3291531"/>
                <a:ext cx="325080" cy="61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A61C8979-63E1-CD0C-8D13-D12481F1DAC6}"/>
                  </a:ext>
                </a:extLst>
              </p14:cNvPr>
              <p14:cNvContentPartPr/>
              <p14:nvPr/>
            </p14:nvContentPartPr>
            <p14:xfrm>
              <a:off x="8743795" y="4854651"/>
              <a:ext cx="12600" cy="1728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A61C8979-63E1-CD0C-8D13-D12481F1DA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735155" y="4845651"/>
                <a:ext cx="30240" cy="3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EF9DF70-6496-B2CE-5AF1-DAB9C7700943}"/>
                  </a:ext>
                </a:extLst>
              </p14:cNvPr>
              <p14:cNvContentPartPr/>
              <p14:nvPr/>
            </p14:nvContentPartPr>
            <p14:xfrm>
              <a:off x="10102672" y="4890617"/>
              <a:ext cx="49680" cy="2808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EF9DF70-6496-B2CE-5AF1-DAB9C770094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093672" y="4881617"/>
                <a:ext cx="67320" cy="4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20363FA-5B67-8737-DA20-DCB92AF080E7}"/>
              </a:ext>
            </a:extLst>
          </p:cNvPr>
          <p:cNvGrpSpPr/>
          <p:nvPr/>
        </p:nvGrpSpPr>
        <p:grpSpPr>
          <a:xfrm>
            <a:off x="678355" y="1068"/>
            <a:ext cx="4210920" cy="2893383"/>
            <a:chOff x="678355" y="1068"/>
            <a:chExt cx="4210920" cy="2893383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C015463-2E9E-5026-0F43-E1B8F53D8B65}"/>
                    </a:ext>
                  </a:extLst>
                </p14:cNvPr>
                <p14:cNvContentPartPr/>
                <p14:nvPr/>
              </p14:nvContentPartPr>
              <p14:xfrm>
                <a:off x="1405555" y="366828"/>
                <a:ext cx="45720" cy="443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C015463-2E9E-5026-0F43-E1B8F53D8B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396915" y="358188"/>
                  <a:ext cx="63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3B82C74-9754-EC43-B81E-24E4AB3383C8}"/>
                    </a:ext>
                  </a:extLst>
                </p14:cNvPr>
                <p14:cNvContentPartPr/>
                <p14:nvPr/>
              </p14:nvContentPartPr>
              <p14:xfrm>
                <a:off x="1366675" y="1068"/>
                <a:ext cx="929880" cy="9860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3B82C74-9754-EC43-B81E-24E4AB3383C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58035" y="-7572"/>
                  <a:ext cx="947520" cy="10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13463C4-5317-54FA-966E-201F6F2E805B}"/>
                    </a:ext>
                  </a:extLst>
                </p14:cNvPr>
                <p14:cNvContentPartPr/>
                <p14:nvPr/>
              </p14:nvContentPartPr>
              <p14:xfrm>
                <a:off x="2402755" y="308211"/>
                <a:ext cx="48600" cy="45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13463C4-5317-54FA-966E-201F6F2E80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93755" y="299571"/>
                  <a:ext cx="6624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29C3E7B-9E8D-DCFA-7819-39F65772B5CC}"/>
                    </a:ext>
                  </a:extLst>
                </p14:cNvPr>
                <p14:cNvContentPartPr/>
                <p14:nvPr/>
              </p14:nvContentPartPr>
              <p14:xfrm>
                <a:off x="2821795" y="308211"/>
                <a:ext cx="25920" cy="432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29C3E7B-9E8D-DCFA-7819-39F65772B5C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813155" y="299571"/>
                  <a:ext cx="4356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D4387566-AD82-AA74-3A13-A38FC41D0D5B}"/>
                    </a:ext>
                  </a:extLst>
                </p14:cNvPr>
                <p14:cNvContentPartPr/>
                <p14:nvPr/>
              </p14:nvContentPartPr>
              <p14:xfrm>
                <a:off x="2610115" y="558771"/>
                <a:ext cx="522360" cy="158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D4387566-AD82-AA74-3A13-A38FC41D0D5B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01115" y="550131"/>
                  <a:ext cx="540000" cy="17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BDA8D8D-9325-0F92-CE99-0EC2914C9424}"/>
                    </a:ext>
                  </a:extLst>
                </p14:cNvPr>
                <p14:cNvContentPartPr/>
                <p14:nvPr/>
              </p14:nvContentPartPr>
              <p14:xfrm>
                <a:off x="4196275" y="559851"/>
                <a:ext cx="693000" cy="795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BDA8D8D-9325-0F92-CE99-0EC2914C942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87635" y="551211"/>
                  <a:ext cx="710640" cy="9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8F3E630-80F9-399E-6A3A-D5AD7FEDA030}"/>
                    </a:ext>
                  </a:extLst>
                </p14:cNvPr>
                <p14:cNvContentPartPr/>
                <p14:nvPr/>
              </p14:nvContentPartPr>
              <p14:xfrm>
                <a:off x="731275" y="2045571"/>
                <a:ext cx="145080" cy="4028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8F3E630-80F9-399E-6A3A-D5AD7FEDA0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2635" y="2036931"/>
                  <a:ext cx="162720" cy="42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E2EBBE1-28D0-7DAA-02A4-B17C4632AD60}"/>
                    </a:ext>
                  </a:extLst>
                </p14:cNvPr>
                <p14:cNvContentPartPr/>
                <p14:nvPr/>
              </p14:nvContentPartPr>
              <p14:xfrm>
                <a:off x="678355" y="1802931"/>
                <a:ext cx="763920" cy="109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E2EBBE1-28D0-7DAA-02A4-B17C4632AD6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69355" y="1794291"/>
                  <a:ext cx="781560" cy="11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826183B-1B69-5623-9361-17148FCF27B4}"/>
                    </a:ext>
                  </a:extLst>
                </p14:cNvPr>
                <p14:cNvContentPartPr/>
                <p14:nvPr/>
              </p14:nvContentPartPr>
              <p14:xfrm>
                <a:off x="1707955" y="2230251"/>
                <a:ext cx="23400" cy="327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826183B-1B69-5623-9361-17148FCF27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99315" y="2221251"/>
                  <a:ext cx="4104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1FC0FF5-3C91-151B-80FF-F89FE848C3F0}"/>
                    </a:ext>
                  </a:extLst>
                </p14:cNvPr>
                <p14:cNvContentPartPr/>
                <p14:nvPr/>
              </p14:nvContentPartPr>
              <p14:xfrm>
                <a:off x="1791115" y="2300811"/>
                <a:ext cx="241560" cy="4615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1FC0FF5-3C91-151B-80FF-F89FE848C3F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82475" y="2291811"/>
                  <a:ext cx="25920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2DDB4CB-A870-171A-1B9A-BE60568CF23A}"/>
                    </a:ext>
                  </a:extLst>
                </p14:cNvPr>
                <p14:cNvContentPartPr/>
                <p14:nvPr/>
              </p14:nvContentPartPr>
              <p14:xfrm>
                <a:off x="1799755" y="2509971"/>
                <a:ext cx="488880" cy="73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2DDB4CB-A870-171A-1B9A-BE60568CF23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790755" y="2501331"/>
                  <a:ext cx="5065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1DD8B23-C5A8-20AA-F5D8-50F1651207C0}"/>
                    </a:ext>
                  </a:extLst>
                </p14:cNvPr>
                <p14:cNvContentPartPr/>
                <p14:nvPr/>
              </p14:nvContentPartPr>
              <p14:xfrm>
                <a:off x="2224195" y="2384331"/>
                <a:ext cx="501840" cy="3938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1DD8B23-C5A8-20AA-F5D8-50F1651207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215555" y="2375331"/>
                  <a:ext cx="51948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1AFFC35-9785-55F7-119E-F717E9D60FF2}"/>
                    </a:ext>
                  </a:extLst>
                </p14:cNvPr>
                <p14:cNvContentPartPr/>
                <p14:nvPr/>
              </p14:nvContentPartPr>
              <p14:xfrm>
                <a:off x="2748715" y="2558931"/>
                <a:ext cx="123480" cy="144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1AFFC35-9785-55F7-119E-F717E9D60FF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739715" y="2550291"/>
                  <a:ext cx="1411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F8159BF-DAFB-9868-0AC1-AB9B4BC92E4F}"/>
                    </a:ext>
                  </a:extLst>
                </p14:cNvPr>
                <p14:cNvContentPartPr/>
                <p14:nvPr/>
              </p14:nvContentPartPr>
              <p14:xfrm>
                <a:off x="3082075" y="2536971"/>
                <a:ext cx="390240" cy="2325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F8159BF-DAFB-9868-0AC1-AB9B4BC92E4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073075" y="2527971"/>
                  <a:ext cx="40788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C460548-450A-2EBB-DA6F-C1D9B315CC26}"/>
                    </a:ext>
                  </a:extLst>
                </p14:cNvPr>
                <p14:cNvContentPartPr/>
                <p14:nvPr/>
              </p14:nvContentPartPr>
              <p14:xfrm>
                <a:off x="3631435" y="2721651"/>
                <a:ext cx="21960" cy="43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C460548-450A-2EBB-DA6F-C1D9B315CC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22435" y="2713011"/>
                  <a:ext cx="3960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806C3D96-89A2-3B72-4300-13E0A63B22B8}"/>
                    </a:ext>
                  </a:extLst>
                </p14:cNvPr>
                <p14:cNvContentPartPr/>
                <p14:nvPr/>
              </p14:nvContentPartPr>
              <p14:xfrm>
                <a:off x="3255472" y="1104857"/>
                <a:ext cx="276120" cy="5216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806C3D96-89A2-3B72-4300-13E0A63B22B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246832" y="1095857"/>
                  <a:ext cx="293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A17868C2-43EA-37F8-D77A-A1B5795D504D}"/>
                    </a:ext>
                  </a:extLst>
                </p14:cNvPr>
                <p14:cNvContentPartPr/>
                <p14:nvPr/>
              </p14:nvContentPartPr>
              <p14:xfrm>
                <a:off x="3727432" y="835577"/>
                <a:ext cx="297360" cy="6022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A17868C2-43EA-37F8-D77A-A1B5795D504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718432" y="826577"/>
                  <a:ext cx="315000" cy="61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6A33FF01-8DF2-9065-7713-86A384566EE0}"/>
                    </a:ext>
                  </a:extLst>
                </p14:cNvPr>
                <p14:cNvContentPartPr/>
                <p14:nvPr/>
              </p14:nvContentPartPr>
              <p14:xfrm>
                <a:off x="3859192" y="934937"/>
                <a:ext cx="52560" cy="536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6A33FF01-8DF2-9065-7713-86A384566EE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50552" y="925937"/>
                  <a:ext cx="70200" cy="55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09421923-0E51-DEC8-A198-AB1546ED191B}"/>
                    </a:ext>
                  </a:extLst>
                </p14:cNvPr>
                <p14:cNvContentPartPr/>
                <p14:nvPr/>
              </p14:nvContentPartPr>
              <p14:xfrm>
                <a:off x="4124512" y="798857"/>
                <a:ext cx="447120" cy="80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09421923-0E51-DEC8-A198-AB1546ED191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15512" y="789857"/>
                  <a:ext cx="464760" cy="82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03AF8C6A-32A4-A712-221A-D2B4CA8BB6B3}"/>
                    </a:ext>
                  </a:extLst>
                </p14:cNvPr>
                <p14:cNvContentPartPr/>
                <p14:nvPr/>
              </p14:nvContentPartPr>
              <p14:xfrm>
                <a:off x="2467792" y="164177"/>
                <a:ext cx="2388960" cy="201564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03AF8C6A-32A4-A712-221A-D2B4CA8BB6B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459152" y="155177"/>
                  <a:ext cx="2406600" cy="20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40730F2-F31D-1E14-40F9-59772D662022}"/>
                    </a:ext>
                  </a:extLst>
                </p14:cNvPr>
                <p14:cNvContentPartPr/>
                <p14:nvPr/>
              </p14:nvContentPartPr>
              <p14:xfrm>
                <a:off x="3717352" y="1443617"/>
                <a:ext cx="460800" cy="1702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40730F2-F31D-1E14-40F9-59772D66202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08712" y="1434617"/>
                  <a:ext cx="478440" cy="18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487BC87F-FFA1-D3EE-6B3B-83DCB30B0DD9}"/>
                    </a:ext>
                  </a:extLst>
                </p14:cNvPr>
                <p14:cNvContentPartPr/>
                <p14:nvPr/>
              </p14:nvContentPartPr>
              <p14:xfrm>
                <a:off x="3741112" y="1567457"/>
                <a:ext cx="272520" cy="18288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487BC87F-FFA1-D3EE-6B3B-83DCB30B0DD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32112" y="1558817"/>
                  <a:ext cx="290160" cy="20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74F61DD6-503C-208A-9FF5-63D410D18AA8}"/>
              </a:ext>
            </a:extLst>
          </p:cNvPr>
          <p:cNvGrpSpPr/>
          <p:nvPr/>
        </p:nvGrpSpPr>
        <p:grpSpPr>
          <a:xfrm>
            <a:off x="5804035" y="72771"/>
            <a:ext cx="6087240" cy="2406240"/>
            <a:chOff x="5804035" y="72771"/>
            <a:chExt cx="6087240" cy="24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A43024D-E44F-C1C5-ECD7-541D8F9B4883}"/>
                    </a:ext>
                  </a:extLst>
                </p14:cNvPr>
                <p14:cNvContentPartPr/>
                <p14:nvPr/>
              </p14:nvContentPartPr>
              <p14:xfrm>
                <a:off x="9129715" y="1152411"/>
                <a:ext cx="394200" cy="6120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A43024D-E44F-C1C5-ECD7-541D8F9B488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121075" y="1143771"/>
                  <a:ext cx="411840" cy="62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2A9F74B-94AF-51D9-C8EC-3D256ABE9C07}"/>
                    </a:ext>
                  </a:extLst>
                </p14:cNvPr>
                <p14:cNvContentPartPr/>
                <p14:nvPr/>
              </p14:nvContentPartPr>
              <p14:xfrm>
                <a:off x="10093075" y="1002291"/>
                <a:ext cx="572040" cy="5734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2A9F74B-94AF-51D9-C8EC-3D256ABE9C0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84435" y="993651"/>
                  <a:ext cx="5896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677DAC1-C773-2774-A5D6-09C1A78BFC93}"/>
                    </a:ext>
                  </a:extLst>
                </p14:cNvPr>
                <p14:cNvContentPartPr/>
                <p14:nvPr/>
              </p14:nvContentPartPr>
              <p14:xfrm>
                <a:off x="10398355" y="1172211"/>
                <a:ext cx="88560" cy="55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677DAC1-C773-2774-A5D6-09C1A78BFC9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89355" y="1163211"/>
                  <a:ext cx="10620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970D92D-1BA9-BAF8-AA9D-16690ED3691E}"/>
                    </a:ext>
                  </a:extLst>
                </p14:cNvPr>
                <p14:cNvContentPartPr/>
                <p14:nvPr/>
              </p14:nvContentPartPr>
              <p14:xfrm>
                <a:off x="10885435" y="945051"/>
                <a:ext cx="553680" cy="7581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970D92D-1BA9-BAF8-AA9D-16690ED3691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876435" y="936051"/>
                  <a:ext cx="57132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E048F9E-6FB3-738C-E1CA-F538A159DE8C}"/>
                    </a:ext>
                  </a:extLst>
                </p14:cNvPr>
                <p14:cNvContentPartPr/>
                <p14:nvPr/>
              </p14:nvContentPartPr>
              <p14:xfrm>
                <a:off x="9266155" y="2095611"/>
                <a:ext cx="2178000" cy="253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E048F9E-6FB3-738C-E1CA-F538A159DE8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257155" y="2086611"/>
                  <a:ext cx="219564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1F1666B0-EC03-4E5B-D1C2-094A433FC1DA}"/>
                    </a:ext>
                  </a:extLst>
                </p14:cNvPr>
                <p14:cNvContentPartPr/>
                <p14:nvPr/>
              </p14:nvContentPartPr>
              <p14:xfrm>
                <a:off x="9246355" y="2022891"/>
                <a:ext cx="288720" cy="11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1F1666B0-EC03-4E5B-D1C2-094A433FC1D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237715" y="2013891"/>
                  <a:ext cx="30636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9861DAA-D0D8-97EC-4A04-E4F5C9068B7A}"/>
                    </a:ext>
                  </a:extLst>
                </p14:cNvPr>
                <p14:cNvContentPartPr/>
                <p14:nvPr/>
              </p14:nvContentPartPr>
              <p14:xfrm>
                <a:off x="11284675" y="1710411"/>
                <a:ext cx="265680" cy="87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9861DAA-D0D8-97EC-4A04-E4F5C9068B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275675" y="1701771"/>
                  <a:ext cx="28332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26F469-41C0-6FD9-6AA7-458C8B8C3DCC}"/>
                    </a:ext>
                  </a:extLst>
                </p14:cNvPr>
                <p14:cNvContentPartPr/>
                <p14:nvPr/>
              </p14:nvContentPartPr>
              <p14:xfrm>
                <a:off x="6383995" y="96531"/>
                <a:ext cx="405000" cy="55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26F469-41C0-6FD9-6AA7-458C8B8C3DC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375355" y="87891"/>
                  <a:ext cx="422640" cy="57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ED4AD01-3912-47CB-D692-9303EFB59CE6}"/>
                    </a:ext>
                  </a:extLst>
                </p14:cNvPr>
                <p14:cNvContentPartPr/>
                <p14:nvPr/>
              </p14:nvContentPartPr>
              <p14:xfrm>
                <a:off x="6902755" y="459051"/>
                <a:ext cx="77400" cy="232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ED4AD01-3912-47CB-D692-9303EFB59CE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93755" y="450411"/>
                  <a:ext cx="9504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F057461-7C92-2C2B-F048-94637645E080}"/>
                    </a:ext>
                  </a:extLst>
                </p14:cNvPr>
                <p14:cNvContentPartPr/>
                <p14:nvPr/>
              </p14:nvContentPartPr>
              <p14:xfrm>
                <a:off x="7605475" y="220371"/>
                <a:ext cx="101520" cy="439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F057461-7C92-2C2B-F048-94637645E08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596835" y="211371"/>
                  <a:ext cx="11916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9EED555-CD50-1D08-81BB-AB50B056F3EC}"/>
                    </a:ext>
                  </a:extLst>
                </p14:cNvPr>
                <p14:cNvContentPartPr/>
                <p14:nvPr/>
              </p14:nvContentPartPr>
              <p14:xfrm>
                <a:off x="6159355" y="815451"/>
                <a:ext cx="2165400" cy="401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9EED555-CD50-1D08-81BB-AB50B056F3E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150355" y="806811"/>
                  <a:ext cx="218304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3BD07F-AC8E-C14C-B82D-4BCA6A485A86}"/>
                    </a:ext>
                  </a:extLst>
                </p14:cNvPr>
                <p14:cNvContentPartPr/>
                <p14:nvPr/>
              </p14:nvContentPartPr>
              <p14:xfrm>
                <a:off x="6022555" y="685851"/>
                <a:ext cx="303120" cy="632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3BD07F-AC8E-C14C-B82D-4BCA6A485A8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13555" y="677211"/>
                  <a:ext cx="3207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94D2B70-6DBD-914E-4238-673780BB160D}"/>
                    </a:ext>
                  </a:extLst>
                </p14:cNvPr>
                <p14:cNvContentPartPr/>
                <p14:nvPr/>
              </p14:nvContentPartPr>
              <p14:xfrm>
                <a:off x="8238715" y="186891"/>
                <a:ext cx="59040" cy="687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94D2B70-6DBD-914E-4238-673780BB160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229715" y="177891"/>
                  <a:ext cx="76680" cy="70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85850F30-39DA-04E9-8D07-B2DA23DA7ED1}"/>
                    </a:ext>
                  </a:extLst>
                </p14:cNvPr>
                <p14:cNvContentPartPr/>
                <p14:nvPr/>
              </p14:nvContentPartPr>
              <p14:xfrm>
                <a:off x="6942355" y="1402251"/>
                <a:ext cx="469440" cy="66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85850F30-39DA-04E9-8D07-B2DA23DA7ED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933715" y="1393251"/>
                  <a:ext cx="487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35E4838-E32F-1564-543C-E60BD92A0571}"/>
                    </a:ext>
                  </a:extLst>
                </p14:cNvPr>
                <p14:cNvContentPartPr/>
                <p14:nvPr/>
              </p14:nvContentPartPr>
              <p14:xfrm>
                <a:off x="7810675" y="1589811"/>
                <a:ext cx="56880" cy="24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35E4838-E32F-1564-543C-E60BD92A057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801675" y="1581171"/>
                  <a:ext cx="745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4AC6855-EA7D-7845-EB30-D9E3C5CC5866}"/>
                    </a:ext>
                  </a:extLst>
                </p14:cNvPr>
                <p14:cNvContentPartPr/>
                <p14:nvPr/>
              </p14:nvContentPartPr>
              <p14:xfrm>
                <a:off x="6596395" y="713931"/>
                <a:ext cx="20880" cy="5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4AC6855-EA7D-7845-EB30-D9E3C5CC586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587395" y="705291"/>
                  <a:ext cx="38520" cy="2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7AD1FAB-D444-00D8-8103-9BCFC308514F}"/>
                    </a:ext>
                  </a:extLst>
                </p14:cNvPr>
                <p14:cNvContentPartPr/>
                <p14:nvPr/>
              </p14:nvContentPartPr>
              <p14:xfrm>
                <a:off x="8202355" y="267891"/>
                <a:ext cx="761400" cy="1072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7AD1FAB-D444-00D8-8103-9BCFC308514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193715" y="259251"/>
                  <a:ext cx="77904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C75A39A-FAC0-2A7F-AB84-982799370750}"/>
                    </a:ext>
                  </a:extLst>
                </p14:cNvPr>
                <p14:cNvContentPartPr/>
                <p14:nvPr/>
              </p14:nvContentPartPr>
              <p14:xfrm>
                <a:off x="9626515" y="72771"/>
                <a:ext cx="543600" cy="5040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C75A39A-FAC0-2A7F-AB84-98279937075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617875" y="63771"/>
                  <a:ext cx="561240" cy="52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125C5AC-398B-BA9C-90B3-A8A5238A108F}"/>
                    </a:ext>
                  </a:extLst>
                </p14:cNvPr>
                <p14:cNvContentPartPr/>
                <p14:nvPr/>
              </p14:nvContentPartPr>
              <p14:xfrm>
                <a:off x="10381435" y="174651"/>
                <a:ext cx="7560" cy="32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125C5AC-398B-BA9C-90B3-A8A5238A108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372435" y="166011"/>
                  <a:ext cx="252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9B8FAD2-402E-527B-5844-E78F47D25B76}"/>
                    </a:ext>
                  </a:extLst>
                </p14:cNvPr>
                <p14:cNvContentPartPr/>
                <p14:nvPr/>
              </p14:nvContentPartPr>
              <p14:xfrm>
                <a:off x="10374235" y="420171"/>
                <a:ext cx="559800" cy="15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9B8FAD2-402E-527B-5844-E78F47D25B7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365235" y="411171"/>
                  <a:ext cx="57744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E788307-6DFB-6119-32A9-CF55F501292C}"/>
                    </a:ext>
                  </a:extLst>
                </p14:cNvPr>
                <p14:cNvContentPartPr/>
                <p14:nvPr/>
              </p14:nvContentPartPr>
              <p14:xfrm>
                <a:off x="11093875" y="282291"/>
                <a:ext cx="224640" cy="250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E788307-6DFB-6119-32A9-CF55F501292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85235" y="273291"/>
                  <a:ext cx="24228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703251F-7B30-BEA6-E312-9FEFE988D52B}"/>
                    </a:ext>
                  </a:extLst>
                </p14:cNvPr>
                <p14:cNvContentPartPr/>
                <p14:nvPr/>
              </p14:nvContentPartPr>
              <p14:xfrm>
                <a:off x="11382235" y="247371"/>
                <a:ext cx="219600" cy="4892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703251F-7B30-BEA6-E312-9FEFE988D52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373595" y="238731"/>
                  <a:ext cx="23724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2A5B4B3-0EC3-D885-BAEB-D8704FA01A8A}"/>
                    </a:ext>
                  </a:extLst>
                </p14:cNvPr>
                <p14:cNvContentPartPr/>
                <p14:nvPr/>
              </p14:nvContentPartPr>
              <p14:xfrm>
                <a:off x="11870395" y="277971"/>
                <a:ext cx="20880" cy="144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2A5B4B3-0EC3-D885-BAEB-D8704FA01A8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861755" y="268971"/>
                  <a:ext cx="385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AB295F2-15D6-6E64-3626-F2A8ECA9F647}"/>
                    </a:ext>
                  </a:extLst>
                </p14:cNvPr>
                <p14:cNvContentPartPr/>
                <p14:nvPr/>
              </p14:nvContentPartPr>
              <p14:xfrm>
                <a:off x="9532195" y="746691"/>
                <a:ext cx="1921680" cy="1173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AB295F2-15D6-6E64-3626-F2A8ECA9F64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23555" y="737691"/>
                  <a:ext cx="193932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3035061-C407-20FE-3390-92AEDAE3B33D}"/>
                    </a:ext>
                  </a:extLst>
                </p14:cNvPr>
                <p14:cNvContentPartPr/>
                <p14:nvPr/>
              </p14:nvContentPartPr>
              <p14:xfrm>
                <a:off x="5804035" y="2315931"/>
                <a:ext cx="1166400" cy="1630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3035061-C407-20FE-3390-92AEDAE3B33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95395" y="2306931"/>
                  <a:ext cx="118404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81F84B15-4783-390D-C5E9-CEFB8189267F}"/>
                    </a:ext>
                  </a:extLst>
                </p14:cNvPr>
                <p14:cNvContentPartPr/>
                <p14:nvPr/>
              </p14:nvContentPartPr>
              <p14:xfrm>
                <a:off x="6247555" y="2174811"/>
                <a:ext cx="1236600" cy="159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81F84B15-4783-390D-C5E9-CEFB8189267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238555" y="2165811"/>
                  <a:ext cx="12542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B4DE084-B618-26E2-EB07-72F023F9473E}"/>
                    </a:ext>
                  </a:extLst>
                </p14:cNvPr>
                <p14:cNvContentPartPr/>
                <p14:nvPr/>
              </p14:nvContentPartPr>
              <p14:xfrm>
                <a:off x="7128115" y="2171571"/>
                <a:ext cx="255960" cy="75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B4DE084-B618-26E2-EB07-72F023F947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19475" y="2162571"/>
                  <a:ext cx="273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DEECF2-51F3-C3BB-1333-8562F9D432AE}"/>
                    </a:ext>
                  </a:extLst>
                </p14:cNvPr>
                <p14:cNvContentPartPr/>
                <p14:nvPr/>
              </p14:nvContentPartPr>
              <p14:xfrm>
                <a:off x="9258595" y="1915611"/>
                <a:ext cx="230760" cy="295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6DEECF2-51F3-C3BB-1333-8562F9D432A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49955" y="1906611"/>
                  <a:ext cx="24840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5F82FF9-B7F7-A861-9745-F3182E30F00D}"/>
                    </a:ext>
                  </a:extLst>
                </p14:cNvPr>
                <p14:cNvContentPartPr/>
                <p14:nvPr/>
              </p14:nvContentPartPr>
              <p14:xfrm>
                <a:off x="9711115" y="349611"/>
                <a:ext cx="60480" cy="428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5F82FF9-B7F7-A861-9745-F3182E30F00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2115" y="340611"/>
                  <a:ext cx="7812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87BD5784-6C35-7683-96D2-76AB2139F2EE}"/>
                    </a:ext>
                  </a:extLst>
                </p14:cNvPr>
                <p14:cNvContentPartPr/>
                <p14:nvPr/>
              </p14:nvContentPartPr>
              <p14:xfrm>
                <a:off x="9549475" y="626091"/>
                <a:ext cx="421200" cy="230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87BD5784-6C35-7683-96D2-76AB2139F2E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40475" y="617451"/>
                  <a:ext cx="43884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B679BEC-8D63-6B72-09B0-E7A6748C2D81}"/>
                    </a:ext>
                  </a:extLst>
                </p14:cNvPr>
                <p14:cNvContentPartPr/>
                <p14:nvPr/>
              </p14:nvContentPartPr>
              <p14:xfrm>
                <a:off x="9654235" y="731211"/>
                <a:ext cx="438120" cy="59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B679BEC-8D63-6B72-09B0-E7A6748C2D8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45595" y="722571"/>
                  <a:ext cx="45576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2217DD1-9BFB-3366-3CAA-A0432212F4A9}"/>
                    </a:ext>
                  </a:extLst>
                </p14:cNvPr>
                <p14:cNvContentPartPr/>
                <p14:nvPr/>
              </p14:nvContentPartPr>
              <p14:xfrm>
                <a:off x="9981115" y="901851"/>
                <a:ext cx="92160" cy="111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2217DD1-9BFB-3366-3CAA-A0432212F4A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72115" y="892851"/>
                  <a:ext cx="109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02A06E6F-CFFB-C6EF-B2CB-B24C21448C9F}"/>
                    </a:ext>
                  </a:extLst>
                </p14:cNvPr>
                <p14:cNvContentPartPr/>
                <p14:nvPr/>
              </p14:nvContentPartPr>
              <p14:xfrm>
                <a:off x="9201232" y="1859057"/>
                <a:ext cx="591120" cy="10584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02A06E6F-CFFB-C6EF-B2CB-B24C21448C9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192592" y="1850417"/>
                  <a:ext cx="608760" cy="12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6BD14228-AEA6-4239-309A-D09F38FE43C1}"/>
                    </a:ext>
                  </a:extLst>
                </p14:cNvPr>
                <p14:cNvContentPartPr/>
                <p14:nvPr/>
              </p14:nvContentPartPr>
              <p14:xfrm>
                <a:off x="9234352" y="1904057"/>
                <a:ext cx="363960" cy="313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6BD14228-AEA6-4239-309A-D09F38FE43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25712" y="1895057"/>
                  <a:ext cx="381600" cy="48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C44EDEC6-7F32-CCDB-A350-E6F30F222FA6}"/>
                  </a:ext>
                </a:extLst>
              </p14:cNvPr>
              <p14:cNvContentPartPr/>
              <p14:nvPr/>
            </p14:nvContentPartPr>
            <p14:xfrm>
              <a:off x="9803512" y="5599097"/>
              <a:ext cx="10440" cy="1512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C44EDEC6-7F32-CCDB-A350-E6F30F222FA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794512" y="5590457"/>
                <a:ext cx="28080" cy="3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E20F25F-493B-7CFF-8779-6626E8244D92}"/>
              </a:ext>
            </a:extLst>
          </p:cNvPr>
          <p:cNvGrpSpPr/>
          <p:nvPr/>
        </p:nvGrpSpPr>
        <p:grpSpPr>
          <a:xfrm>
            <a:off x="1091275" y="3149331"/>
            <a:ext cx="4843440" cy="3487286"/>
            <a:chOff x="1091275" y="3149331"/>
            <a:chExt cx="4843440" cy="3487286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BD3C031-66CF-9970-DC3B-07C9CD799B95}"/>
                    </a:ext>
                  </a:extLst>
                </p14:cNvPr>
                <p14:cNvContentPartPr/>
                <p14:nvPr/>
              </p14:nvContentPartPr>
              <p14:xfrm>
                <a:off x="2442715" y="3268851"/>
                <a:ext cx="288000" cy="2728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BD3C031-66CF-9970-DC3B-07C9CD799B9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434075" y="3259851"/>
                  <a:ext cx="305640" cy="27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11DD232-4BFB-82D8-E6F1-8A21116A9037}"/>
                    </a:ext>
                  </a:extLst>
                </p14:cNvPr>
                <p14:cNvContentPartPr/>
                <p14:nvPr/>
              </p14:nvContentPartPr>
              <p14:xfrm>
                <a:off x="3662395" y="3149331"/>
                <a:ext cx="379080" cy="29221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11DD232-4BFB-82D8-E6F1-8A21116A9037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653755" y="3140691"/>
                  <a:ext cx="396720" cy="293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A039227-F913-52AE-A209-6A7D10A916F9}"/>
                    </a:ext>
                  </a:extLst>
                </p14:cNvPr>
                <p14:cNvContentPartPr/>
                <p14:nvPr/>
              </p14:nvContentPartPr>
              <p14:xfrm>
                <a:off x="1091275" y="4153371"/>
                <a:ext cx="4341600" cy="1638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A039227-F913-52AE-A209-6A7D10A916F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82635" y="4144371"/>
                  <a:ext cx="435924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04465A8-88C7-3AAA-1326-0C15DF50FA84}"/>
                    </a:ext>
                  </a:extLst>
                </p14:cNvPr>
                <p14:cNvContentPartPr/>
                <p14:nvPr/>
              </p14:nvContentPartPr>
              <p14:xfrm>
                <a:off x="1920355" y="3496011"/>
                <a:ext cx="538200" cy="377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04465A8-88C7-3AAA-1326-0C15DF50FA8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911355" y="3487011"/>
                  <a:ext cx="55584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E1CFAA-E01F-9F57-2DD1-12C6B4EE460B}"/>
                    </a:ext>
                  </a:extLst>
                </p14:cNvPr>
                <p14:cNvContentPartPr/>
                <p14:nvPr/>
              </p14:nvContentPartPr>
              <p14:xfrm>
                <a:off x="2111875" y="3974091"/>
                <a:ext cx="18360" cy="39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E1CFAA-E01F-9F57-2DD1-12C6B4EE460B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2103235" y="3965451"/>
                  <a:ext cx="3600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9EA80D7-A8A9-5401-514A-B9A5ED2723C7}"/>
                    </a:ext>
                  </a:extLst>
                </p14:cNvPr>
                <p14:cNvContentPartPr/>
                <p14:nvPr/>
              </p14:nvContentPartPr>
              <p14:xfrm>
                <a:off x="3070555" y="4436331"/>
                <a:ext cx="350280" cy="388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9EA80D7-A8A9-5401-514A-B9A5ED2723C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061915" y="4427691"/>
                  <a:ext cx="36792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146CB90-3B36-CEBF-5482-3209BC0CE86A}"/>
                    </a:ext>
                  </a:extLst>
                </p14:cNvPr>
                <p14:cNvContentPartPr/>
                <p14:nvPr/>
              </p14:nvContentPartPr>
              <p14:xfrm>
                <a:off x="4205275" y="3363891"/>
                <a:ext cx="308160" cy="4381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146CB90-3B36-CEBF-5482-3209BC0CE86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196275" y="3355251"/>
                  <a:ext cx="325800" cy="45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F36B3C-139D-8D58-1DCD-724482C55715}"/>
                    </a:ext>
                  </a:extLst>
                </p14:cNvPr>
                <p14:cNvContentPartPr/>
                <p14:nvPr/>
              </p14:nvContentPartPr>
              <p14:xfrm>
                <a:off x="1784995" y="5075691"/>
                <a:ext cx="3093480" cy="1350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F36B3C-139D-8D58-1DCD-724482C5571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776355" y="5066691"/>
                  <a:ext cx="311112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009397E-1291-8267-5433-9CF651101EAC}"/>
                    </a:ext>
                  </a:extLst>
                </p14:cNvPr>
                <p14:cNvContentPartPr/>
                <p14:nvPr/>
              </p14:nvContentPartPr>
              <p14:xfrm>
                <a:off x="1941595" y="4497171"/>
                <a:ext cx="478440" cy="3844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009397E-1291-8267-5433-9CF651101EA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932595" y="4488171"/>
                  <a:ext cx="49608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BF18207-3DB0-E7C7-E1A8-E26015436BDF}"/>
                    </a:ext>
                  </a:extLst>
                </p14:cNvPr>
                <p14:cNvContentPartPr/>
                <p14:nvPr/>
              </p14:nvContentPartPr>
              <p14:xfrm>
                <a:off x="2974075" y="5345691"/>
                <a:ext cx="186840" cy="1161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BF18207-3DB0-E7C7-E1A8-E26015436BD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965435" y="5337051"/>
                  <a:ext cx="204480" cy="11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D8EBE939-FBD5-B93B-6EAC-FD24AD897A75}"/>
                    </a:ext>
                  </a:extLst>
                </p14:cNvPr>
                <p14:cNvContentPartPr/>
                <p14:nvPr/>
              </p14:nvContentPartPr>
              <p14:xfrm>
                <a:off x="4337755" y="4533531"/>
                <a:ext cx="105120" cy="4168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D8EBE939-FBD5-B93B-6EAC-FD24AD897A7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329115" y="4524531"/>
                  <a:ext cx="12276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7B8299-55DA-30B8-7551-1284FA460E89}"/>
                    </a:ext>
                  </a:extLst>
                </p14:cNvPr>
                <p14:cNvContentPartPr/>
                <p14:nvPr/>
              </p14:nvContentPartPr>
              <p14:xfrm>
                <a:off x="3099715" y="6002331"/>
                <a:ext cx="18360" cy="1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7B8299-55DA-30B8-7551-1284FA460E89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90715" y="5993691"/>
                  <a:ext cx="360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D6DA2C3-23A2-FAD3-83C5-8BF185CDF9A4}"/>
                    </a:ext>
                  </a:extLst>
                </p14:cNvPr>
                <p14:cNvContentPartPr/>
                <p14:nvPr/>
              </p14:nvContentPartPr>
              <p14:xfrm>
                <a:off x="4545115" y="4837011"/>
                <a:ext cx="4320" cy="12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D6DA2C3-23A2-FAD3-83C5-8BF185CDF9A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536475" y="4828011"/>
                  <a:ext cx="2196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86AE5C8-EF38-9655-8300-E83372FDE256}"/>
                    </a:ext>
                  </a:extLst>
                </p14:cNvPr>
                <p14:cNvContentPartPr/>
                <p14:nvPr/>
              </p14:nvContentPartPr>
              <p14:xfrm>
                <a:off x="3073795" y="3427611"/>
                <a:ext cx="2572920" cy="30758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86AE5C8-EF38-9655-8300-E83372FDE25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064795" y="3418971"/>
                  <a:ext cx="2590560" cy="309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0956DDE-2E98-D2E9-52BA-C5283325E510}"/>
                    </a:ext>
                  </a:extLst>
                </p14:cNvPr>
                <p14:cNvContentPartPr/>
                <p14:nvPr/>
              </p14:nvContentPartPr>
              <p14:xfrm>
                <a:off x="5210755" y="3421851"/>
                <a:ext cx="462240" cy="3290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0956DDE-2E98-D2E9-52BA-C5283325E510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202115" y="3413211"/>
                  <a:ext cx="47988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DAB75C14-E378-9D1E-8791-F43BF4B17B61}"/>
                    </a:ext>
                  </a:extLst>
                </p14:cNvPr>
                <p14:cNvContentPartPr/>
                <p14:nvPr/>
              </p14:nvContentPartPr>
              <p14:xfrm>
                <a:off x="5603515" y="3453531"/>
                <a:ext cx="331200" cy="3668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DAB75C14-E378-9D1E-8791-F43BF4B17B6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594515" y="3444891"/>
                  <a:ext cx="34884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F0C1AEF-8006-F311-95D0-AB2FFB9762B8}"/>
                    </a:ext>
                  </a:extLst>
                </p14:cNvPr>
                <p14:cNvContentPartPr/>
                <p14:nvPr/>
              </p14:nvContentPartPr>
              <p14:xfrm>
                <a:off x="5750035" y="3487011"/>
                <a:ext cx="1440" cy="79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F0C1AEF-8006-F311-95D0-AB2FFB9762B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741035" y="3478011"/>
                  <a:ext cx="1908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959C037-AB72-29EA-4A60-AE66BEBBE7F7}"/>
                    </a:ext>
                  </a:extLst>
                </p14:cNvPr>
                <p14:cNvContentPartPr/>
                <p14:nvPr/>
              </p14:nvContentPartPr>
              <p14:xfrm>
                <a:off x="2845792" y="6461657"/>
                <a:ext cx="94680" cy="450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959C037-AB72-29EA-4A60-AE66BEBBE7F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837152" y="6452657"/>
                  <a:ext cx="112320" cy="6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C6DFA3EE-99C6-270F-6A9C-4025206D1128}"/>
                    </a:ext>
                  </a:extLst>
                </p14:cNvPr>
                <p14:cNvContentPartPr/>
                <p14:nvPr/>
              </p14:nvContentPartPr>
              <p14:xfrm>
                <a:off x="4838752" y="4860737"/>
                <a:ext cx="41400" cy="7632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C6DFA3EE-99C6-270F-6A9C-4025206D1128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29752" y="4852097"/>
                  <a:ext cx="5904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5B43DFB-0F6D-2840-1153-B5A08F6E5EB2}"/>
                    </a:ext>
                  </a:extLst>
                </p14:cNvPr>
                <p14:cNvContentPartPr/>
                <p14:nvPr/>
              </p14:nvContentPartPr>
              <p14:xfrm>
                <a:off x="3358792" y="4770017"/>
                <a:ext cx="36000" cy="23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5B43DFB-0F6D-2840-1153-B5A08F6E5EB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350152" y="4761377"/>
                  <a:ext cx="5364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72C6480-D527-A9D8-65CE-7DED25211129}"/>
                    </a:ext>
                  </a:extLst>
                </p14:cNvPr>
                <p14:cNvContentPartPr/>
                <p14:nvPr/>
              </p14:nvContentPartPr>
              <p14:xfrm>
                <a:off x="3072952" y="6478937"/>
                <a:ext cx="84600" cy="1576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72C6480-D527-A9D8-65CE-7DED2521112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064312" y="6469937"/>
                  <a:ext cx="102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E29A26F-8D4D-EEB1-A9F5-BECC79C96E11}"/>
                    </a:ext>
                  </a:extLst>
                </p14:cNvPr>
                <p14:cNvContentPartPr/>
                <p14:nvPr/>
              </p14:nvContentPartPr>
              <p14:xfrm>
                <a:off x="4734352" y="4948217"/>
                <a:ext cx="43560" cy="291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E29A26F-8D4D-EEB1-A9F5-BECC79C96E1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25352" y="4939217"/>
                  <a:ext cx="612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73BACC6-F0B4-B2F1-E27D-EB0AF1F37507}"/>
                    </a:ext>
                  </a:extLst>
                </p14:cNvPr>
                <p14:cNvContentPartPr/>
                <p14:nvPr/>
              </p14:nvContentPartPr>
              <p14:xfrm>
                <a:off x="2284552" y="4091057"/>
                <a:ext cx="56880" cy="410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73BACC6-F0B4-B2F1-E27D-EB0AF1F3750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275552" y="4082417"/>
                  <a:ext cx="7452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C940E6B-392E-12A7-8004-7AE8FD339298}"/>
                    </a:ext>
                  </a:extLst>
                </p14:cNvPr>
                <p14:cNvContentPartPr/>
                <p14:nvPr/>
              </p14:nvContentPartPr>
              <p14:xfrm>
                <a:off x="2029312" y="4248737"/>
                <a:ext cx="32400" cy="3132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3C940E6B-392E-12A7-8004-7AE8FD33929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020672" y="4240097"/>
                  <a:ext cx="5004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EF43D2E-A3BF-A9D9-EFDE-E9917C1201FA}"/>
              </a:ext>
            </a:extLst>
          </p:cNvPr>
          <p:cNvGrpSpPr/>
          <p:nvPr/>
        </p:nvGrpSpPr>
        <p:grpSpPr>
          <a:xfrm>
            <a:off x="7142752" y="2885777"/>
            <a:ext cx="4794480" cy="3825720"/>
            <a:chOff x="7142752" y="2885777"/>
            <a:chExt cx="4794480" cy="382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7A60EE80-BF4A-223B-1ADE-958A038C5D5A}"/>
                    </a:ext>
                  </a:extLst>
                </p14:cNvPr>
                <p14:cNvContentPartPr/>
                <p14:nvPr/>
              </p14:nvContentPartPr>
              <p14:xfrm>
                <a:off x="7282432" y="2885777"/>
                <a:ext cx="182880" cy="4424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7A60EE80-BF4A-223B-1ADE-958A038C5D5A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273432" y="2876777"/>
                  <a:ext cx="20052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7BC3439-CC11-6F77-814A-994D144D857D}"/>
                    </a:ext>
                  </a:extLst>
                </p14:cNvPr>
                <p14:cNvContentPartPr/>
                <p14:nvPr/>
              </p14:nvContentPartPr>
              <p14:xfrm>
                <a:off x="7815232" y="3049217"/>
                <a:ext cx="169200" cy="4716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7BC3439-CC11-6F77-814A-994D144D857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806592" y="3040217"/>
                  <a:ext cx="18684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17269AD-A9D5-CB24-C809-E274A2CF6BB3}"/>
                    </a:ext>
                  </a:extLst>
                </p14:cNvPr>
                <p14:cNvContentPartPr/>
                <p14:nvPr/>
              </p14:nvContentPartPr>
              <p14:xfrm>
                <a:off x="7822072" y="3268097"/>
                <a:ext cx="232560" cy="486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17269AD-A9D5-CB24-C809-E274A2CF6BB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813072" y="3259457"/>
                  <a:ext cx="2502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3C76797-6558-5C87-2498-3923B792C445}"/>
                    </a:ext>
                  </a:extLst>
                </p14:cNvPr>
                <p14:cNvContentPartPr/>
                <p14:nvPr/>
              </p14:nvContentPartPr>
              <p14:xfrm>
                <a:off x="9186832" y="3739697"/>
                <a:ext cx="54360" cy="283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3C76797-6558-5C87-2498-3923B792C4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77832" y="3730697"/>
                  <a:ext cx="720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218AD6CB-DC24-0B11-4A0F-327C6B2818F4}"/>
                    </a:ext>
                  </a:extLst>
                </p14:cNvPr>
                <p14:cNvContentPartPr/>
                <p14:nvPr/>
              </p14:nvContentPartPr>
              <p14:xfrm>
                <a:off x="9829072" y="3609017"/>
                <a:ext cx="32400" cy="3610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218AD6CB-DC24-0B11-4A0F-327C6B2818F4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820072" y="3600377"/>
                  <a:ext cx="5004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99FEB00-2DFA-B240-EAAD-DB7097F17349}"/>
                    </a:ext>
                  </a:extLst>
                </p14:cNvPr>
                <p14:cNvContentPartPr/>
                <p14:nvPr/>
              </p14:nvContentPartPr>
              <p14:xfrm>
                <a:off x="7142752" y="3929057"/>
                <a:ext cx="430560" cy="6033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99FEB00-2DFA-B240-EAAD-DB7097F1734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134112" y="3920057"/>
                  <a:ext cx="44820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4C3EE32-C940-C997-0367-14773BBF49A9}"/>
                    </a:ext>
                  </a:extLst>
                </p14:cNvPr>
                <p14:cNvContentPartPr/>
                <p14:nvPr/>
              </p14:nvContentPartPr>
              <p14:xfrm>
                <a:off x="7845112" y="3965057"/>
                <a:ext cx="96120" cy="4068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4C3EE32-C940-C997-0367-14773BBF49A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36112" y="3956417"/>
                  <a:ext cx="11376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81A7ACF4-9408-4793-E8ED-E75645A28E47}"/>
                    </a:ext>
                  </a:extLst>
                </p14:cNvPr>
                <p14:cNvContentPartPr/>
                <p14:nvPr/>
              </p14:nvContentPartPr>
              <p14:xfrm>
                <a:off x="7948432" y="4187897"/>
                <a:ext cx="122760" cy="2664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81A7ACF4-9408-4793-E8ED-E75645A28E47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39432" y="4179257"/>
                  <a:ext cx="14040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B149EF8-F718-F4BB-5080-D59F3F26990F}"/>
                    </a:ext>
                  </a:extLst>
                </p14:cNvPr>
                <p14:cNvContentPartPr/>
                <p14:nvPr/>
              </p14:nvContentPartPr>
              <p14:xfrm>
                <a:off x="8637472" y="3760937"/>
                <a:ext cx="222840" cy="2581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B149EF8-F718-F4BB-5080-D59F3F26990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28832" y="3752297"/>
                  <a:ext cx="2404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67F0029-21DE-C3CF-3C5F-51C3E7EB2E56}"/>
                    </a:ext>
                  </a:extLst>
                </p14:cNvPr>
                <p14:cNvContentPartPr/>
                <p14:nvPr/>
              </p14:nvContentPartPr>
              <p14:xfrm>
                <a:off x="7982632" y="4507217"/>
                <a:ext cx="3213000" cy="4870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67F0029-21DE-C3CF-3C5F-51C3E7EB2E56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973992" y="4498217"/>
                  <a:ext cx="32306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166838CE-CE58-BAFF-EBD3-022324BD58A0}"/>
                    </a:ext>
                  </a:extLst>
                </p14:cNvPr>
                <p14:cNvContentPartPr/>
                <p14:nvPr/>
              </p14:nvContentPartPr>
              <p14:xfrm>
                <a:off x="9793432" y="4381937"/>
                <a:ext cx="12960" cy="14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166838CE-CE58-BAFF-EBD3-022324BD58A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784432" y="4373297"/>
                  <a:ext cx="3060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A609FE2-664F-192E-9B7D-3E92F5EDDB73}"/>
                    </a:ext>
                  </a:extLst>
                </p14:cNvPr>
                <p14:cNvContentPartPr/>
                <p14:nvPr/>
              </p14:nvContentPartPr>
              <p14:xfrm>
                <a:off x="9971992" y="4918697"/>
                <a:ext cx="390240" cy="386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A609FE2-664F-192E-9B7D-3E92F5EDDB7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962992" y="4909697"/>
                  <a:ext cx="4078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C261877-BE04-3586-F125-341553C69D88}"/>
                    </a:ext>
                  </a:extLst>
                </p14:cNvPr>
                <p14:cNvContentPartPr/>
                <p14:nvPr/>
              </p14:nvContentPartPr>
              <p14:xfrm>
                <a:off x="10424512" y="3493817"/>
                <a:ext cx="19800" cy="86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C261877-BE04-3586-F125-341553C69D8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415512" y="3485177"/>
                  <a:ext cx="3744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72DA58F3-B90B-4B5B-B180-8A6AE411C4B8}"/>
                    </a:ext>
                  </a:extLst>
                </p14:cNvPr>
                <p14:cNvContentPartPr/>
                <p14:nvPr/>
              </p14:nvContentPartPr>
              <p14:xfrm>
                <a:off x="9571312" y="5065217"/>
                <a:ext cx="36000" cy="518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72DA58F3-B90B-4B5B-B180-8A6AE411C4B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562312" y="5056217"/>
                  <a:ext cx="53640" cy="5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0ECDAB3-FB5D-FF67-2319-43193BCBAAC1}"/>
                    </a:ext>
                  </a:extLst>
                </p14:cNvPr>
                <p14:cNvContentPartPr/>
                <p14:nvPr/>
              </p14:nvContentPartPr>
              <p14:xfrm>
                <a:off x="8868232" y="5175377"/>
                <a:ext cx="33480" cy="16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0ECDAB3-FB5D-FF67-2319-43193BCBAAC1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59232" y="5166737"/>
                  <a:ext cx="51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B851A3B3-56C3-6745-C397-71CC34806CDA}"/>
                    </a:ext>
                  </a:extLst>
                </p14:cNvPr>
                <p14:cNvContentPartPr/>
                <p14:nvPr/>
              </p14:nvContentPartPr>
              <p14:xfrm>
                <a:off x="9850672" y="3176297"/>
                <a:ext cx="15840" cy="19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B851A3B3-56C3-6745-C397-71CC34806C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842032" y="3167297"/>
                  <a:ext cx="334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A3A46E3A-5B8C-0BC6-2E4B-886EE90D36CB}"/>
                    </a:ext>
                  </a:extLst>
                </p14:cNvPr>
                <p14:cNvContentPartPr/>
                <p14:nvPr/>
              </p14:nvContentPartPr>
              <p14:xfrm>
                <a:off x="8535232" y="3013217"/>
                <a:ext cx="15840" cy="71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A3A46E3A-5B8C-0BC6-2E4B-886EE90D36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8526232" y="3004217"/>
                  <a:ext cx="334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89F49510-CF60-0794-60B3-E39358CD942E}"/>
                    </a:ext>
                  </a:extLst>
                </p14:cNvPr>
                <p14:cNvContentPartPr/>
                <p14:nvPr/>
              </p14:nvContentPartPr>
              <p14:xfrm>
                <a:off x="8777512" y="5103017"/>
                <a:ext cx="234000" cy="4777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89F49510-CF60-0794-60B3-E39358CD942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8768872" y="5094377"/>
                  <a:ext cx="25164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7E5FED3-F188-266C-2044-953951D5E718}"/>
                    </a:ext>
                  </a:extLst>
                </p14:cNvPr>
                <p14:cNvContentPartPr/>
                <p14:nvPr/>
              </p14:nvContentPartPr>
              <p14:xfrm>
                <a:off x="8417872" y="5432057"/>
                <a:ext cx="2927520" cy="5439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7E5FED3-F188-266C-2044-953951D5E71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408872" y="5423417"/>
                  <a:ext cx="2945160" cy="56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C63FB181-ABF7-7CD5-6AB3-78CD53E9C96E}"/>
                    </a:ext>
                  </a:extLst>
                </p14:cNvPr>
                <p14:cNvContentPartPr/>
                <p14:nvPr/>
              </p14:nvContentPartPr>
              <p14:xfrm>
                <a:off x="9534592" y="5495417"/>
                <a:ext cx="1726920" cy="3700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C63FB181-ABF7-7CD5-6AB3-78CD53E9C96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525592" y="5486777"/>
                  <a:ext cx="174456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0B56BA37-C2F5-DA85-D624-36FA2F817274}"/>
                    </a:ext>
                  </a:extLst>
                </p14:cNvPr>
                <p14:cNvContentPartPr/>
                <p14:nvPr/>
              </p14:nvContentPartPr>
              <p14:xfrm>
                <a:off x="10382752" y="5259257"/>
                <a:ext cx="1132200" cy="19872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0B56BA37-C2F5-DA85-D624-36FA2F81727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373752" y="5250617"/>
                  <a:ext cx="1149840" cy="21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374A7215-1CCF-E648-487C-B0C38F3F3CE7}"/>
                    </a:ext>
                  </a:extLst>
                </p14:cNvPr>
                <p14:cNvContentPartPr/>
                <p14:nvPr/>
              </p14:nvContentPartPr>
              <p14:xfrm>
                <a:off x="11467072" y="5024897"/>
                <a:ext cx="348480" cy="4312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374A7215-1CCF-E648-487C-B0C38F3F3CE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458432" y="5016257"/>
                  <a:ext cx="366120" cy="44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6A27C09-93D3-4AFC-1C35-1DD907299D4C}"/>
                    </a:ext>
                  </a:extLst>
                </p14:cNvPr>
                <p14:cNvContentPartPr/>
                <p14:nvPr/>
              </p14:nvContentPartPr>
              <p14:xfrm>
                <a:off x="11688112" y="4857137"/>
                <a:ext cx="130680" cy="1972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6A27C09-93D3-4AFC-1C35-1DD907299D4C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1679112" y="4848497"/>
                  <a:ext cx="1483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5E4B800-7617-0087-EE08-775CD2F04BA6}"/>
                    </a:ext>
                  </a:extLst>
                </p14:cNvPr>
                <p14:cNvContentPartPr/>
                <p14:nvPr/>
              </p14:nvContentPartPr>
              <p14:xfrm>
                <a:off x="9656992" y="5520977"/>
                <a:ext cx="1277640" cy="7606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5E4B800-7617-0087-EE08-775CD2F04BA6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648352" y="5512337"/>
                  <a:ext cx="129528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18C18FD8-815C-E5E5-8694-F90CAAE44C70}"/>
                    </a:ext>
                  </a:extLst>
                </p14:cNvPr>
                <p14:cNvContentPartPr/>
                <p14:nvPr/>
              </p14:nvContentPartPr>
              <p14:xfrm>
                <a:off x="11132632" y="5978897"/>
                <a:ext cx="369720" cy="4492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18C18FD8-815C-E5E5-8694-F90CAAE44C7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1123992" y="5970257"/>
                  <a:ext cx="387360" cy="46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126DBB4D-AD94-3852-C478-67012F5F16F1}"/>
                    </a:ext>
                  </a:extLst>
                </p14:cNvPr>
                <p14:cNvContentPartPr/>
                <p14:nvPr/>
              </p14:nvContentPartPr>
              <p14:xfrm>
                <a:off x="11456272" y="5774777"/>
                <a:ext cx="60120" cy="2473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126DBB4D-AD94-3852-C478-67012F5F16F1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1447632" y="5766137"/>
                  <a:ext cx="7776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F9A89C7-DB45-20C5-F654-8C3BC7E12631}"/>
                    </a:ext>
                  </a:extLst>
                </p14:cNvPr>
                <p14:cNvContentPartPr/>
                <p14:nvPr/>
              </p14:nvContentPartPr>
              <p14:xfrm>
                <a:off x="8944912" y="5594777"/>
                <a:ext cx="496800" cy="830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F9A89C7-DB45-20C5-F654-8C3BC7E12631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935912" y="5586137"/>
                  <a:ext cx="514440" cy="84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40135ED0-2782-7FED-8318-B7D021677D39}"/>
                    </a:ext>
                  </a:extLst>
                </p14:cNvPr>
                <p14:cNvContentPartPr/>
                <p14:nvPr/>
              </p14:nvContentPartPr>
              <p14:xfrm>
                <a:off x="9665632" y="6304697"/>
                <a:ext cx="261000" cy="40680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40135ED0-2782-7FED-8318-B7D021677D3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656632" y="6295697"/>
                  <a:ext cx="27864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FE3E3A3A-77DA-7BB9-D50D-41A65EFA87F3}"/>
                    </a:ext>
                  </a:extLst>
                </p14:cNvPr>
                <p14:cNvContentPartPr/>
                <p14:nvPr/>
              </p14:nvContentPartPr>
              <p14:xfrm>
                <a:off x="9883792" y="6226217"/>
                <a:ext cx="190440" cy="18756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FE3E3A3A-77DA-7BB9-D50D-41A65EFA87F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875152" y="6217217"/>
                  <a:ext cx="20808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FAC3E9D-63B7-A3C4-31E2-63A66311E75D}"/>
                    </a:ext>
                  </a:extLst>
                </p14:cNvPr>
                <p14:cNvContentPartPr/>
                <p14:nvPr/>
              </p14:nvContentPartPr>
              <p14:xfrm>
                <a:off x="10094392" y="6363017"/>
                <a:ext cx="360" cy="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FAC3E9D-63B7-A3C4-31E2-63A66311E75D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085392" y="635401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C46FFA3-6DAD-AC9B-AC92-6BF1120AD0A6}"/>
                    </a:ext>
                  </a:extLst>
                </p14:cNvPr>
                <p14:cNvContentPartPr/>
                <p14:nvPr/>
              </p14:nvContentPartPr>
              <p14:xfrm>
                <a:off x="11766952" y="5121377"/>
                <a:ext cx="16920" cy="8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C46FFA3-6DAD-AC9B-AC92-6BF1120AD0A6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758312" y="5112737"/>
                  <a:ext cx="34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4BF3A4D-E03D-B718-B288-DCFD40C19CE8}"/>
                    </a:ext>
                  </a:extLst>
                </p14:cNvPr>
                <p14:cNvContentPartPr/>
                <p14:nvPr/>
              </p14:nvContentPartPr>
              <p14:xfrm>
                <a:off x="10334152" y="5247737"/>
                <a:ext cx="12960" cy="1512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4BF3A4D-E03D-B718-B288-DCFD40C19CE8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25512" y="5239097"/>
                  <a:ext cx="306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CA688C-85D7-2735-4CE3-2C429491FC89}"/>
                    </a:ext>
                  </a:extLst>
                </p14:cNvPr>
                <p14:cNvContentPartPr/>
                <p14:nvPr/>
              </p14:nvContentPartPr>
              <p14:xfrm>
                <a:off x="11856232" y="5023817"/>
                <a:ext cx="360" cy="3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0CA688C-85D7-2735-4CE3-2C429491FC89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847592" y="5015177"/>
                  <a:ext cx="180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1F7E80E-3B04-C38D-4FD4-CDDCDE5D4A31}"/>
                    </a:ext>
                  </a:extLst>
                </p14:cNvPr>
                <p14:cNvContentPartPr/>
                <p14:nvPr/>
              </p14:nvContentPartPr>
              <p14:xfrm>
                <a:off x="11528272" y="6063137"/>
                <a:ext cx="8280" cy="7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1F7E80E-3B04-C38D-4FD4-CDDCDE5D4A31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11519272" y="6054497"/>
                  <a:ext cx="259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411C44E4-A4D3-90DD-A494-A2CE1168ACFF}"/>
                    </a:ext>
                  </a:extLst>
                </p14:cNvPr>
                <p14:cNvContentPartPr/>
                <p14:nvPr/>
              </p14:nvContentPartPr>
              <p14:xfrm>
                <a:off x="10136512" y="6422057"/>
                <a:ext cx="16920" cy="4320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411C44E4-A4D3-90DD-A494-A2CE1168ACFF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10127512" y="6413417"/>
                  <a:ext cx="3456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3AC0AD96-EA0F-0CB7-9A2E-28BE7FF689B9}"/>
                    </a:ext>
                  </a:extLst>
                </p14:cNvPr>
                <p14:cNvContentPartPr/>
                <p14:nvPr/>
              </p14:nvContentPartPr>
              <p14:xfrm>
                <a:off x="10466992" y="5427017"/>
                <a:ext cx="10440" cy="61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3AC0AD96-EA0F-0CB7-9A2E-28BE7FF689B9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10457992" y="5418017"/>
                  <a:ext cx="2808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0C6A0939-75B2-6088-3EE2-2CB972E62DA6}"/>
                    </a:ext>
                  </a:extLst>
                </p14:cNvPr>
                <p14:cNvContentPartPr/>
                <p14:nvPr/>
              </p14:nvContentPartPr>
              <p14:xfrm>
                <a:off x="11924992" y="5100857"/>
                <a:ext cx="12240" cy="8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0C6A0939-75B2-6088-3EE2-2CB972E62DA6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11916352" y="5091857"/>
                  <a:ext cx="298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7C7CFCA-2936-AF5B-A864-062C71A9E20A}"/>
                    </a:ext>
                  </a:extLst>
                </p14:cNvPr>
                <p14:cNvContentPartPr/>
                <p14:nvPr/>
              </p14:nvContentPartPr>
              <p14:xfrm>
                <a:off x="8625592" y="2976497"/>
                <a:ext cx="55440" cy="28872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7C7CFCA-2936-AF5B-A864-062C71A9E20A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616952" y="2967497"/>
                  <a:ext cx="7308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5B0DCA4-DB58-EFD9-26C6-3982B4E82C54}"/>
                    </a:ext>
                  </a:extLst>
                </p14:cNvPr>
                <p14:cNvContentPartPr/>
                <p14:nvPr/>
              </p14:nvContentPartPr>
              <p14:xfrm>
                <a:off x="9156592" y="2957417"/>
                <a:ext cx="87480" cy="2685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5B0DCA4-DB58-EFD9-26C6-3982B4E82C54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9147592" y="2948777"/>
                  <a:ext cx="105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ECF954D1-EB77-4C04-7A12-AFD34DA27E8F}"/>
                    </a:ext>
                  </a:extLst>
                </p14:cNvPr>
                <p14:cNvContentPartPr/>
                <p14:nvPr/>
              </p14:nvContentPartPr>
              <p14:xfrm>
                <a:off x="9659152" y="2958497"/>
                <a:ext cx="237960" cy="3110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ECF954D1-EB77-4C04-7A12-AFD34DA27E8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9650152" y="2949497"/>
                  <a:ext cx="255600" cy="32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606916A-EA8F-E4CE-7012-D293CDFC40A8}"/>
                    </a:ext>
                  </a:extLst>
                </p14:cNvPr>
                <p14:cNvContentPartPr/>
                <p14:nvPr/>
              </p14:nvContentPartPr>
              <p14:xfrm>
                <a:off x="9799552" y="3211937"/>
                <a:ext cx="12960" cy="396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606916A-EA8F-E4CE-7012-D293CDFC40A8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9790912" y="3202937"/>
                  <a:ext cx="306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7B754D7A-D2B4-4749-D795-A992CDBF0EDD}"/>
                    </a:ext>
                  </a:extLst>
                </p14:cNvPr>
                <p14:cNvContentPartPr/>
                <p14:nvPr/>
              </p14:nvContentPartPr>
              <p14:xfrm>
                <a:off x="10302472" y="3117617"/>
                <a:ext cx="212760" cy="2232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7B754D7A-D2B4-4749-D795-A992CDBF0ED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10293472" y="3108617"/>
                  <a:ext cx="2304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04FCCB5B-C82F-01C3-5166-313D83D678BF}"/>
                    </a:ext>
                  </a:extLst>
                </p14:cNvPr>
                <p14:cNvContentPartPr/>
                <p14:nvPr/>
              </p14:nvContentPartPr>
              <p14:xfrm>
                <a:off x="10407232" y="3179897"/>
                <a:ext cx="51120" cy="39636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04FCCB5B-C82F-01C3-5166-313D83D678BF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10398592" y="3170897"/>
                  <a:ext cx="6876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BF6B24B8-6F40-4A02-964A-029199FF2DB5}"/>
                    </a:ext>
                  </a:extLst>
                </p14:cNvPr>
                <p14:cNvContentPartPr/>
                <p14:nvPr/>
              </p14:nvContentPartPr>
              <p14:xfrm>
                <a:off x="10529632" y="3396617"/>
                <a:ext cx="25920" cy="3600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BF6B24B8-6F40-4A02-964A-029199FF2DB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520632" y="3387977"/>
                  <a:ext cx="435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6FA4D588-B925-67A5-3E81-89F96E110C2E}"/>
                    </a:ext>
                  </a:extLst>
                </p14:cNvPr>
                <p14:cNvContentPartPr/>
                <p14:nvPr/>
              </p14:nvContentPartPr>
              <p14:xfrm>
                <a:off x="8551792" y="3286817"/>
                <a:ext cx="1409400" cy="2170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6FA4D588-B925-67A5-3E81-89F96E110C2E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8543152" y="3278177"/>
                  <a:ext cx="142704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9109AA34-0D13-267B-2290-05D79BE9D4CE}"/>
                    </a:ext>
                  </a:extLst>
                </p14:cNvPr>
                <p14:cNvContentPartPr/>
                <p14:nvPr/>
              </p14:nvContentPartPr>
              <p14:xfrm>
                <a:off x="8765992" y="3382937"/>
                <a:ext cx="823320" cy="7272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9109AA34-0D13-267B-2290-05D79BE9D4CE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8757352" y="3374297"/>
                  <a:ext cx="840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51F7070B-0476-55E9-76C8-C5AD67278590}"/>
                    </a:ext>
                  </a:extLst>
                </p14:cNvPr>
                <p14:cNvContentPartPr/>
                <p14:nvPr/>
              </p14:nvContentPartPr>
              <p14:xfrm>
                <a:off x="8864272" y="4064057"/>
                <a:ext cx="1392480" cy="3045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51F7070B-0476-55E9-76C8-C5AD67278590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8855632" y="4055057"/>
                  <a:ext cx="1410120" cy="322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43826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48A5141-5162-BD64-F241-5D5AB2FC7E18}"/>
              </a:ext>
            </a:extLst>
          </p:cNvPr>
          <p:cNvGrpSpPr/>
          <p:nvPr/>
        </p:nvGrpSpPr>
        <p:grpSpPr>
          <a:xfrm>
            <a:off x="514432" y="283002"/>
            <a:ext cx="11280960" cy="5645880"/>
            <a:chOff x="514432" y="283002"/>
            <a:chExt cx="11280960" cy="5645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C3F0286-1011-241A-1D7E-F38645AFF1D5}"/>
                    </a:ext>
                  </a:extLst>
                </p14:cNvPr>
                <p14:cNvContentPartPr/>
                <p14:nvPr/>
              </p14:nvContentPartPr>
              <p14:xfrm>
                <a:off x="8229952" y="419802"/>
                <a:ext cx="571320" cy="8035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C3F0286-1011-241A-1D7E-F38645AFF1D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220952" y="410802"/>
                  <a:ext cx="588960" cy="82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8C9664A-DFB2-743F-F28A-F42F63753859}"/>
                    </a:ext>
                  </a:extLst>
                </p14:cNvPr>
                <p14:cNvContentPartPr/>
                <p14:nvPr/>
              </p14:nvContentPartPr>
              <p14:xfrm>
                <a:off x="10348192" y="283002"/>
                <a:ext cx="461520" cy="7455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8C9664A-DFB2-743F-F28A-F42F6375385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39552" y="274362"/>
                  <a:ext cx="479160" cy="76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AC9BA32-8F24-C70D-D4F7-E4989F932335}"/>
                    </a:ext>
                  </a:extLst>
                </p14:cNvPr>
                <p14:cNvContentPartPr/>
                <p14:nvPr/>
              </p14:nvContentPartPr>
              <p14:xfrm>
                <a:off x="10743112" y="1248882"/>
                <a:ext cx="506160" cy="4820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AC9BA32-8F24-C70D-D4F7-E4989F93233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734472" y="1239882"/>
                  <a:ext cx="523800" cy="49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F918336B-FFF7-AE18-5B6B-788EB438BE08}"/>
                    </a:ext>
                  </a:extLst>
                </p14:cNvPr>
                <p14:cNvContentPartPr/>
                <p14:nvPr/>
              </p14:nvContentPartPr>
              <p14:xfrm>
                <a:off x="11337472" y="1594842"/>
                <a:ext cx="269280" cy="3474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F918336B-FFF7-AE18-5B6B-788EB438BE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1328472" y="1585842"/>
                  <a:ext cx="286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2260CFD-29E5-79CE-A4D9-97068D9FC9DB}"/>
                    </a:ext>
                  </a:extLst>
                </p14:cNvPr>
                <p14:cNvContentPartPr/>
                <p14:nvPr/>
              </p14:nvContentPartPr>
              <p14:xfrm>
                <a:off x="11548792" y="1309722"/>
                <a:ext cx="124560" cy="2224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2260CFD-29E5-79CE-A4D9-97068D9FC9D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1540152" y="1300722"/>
                  <a:ext cx="142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D637AC7F-9E3A-23AB-0924-3A2503B730FF}"/>
                    </a:ext>
                  </a:extLst>
                </p14:cNvPr>
                <p14:cNvContentPartPr/>
                <p14:nvPr/>
              </p14:nvContentPartPr>
              <p14:xfrm>
                <a:off x="9261352" y="468042"/>
                <a:ext cx="106560" cy="626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D637AC7F-9E3A-23AB-0924-3A2503B730F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252352" y="459042"/>
                  <a:ext cx="124200" cy="6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4AE15F9-14D4-B223-93B5-442F3EB8F0F1}"/>
                    </a:ext>
                  </a:extLst>
                </p14:cNvPr>
                <p14:cNvContentPartPr/>
                <p14:nvPr/>
              </p14:nvContentPartPr>
              <p14:xfrm>
                <a:off x="9315352" y="1275522"/>
                <a:ext cx="91800" cy="4510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4AE15F9-14D4-B223-93B5-442F3EB8F0F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306352" y="1266882"/>
                  <a:ext cx="109440" cy="46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559BAC1-554F-F635-C127-15FAE0DD09A5}"/>
                    </a:ext>
                  </a:extLst>
                </p14:cNvPr>
                <p14:cNvContentPartPr/>
                <p14:nvPr/>
              </p14:nvContentPartPr>
              <p14:xfrm>
                <a:off x="9483832" y="1821642"/>
                <a:ext cx="406800" cy="4366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559BAC1-554F-F635-C127-15FAE0DD09A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474832" y="1813002"/>
                  <a:ext cx="424440" cy="45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C852527-CB9E-9D9E-2FE7-87E84F8842A5}"/>
                    </a:ext>
                  </a:extLst>
                </p14:cNvPr>
                <p14:cNvContentPartPr/>
                <p14:nvPr/>
              </p14:nvContentPartPr>
              <p14:xfrm>
                <a:off x="9838072" y="1638042"/>
                <a:ext cx="28440" cy="2300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C852527-CB9E-9D9E-2FE7-87E84F8842A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829072" y="1629402"/>
                  <a:ext cx="4608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03E2496-9CB9-F96C-CAD3-5ED505756208}"/>
                    </a:ext>
                  </a:extLst>
                </p14:cNvPr>
                <p14:cNvContentPartPr/>
                <p14:nvPr/>
              </p14:nvContentPartPr>
              <p14:xfrm>
                <a:off x="1133632" y="5358642"/>
                <a:ext cx="662400" cy="137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03E2496-9CB9-F96C-CAD3-5ED5057562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24992" y="5350002"/>
                  <a:ext cx="68004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FC79B36-FDD4-1E1C-E82D-DD28D6F31D08}"/>
                    </a:ext>
                  </a:extLst>
                </p14:cNvPr>
                <p14:cNvContentPartPr/>
                <p14:nvPr/>
              </p14:nvContentPartPr>
              <p14:xfrm>
                <a:off x="1507672" y="5695242"/>
                <a:ext cx="467280" cy="2336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FC79B36-FDD4-1E1C-E82D-DD28D6F31D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498672" y="5686242"/>
                  <a:ext cx="4849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335D5FC-2AED-529A-612F-87456A2ED1E0}"/>
                    </a:ext>
                  </a:extLst>
                </p14:cNvPr>
                <p14:cNvContentPartPr/>
                <p14:nvPr/>
              </p14:nvContentPartPr>
              <p14:xfrm>
                <a:off x="9426952" y="5191242"/>
                <a:ext cx="726840" cy="367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335D5FC-2AED-529A-612F-87456A2ED1E0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418312" y="5182602"/>
                  <a:ext cx="744480" cy="5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B5779D-7492-57B5-2302-0CB71AB15BE0}"/>
                    </a:ext>
                  </a:extLst>
                </p14:cNvPr>
                <p14:cNvContentPartPr/>
                <p14:nvPr/>
              </p14:nvContentPartPr>
              <p14:xfrm>
                <a:off x="9745912" y="5013042"/>
                <a:ext cx="43560" cy="524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B5779D-7492-57B5-2302-0CB71AB15BE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737272" y="5004042"/>
                  <a:ext cx="6120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1A6258-EE50-491E-A693-3995BA715D49}"/>
                    </a:ext>
                  </a:extLst>
                </p14:cNvPr>
                <p14:cNvContentPartPr/>
                <p14:nvPr/>
              </p14:nvContentPartPr>
              <p14:xfrm>
                <a:off x="10549432" y="4857882"/>
                <a:ext cx="455400" cy="5882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1A6258-EE50-491E-A693-3995BA715D4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540432" y="4848882"/>
                  <a:ext cx="47304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C85656E-CC18-766A-EC91-81F27B31ABB0}"/>
                    </a:ext>
                  </a:extLst>
                </p14:cNvPr>
                <p14:cNvContentPartPr/>
                <p14:nvPr/>
              </p14:nvContentPartPr>
              <p14:xfrm>
                <a:off x="9121312" y="3861402"/>
                <a:ext cx="738720" cy="103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C85656E-CC18-766A-EC91-81F27B31ABB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12312" y="3852402"/>
                  <a:ext cx="756360" cy="12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E1DE4B4-D064-E59F-4976-AC91C9173D5C}"/>
                    </a:ext>
                  </a:extLst>
                </p14:cNvPr>
                <p14:cNvContentPartPr/>
                <p14:nvPr/>
              </p14:nvContentPartPr>
              <p14:xfrm>
                <a:off x="9536752" y="3710562"/>
                <a:ext cx="100800" cy="537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E1DE4B4-D064-E59F-4976-AC91C9173D5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528112" y="3701562"/>
                  <a:ext cx="118440" cy="55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22F0595-459A-5FAB-B03E-8887E0899D66}"/>
                    </a:ext>
                  </a:extLst>
                </p14:cNvPr>
                <p14:cNvContentPartPr/>
                <p14:nvPr/>
              </p14:nvContentPartPr>
              <p14:xfrm>
                <a:off x="9969112" y="3470082"/>
                <a:ext cx="418320" cy="482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22F0595-459A-5FAB-B03E-8887E0899D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960112" y="3461082"/>
                  <a:ext cx="435960" cy="50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BA9412D-25EA-F294-531D-7603946C7277}"/>
                    </a:ext>
                  </a:extLst>
                </p14:cNvPr>
                <p14:cNvContentPartPr/>
                <p14:nvPr/>
              </p14:nvContentPartPr>
              <p14:xfrm>
                <a:off x="10631512" y="3569442"/>
                <a:ext cx="262080" cy="2656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BA9412D-25EA-F294-531D-7603946C7277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22872" y="3560802"/>
                  <a:ext cx="2797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7025495-A0B6-32C4-568D-C6FC8D55F822}"/>
                    </a:ext>
                  </a:extLst>
                </p14:cNvPr>
                <p14:cNvContentPartPr/>
                <p14:nvPr/>
              </p14:nvContentPartPr>
              <p14:xfrm>
                <a:off x="10692712" y="3654402"/>
                <a:ext cx="268200" cy="214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7025495-A0B6-32C4-568D-C6FC8D55F82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684072" y="3645402"/>
                  <a:ext cx="28584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7EBA108-2115-60E2-E3C3-318F9BD4192E}"/>
                    </a:ext>
                  </a:extLst>
                </p14:cNvPr>
                <p14:cNvContentPartPr/>
                <p14:nvPr/>
              </p14:nvContentPartPr>
              <p14:xfrm>
                <a:off x="11122192" y="3354162"/>
                <a:ext cx="322200" cy="5101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7EBA108-2115-60E2-E3C3-318F9BD4192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113552" y="3345162"/>
                  <a:ext cx="33984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831903C-7EF3-AC27-1C35-5C8A03E1D35D}"/>
                    </a:ext>
                  </a:extLst>
                </p14:cNvPr>
                <p14:cNvContentPartPr/>
                <p14:nvPr/>
              </p14:nvContentPartPr>
              <p14:xfrm>
                <a:off x="11487592" y="3188202"/>
                <a:ext cx="164880" cy="1800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831903C-7EF3-AC27-1C35-5C8A03E1D3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478952" y="3179202"/>
                  <a:ext cx="18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526A208-244F-330E-9FCA-00C663347C28}"/>
                    </a:ext>
                  </a:extLst>
                </p14:cNvPr>
                <p14:cNvContentPartPr/>
                <p14:nvPr/>
              </p14:nvContentPartPr>
              <p14:xfrm>
                <a:off x="11775952" y="3355962"/>
                <a:ext cx="19440" cy="15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526A208-244F-330E-9FCA-00C663347C2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767312" y="3347322"/>
                  <a:ext cx="370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9A8FD86-CB21-AE04-D6F1-3760D6DC5B38}"/>
                    </a:ext>
                  </a:extLst>
                </p14:cNvPr>
                <p14:cNvContentPartPr/>
                <p14:nvPr/>
              </p14:nvContentPartPr>
              <p14:xfrm>
                <a:off x="11300032" y="3964722"/>
                <a:ext cx="254160" cy="29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9A8FD86-CB21-AE04-D6F1-3760D6DC5B3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291392" y="3955722"/>
                  <a:ext cx="27180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98D1A24-8395-A0B2-6ADD-975E518270CF}"/>
                    </a:ext>
                  </a:extLst>
                </p14:cNvPr>
                <p14:cNvContentPartPr/>
                <p14:nvPr/>
              </p14:nvContentPartPr>
              <p14:xfrm>
                <a:off x="11282752" y="3985242"/>
                <a:ext cx="247320" cy="36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98D1A24-8395-A0B2-6ADD-975E518270C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273752" y="3976602"/>
                  <a:ext cx="2649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8A7EB81-4E58-4757-EAE6-A2E4CB461ECA}"/>
                    </a:ext>
                  </a:extLst>
                </p14:cNvPr>
                <p14:cNvContentPartPr/>
                <p14:nvPr/>
              </p14:nvContentPartPr>
              <p14:xfrm>
                <a:off x="11431432" y="3998922"/>
                <a:ext cx="110160" cy="3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8A7EB81-4E58-4757-EAE6-A2E4CB461EC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1422792" y="3990282"/>
                  <a:ext cx="127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4F7C2FD6-C0EA-5C4F-CA57-0CE3B5327A3F}"/>
                    </a:ext>
                  </a:extLst>
                </p14:cNvPr>
                <p14:cNvContentPartPr/>
                <p14:nvPr/>
              </p14:nvContentPartPr>
              <p14:xfrm>
                <a:off x="11370232" y="4035642"/>
                <a:ext cx="42120" cy="411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4F7C2FD6-C0EA-5C4F-CA57-0CE3B5327A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61592" y="4027002"/>
                  <a:ext cx="59760" cy="42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59477E7-B65E-8599-53B7-6E1F05730FA8}"/>
                    </a:ext>
                  </a:extLst>
                </p14:cNvPr>
                <p14:cNvContentPartPr/>
                <p14:nvPr/>
              </p14:nvContentPartPr>
              <p14:xfrm>
                <a:off x="10106992" y="4312122"/>
                <a:ext cx="267120" cy="151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59477E7-B65E-8599-53B7-6E1F05730F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98352" y="4303482"/>
                  <a:ext cx="284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5FA800A-A925-2815-942E-1C5660ABA4DF}"/>
                    </a:ext>
                  </a:extLst>
                </p14:cNvPr>
                <p14:cNvContentPartPr/>
                <p14:nvPr/>
              </p14:nvContentPartPr>
              <p14:xfrm>
                <a:off x="10262872" y="4376922"/>
                <a:ext cx="185400" cy="817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5FA800A-A925-2815-942E-1C5660ABA4D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253872" y="4367922"/>
                  <a:ext cx="20304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DD2EA68-EEC5-9C84-6D72-FB537DBFB9A6}"/>
                    </a:ext>
                  </a:extLst>
                </p14:cNvPr>
                <p14:cNvContentPartPr/>
                <p14:nvPr/>
              </p14:nvContentPartPr>
              <p14:xfrm>
                <a:off x="9962992" y="4297002"/>
                <a:ext cx="196200" cy="2592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DD2EA68-EEC5-9C84-6D72-FB537DBFB9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53992" y="4288362"/>
                  <a:ext cx="21384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04DEE1-93D6-31DA-040E-BC58CC9D01F6}"/>
                    </a:ext>
                  </a:extLst>
                </p14:cNvPr>
                <p14:cNvContentPartPr/>
                <p14:nvPr/>
              </p14:nvContentPartPr>
              <p14:xfrm>
                <a:off x="11670112" y="3397362"/>
                <a:ext cx="7920" cy="97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04DEE1-93D6-31DA-040E-BC58CC9D01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661472" y="3388362"/>
                  <a:ext cx="25560" cy="2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D7597C0-0184-493B-E169-E38A06DE693B}"/>
                    </a:ext>
                  </a:extLst>
                </p14:cNvPr>
                <p14:cNvContentPartPr/>
                <p14:nvPr/>
              </p14:nvContentPartPr>
              <p14:xfrm>
                <a:off x="5538232" y="5355402"/>
                <a:ext cx="867960" cy="381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D7597C0-0184-493B-E169-E38A06DE693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29232" y="5346402"/>
                  <a:ext cx="885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2DB894A4-DF87-554A-B448-3E5BB1080FCA}"/>
                    </a:ext>
                  </a:extLst>
                </p14:cNvPr>
                <p14:cNvContentPartPr/>
                <p14:nvPr/>
              </p14:nvContentPartPr>
              <p14:xfrm>
                <a:off x="6033232" y="5138322"/>
                <a:ext cx="79920" cy="6364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2DB894A4-DF87-554A-B448-3E5BB1080FC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024232" y="5129322"/>
                  <a:ext cx="97560" cy="65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FE408C-87B6-7956-9C3C-647D9036AF1D}"/>
                    </a:ext>
                  </a:extLst>
                </p14:cNvPr>
                <p14:cNvContentPartPr/>
                <p14:nvPr/>
              </p14:nvContentPartPr>
              <p14:xfrm>
                <a:off x="8234632" y="1395762"/>
                <a:ext cx="174600" cy="709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FE408C-87B6-7956-9C3C-647D9036AF1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225992" y="1387122"/>
                  <a:ext cx="192240" cy="72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562E5C7-DB28-1B5A-FC68-81A0A4CF1DC7}"/>
                    </a:ext>
                  </a:extLst>
                </p14:cNvPr>
                <p14:cNvContentPartPr/>
                <p14:nvPr/>
              </p14:nvContentPartPr>
              <p14:xfrm>
                <a:off x="7918912" y="2524002"/>
                <a:ext cx="407520" cy="498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562E5C7-DB28-1B5A-FC68-81A0A4CF1D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910272" y="2515002"/>
                  <a:ext cx="425160" cy="51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053DA34-73C0-8E17-5720-49C2B2A0A074}"/>
                    </a:ext>
                  </a:extLst>
                </p14:cNvPr>
                <p14:cNvContentPartPr/>
                <p14:nvPr/>
              </p14:nvContentPartPr>
              <p14:xfrm>
                <a:off x="8291872" y="2351922"/>
                <a:ext cx="208080" cy="228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053DA34-73C0-8E17-5720-49C2B2A0A0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283232" y="2342922"/>
                  <a:ext cx="22572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7EF0493-1521-E30E-8D94-2761EF329B28}"/>
                    </a:ext>
                  </a:extLst>
                </p14:cNvPr>
                <p14:cNvContentPartPr/>
                <p14:nvPr/>
              </p14:nvContentPartPr>
              <p14:xfrm>
                <a:off x="2283112" y="499002"/>
                <a:ext cx="707400" cy="8078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7EF0493-1521-E30E-8D94-2761EF329B2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274472" y="490002"/>
                  <a:ext cx="725040" cy="82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A474FDD-C5EE-8928-865A-B120CF4562E8}"/>
                    </a:ext>
                  </a:extLst>
                </p14:cNvPr>
                <p14:cNvContentPartPr/>
                <p14:nvPr/>
              </p14:nvContentPartPr>
              <p14:xfrm>
                <a:off x="1982872" y="379482"/>
                <a:ext cx="164880" cy="23004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A474FDD-C5EE-8928-865A-B120CF4562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974232" y="370482"/>
                  <a:ext cx="182520" cy="231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3D9EEF95-0132-C0D2-E9A7-C276A144B3BF}"/>
                    </a:ext>
                  </a:extLst>
                </p14:cNvPr>
                <p14:cNvContentPartPr/>
                <p14:nvPr/>
              </p14:nvContentPartPr>
              <p14:xfrm>
                <a:off x="3419992" y="404322"/>
                <a:ext cx="496800" cy="25948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3D9EEF95-0132-C0D2-E9A7-C276A144B3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11352" y="395322"/>
                  <a:ext cx="514440" cy="261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F1A4B489-C1B8-2C27-1C94-0B4818BBE5A8}"/>
                    </a:ext>
                  </a:extLst>
                </p14:cNvPr>
                <p14:cNvContentPartPr/>
                <p14:nvPr/>
              </p14:nvContentPartPr>
              <p14:xfrm>
                <a:off x="938152" y="1314402"/>
                <a:ext cx="4026960" cy="5641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F1A4B489-C1B8-2C27-1C94-0B4818BBE5A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9512" y="1305402"/>
                  <a:ext cx="4044600" cy="58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F37EAC9-83F8-4823-82D6-FA306EC5DC6B}"/>
                    </a:ext>
                  </a:extLst>
                </p14:cNvPr>
                <p14:cNvContentPartPr/>
                <p14:nvPr/>
              </p14:nvContentPartPr>
              <p14:xfrm>
                <a:off x="514432" y="979962"/>
                <a:ext cx="576360" cy="554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F37EAC9-83F8-4823-82D6-FA306EC5DC6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5432" y="970962"/>
                  <a:ext cx="59400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839D4E0-CB95-964F-E47D-0F5F2C8453D9}"/>
                    </a:ext>
                  </a:extLst>
                </p14:cNvPr>
                <p14:cNvContentPartPr/>
                <p14:nvPr/>
              </p14:nvContentPartPr>
              <p14:xfrm>
                <a:off x="2663632" y="1884642"/>
                <a:ext cx="16200" cy="531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839D4E0-CB95-964F-E47D-0F5F2C8453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54632" y="1875642"/>
                  <a:ext cx="33840" cy="54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3B3F54A-20DD-EC41-B397-719DF67AA158}"/>
                    </a:ext>
                  </a:extLst>
                </p14:cNvPr>
                <p14:cNvContentPartPr/>
                <p14:nvPr/>
              </p14:nvContentPartPr>
              <p14:xfrm>
                <a:off x="4429432" y="445002"/>
                <a:ext cx="300240" cy="686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3B3F54A-20DD-EC41-B397-719DF67AA15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20432" y="436362"/>
                  <a:ext cx="317880" cy="7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6FB6CAC-BC32-C797-FE18-61F13013A94C}"/>
                    </a:ext>
                  </a:extLst>
                </p14:cNvPr>
                <p14:cNvContentPartPr/>
                <p14:nvPr/>
              </p14:nvContentPartPr>
              <p14:xfrm>
                <a:off x="2521432" y="491082"/>
                <a:ext cx="4176360" cy="2364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6FB6CAC-BC32-C797-FE18-61F13013A94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512792" y="482082"/>
                  <a:ext cx="4194000" cy="238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DAC210B-A51C-D965-B17C-E756725521EC}"/>
                    </a:ext>
                  </a:extLst>
                </p14:cNvPr>
                <p14:cNvContentPartPr/>
                <p14:nvPr/>
              </p14:nvContentPartPr>
              <p14:xfrm>
                <a:off x="5918392" y="465882"/>
                <a:ext cx="563040" cy="536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DAC210B-A51C-D965-B17C-E756725521E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5909392" y="456882"/>
                  <a:ext cx="5806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7F9F0C7-1828-A954-B02E-79B7944AD1A8}"/>
                    </a:ext>
                  </a:extLst>
                </p14:cNvPr>
                <p14:cNvContentPartPr/>
                <p14:nvPr/>
              </p14:nvContentPartPr>
              <p14:xfrm>
                <a:off x="6571432" y="445002"/>
                <a:ext cx="446760" cy="4183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7F9F0C7-1828-A954-B02E-79B7944AD1A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62792" y="436362"/>
                  <a:ext cx="4644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C65958B-4370-1C25-E498-EF6EC49B88AC}"/>
                    </a:ext>
                  </a:extLst>
                </p14:cNvPr>
                <p14:cNvContentPartPr/>
                <p14:nvPr/>
              </p14:nvContentPartPr>
              <p14:xfrm>
                <a:off x="3053872" y="2546322"/>
                <a:ext cx="32400" cy="12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C65958B-4370-1C25-E498-EF6EC49B88AC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3045232" y="2537682"/>
                  <a:ext cx="500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A12FDD-CEC3-F2E0-DA0E-8D84A423EE00}"/>
                    </a:ext>
                  </a:extLst>
                </p14:cNvPr>
                <p14:cNvContentPartPr/>
                <p14:nvPr/>
              </p14:nvContentPartPr>
              <p14:xfrm>
                <a:off x="6914872" y="883842"/>
                <a:ext cx="11880" cy="7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A12FDD-CEC3-F2E0-DA0E-8D84A423EE0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05872" y="874842"/>
                  <a:ext cx="2952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46A3946D-A0D3-511E-6BC9-FDBCB0D2BA71}"/>
                    </a:ext>
                  </a:extLst>
                </p14:cNvPr>
                <p14:cNvContentPartPr/>
                <p14:nvPr/>
              </p14:nvContentPartPr>
              <p14:xfrm>
                <a:off x="6247432" y="867642"/>
                <a:ext cx="758160" cy="151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46A3946D-A0D3-511E-6BC9-FDBCB0D2BA7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238792" y="858642"/>
                  <a:ext cx="77580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AFDEF8-7CE4-45CA-0152-F86238D88ED9}"/>
                    </a:ext>
                  </a:extLst>
                </p14:cNvPr>
                <p14:cNvContentPartPr/>
                <p14:nvPr/>
              </p14:nvContentPartPr>
              <p14:xfrm>
                <a:off x="6655672" y="802122"/>
                <a:ext cx="353880" cy="48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AFDEF8-7CE4-45CA-0152-F86238D88ED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647032" y="793482"/>
                  <a:ext cx="3715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4726F8A-242F-987B-6A60-08A19E115E0E}"/>
                    </a:ext>
                  </a:extLst>
                </p14:cNvPr>
                <p14:cNvContentPartPr/>
                <p14:nvPr/>
              </p14:nvContentPartPr>
              <p14:xfrm>
                <a:off x="6937912" y="844602"/>
                <a:ext cx="180360" cy="82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4726F8A-242F-987B-6A60-08A19E115E0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928912" y="835962"/>
                  <a:ext cx="19800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0F7061C-FA52-1410-1F73-AC3DF87B7052}"/>
                    </a:ext>
                  </a:extLst>
                </p14:cNvPr>
                <p14:cNvContentPartPr/>
                <p14:nvPr/>
              </p14:nvContentPartPr>
              <p14:xfrm>
                <a:off x="1390312" y="4072362"/>
                <a:ext cx="338400" cy="658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0F7061C-FA52-1410-1F73-AC3DF87B7052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381312" y="4063722"/>
                  <a:ext cx="35604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8ECD661-0B60-ADCB-5F0F-29F80B73AFB5}"/>
                    </a:ext>
                  </a:extLst>
                </p14:cNvPr>
                <p14:cNvContentPartPr/>
                <p14:nvPr/>
              </p14:nvContentPartPr>
              <p14:xfrm>
                <a:off x="1433512" y="4483482"/>
                <a:ext cx="371520" cy="86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8ECD661-0B60-ADCB-5F0F-29F80B73AFB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424872" y="4474842"/>
                  <a:ext cx="38916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3713486-E5BB-6558-D415-B5626893E0FD}"/>
                    </a:ext>
                  </a:extLst>
                </p14:cNvPr>
                <p14:cNvContentPartPr/>
                <p14:nvPr/>
              </p14:nvContentPartPr>
              <p14:xfrm>
                <a:off x="8511112" y="1128282"/>
                <a:ext cx="12960" cy="25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3713486-E5BB-6558-D415-B5626893E0F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502112" y="1119282"/>
                  <a:ext cx="3060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E29A26-F0EE-0A3B-B85E-CE71A4C2805A}"/>
                    </a:ext>
                  </a:extLst>
                </p14:cNvPr>
                <p14:cNvContentPartPr/>
                <p14:nvPr/>
              </p14:nvContentPartPr>
              <p14:xfrm>
                <a:off x="2837872" y="3802722"/>
                <a:ext cx="365400" cy="527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E29A26-F0EE-0A3B-B85E-CE71A4C2805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29232" y="3794082"/>
                  <a:ext cx="38304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3B35F7-9558-3827-7C8A-A0F85E2F4694}"/>
                    </a:ext>
                  </a:extLst>
                </p14:cNvPr>
                <p14:cNvContentPartPr/>
                <p14:nvPr/>
              </p14:nvContentPartPr>
              <p14:xfrm>
                <a:off x="3383272" y="3913962"/>
                <a:ext cx="277200" cy="2001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3B35F7-9558-3827-7C8A-A0F85E2F469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374272" y="3905322"/>
                  <a:ext cx="29484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76D37D-8B5B-54A9-8FC2-A5102AB52F7D}"/>
                    </a:ext>
                  </a:extLst>
                </p14:cNvPr>
                <p14:cNvContentPartPr/>
                <p14:nvPr/>
              </p14:nvContentPartPr>
              <p14:xfrm>
                <a:off x="3333232" y="3913242"/>
                <a:ext cx="274680" cy="2793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76D37D-8B5B-54A9-8FC2-A5102AB52F7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324592" y="3904242"/>
                  <a:ext cx="29232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5076C46-5C67-2711-1E25-543E52F96A98}"/>
                    </a:ext>
                  </a:extLst>
                </p14:cNvPr>
                <p14:cNvContentPartPr/>
                <p14:nvPr/>
              </p14:nvContentPartPr>
              <p14:xfrm>
                <a:off x="3942712" y="3795522"/>
                <a:ext cx="414360" cy="457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5076C46-5C67-2711-1E25-543E52F96A9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933712" y="3786882"/>
                  <a:ext cx="43200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99CEC1E-73D8-494C-32F3-DD87DCD6660C}"/>
                    </a:ext>
                  </a:extLst>
                </p14:cNvPr>
                <p14:cNvContentPartPr/>
                <p14:nvPr/>
              </p14:nvContentPartPr>
              <p14:xfrm>
                <a:off x="4222792" y="3487002"/>
                <a:ext cx="309240" cy="2779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99CEC1E-73D8-494C-32F3-DD87DCD6660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213792" y="3478002"/>
                  <a:ext cx="32688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B9F4948-F3CD-111A-4B1C-2FC09E6319E8}"/>
                    </a:ext>
                  </a:extLst>
                </p14:cNvPr>
                <p14:cNvContentPartPr/>
                <p14:nvPr/>
              </p14:nvContentPartPr>
              <p14:xfrm>
                <a:off x="5001112" y="3946362"/>
                <a:ext cx="938880" cy="38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B9F4948-F3CD-111A-4B1C-2FC09E6319E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992112" y="3937722"/>
                  <a:ext cx="95652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C98AC0-444D-288E-AF0B-9F6E8ABB64E6}"/>
                    </a:ext>
                  </a:extLst>
                </p14:cNvPr>
                <p14:cNvContentPartPr/>
                <p14:nvPr/>
              </p14:nvContentPartPr>
              <p14:xfrm>
                <a:off x="5473072" y="3818922"/>
                <a:ext cx="74520" cy="544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C98AC0-444D-288E-AF0B-9F6E8ABB64E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464072" y="3809922"/>
                  <a:ext cx="92160" cy="56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1A78D7F4-285D-DA0B-0E9F-8D886E436AD1}"/>
                    </a:ext>
                  </a:extLst>
                </p14:cNvPr>
                <p14:cNvContentPartPr/>
                <p14:nvPr/>
              </p14:nvContentPartPr>
              <p14:xfrm>
                <a:off x="6526792" y="3698322"/>
                <a:ext cx="33480" cy="4827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1A78D7F4-285D-DA0B-0E9F-8D886E436AD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518152" y="3689322"/>
                  <a:ext cx="51120" cy="50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B2E24D5E-97D3-546B-0CB3-431A3A801266}"/>
                    </a:ext>
                  </a:extLst>
                </p14:cNvPr>
                <p14:cNvContentPartPr/>
                <p14:nvPr/>
              </p14:nvContentPartPr>
              <p14:xfrm>
                <a:off x="6919912" y="3798042"/>
                <a:ext cx="425160" cy="3081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B2E24D5E-97D3-546B-0CB3-431A3A80126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11272" y="3789402"/>
                  <a:ext cx="442800" cy="32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CA73C8-0605-D616-811E-5D631212B83F}"/>
                    </a:ext>
                  </a:extLst>
                </p14:cNvPr>
                <p14:cNvContentPartPr/>
                <p14:nvPr/>
              </p14:nvContentPartPr>
              <p14:xfrm>
                <a:off x="6953032" y="3884082"/>
                <a:ext cx="380520" cy="3312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CA73C8-0605-D616-811E-5D631212B83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944392" y="3875442"/>
                  <a:ext cx="398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93CA576-754D-E713-D50C-4AF90A08E4C1}"/>
                    </a:ext>
                  </a:extLst>
                </p14:cNvPr>
                <p14:cNvContentPartPr/>
                <p14:nvPr/>
              </p14:nvContentPartPr>
              <p14:xfrm>
                <a:off x="7655392" y="3754122"/>
                <a:ext cx="469440" cy="551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93CA576-754D-E713-D50C-4AF90A08E4C1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646392" y="3745482"/>
                  <a:ext cx="48708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EE56945-C379-A7EB-1A66-E442D86F77E7}"/>
                    </a:ext>
                  </a:extLst>
                </p14:cNvPr>
                <p14:cNvContentPartPr/>
                <p14:nvPr/>
              </p14:nvContentPartPr>
              <p14:xfrm>
                <a:off x="8103952" y="3548922"/>
                <a:ext cx="70200" cy="344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EE56945-C379-A7EB-1A66-E442D86F77E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095312" y="3540282"/>
                  <a:ext cx="8784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055775D-13B1-C4C6-A997-8C4C94B82165}"/>
                    </a:ext>
                  </a:extLst>
                </p14:cNvPr>
                <p14:cNvContentPartPr/>
                <p14:nvPr/>
              </p14:nvContentPartPr>
              <p14:xfrm>
                <a:off x="5075632" y="2479362"/>
                <a:ext cx="518760" cy="459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055775D-13B1-C4C6-A997-8C4C94B821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066992" y="2470722"/>
                  <a:ext cx="5364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2C904AC-17E3-9037-8D03-04A60717F4C5}"/>
                    </a:ext>
                  </a:extLst>
                </p14:cNvPr>
                <p14:cNvContentPartPr/>
                <p14:nvPr/>
              </p14:nvContentPartPr>
              <p14:xfrm>
                <a:off x="5641552" y="2307642"/>
                <a:ext cx="171000" cy="187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2C904AC-17E3-9037-8D03-04A60717F4C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32912" y="2298642"/>
                  <a:ext cx="1886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6065B8C-FD8E-D906-46C3-4F51ECBE4526}"/>
                    </a:ext>
                  </a:extLst>
                </p14:cNvPr>
                <p14:cNvContentPartPr/>
                <p14:nvPr/>
              </p14:nvContentPartPr>
              <p14:xfrm>
                <a:off x="6019192" y="2496282"/>
                <a:ext cx="161280" cy="25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6065B8C-FD8E-D906-46C3-4F51ECBE452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010192" y="2487282"/>
                  <a:ext cx="1789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7A294D96-9659-77B9-255E-F141351981F5}"/>
                    </a:ext>
                  </a:extLst>
                </p14:cNvPr>
                <p14:cNvContentPartPr/>
                <p14:nvPr/>
              </p14:nvContentPartPr>
              <p14:xfrm>
                <a:off x="6101992" y="2677362"/>
                <a:ext cx="164880" cy="543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7A294D96-9659-77B9-255E-F141351981F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93352" y="2668362"/>
                  <a:ext cx="182520" cy="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35DC501-2CE0-30A3-173A-5BBB15B98AF9}"/>
                    </a:ext>
                  </a:extLst>
                </p14:cNvPr>
                <p14:cNvContentPartPr/>
                <p14:nvPr/>
              </p14:nvContentPartPr>
              <p14:xfrm>
                <a:off x="6514192" y="2312322"/>
                <a:ext cx="64080" cy="40104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35DC501-2CE0-30A3-173A-5BBB15B98AF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505192" y="2303322"/>
                  <a:ext cx="81720" cy="41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9FB8914-0103-FC0C-B659-F20478B71F7E}"/>
                    </a:ext>
                  </a:extLst>
                </p14:cNvPr>
                <p14:cNvContentPartPr/>
                <p14:nvPr/>
              </p14:nvContentPartPr>
              <p14:xfrm>
                <a:off x="6293872" y="2119722"/>
                <a:ext cx="557280" cy="7552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9FB8914-0103-FC0C-B659-F20478B71F7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284872" y="2110722"/>
                  <a:ext cx="574920" cy="77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7A41D89-16BF-18E9-2CD7-449AEA347047}"/>
                    </a:ext>
                  </a:extLst>
                </p14:cNvPr>
                <p14:cNvContentPartPr/>
                <p14:nvPr/>
              </p14:nvContentPartPr>
              <p14:xfrm>
                <a:off x="6680152" y="2662602"/>
                <a:ext cx="6840" cy="176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7A41D89-16BF-18E9-2CD7-449AEA34704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671152" y="2653602"/>
                  <a:ext cx="244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3248368-5A31-B6B9-2E49-7655BF8F10B2}"/>
                    </a:ext>
                  </a:extLst>
                </p14:cNvPr>
                <p14:cNvContentPartPr/>
                <p14:nvPr/>
              </p14:nvContentPartPr>
              <p14:xfrm>
                <a:off x="6761872" y="2836122"/>
                <a:ext cx="31320" cy="24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3248368-5A31-B6B9-2E49-7655BF8F10B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752872" y="2827482"/>
                  <a:ext cx="48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1F306F-F430-42B8-8F70-EA3E369FA517}"/>
                    </a:ext>
                  </a:extLst>
                </p14:cNvPr>
                <p14:cNvContentPartPr/>
                <p14:nvPr/>
              </p14:nvContentPartPr>
              <p14:xfrm>
                <a:off x="6903712" y="2508522"/>
                <a:ext cx="39240" cy="1357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1F306F-F430-42B8-8F70-EA3E369FA51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895072" y="2499882"/>
                  <a:ext cx="568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47D627FA-9CA4-C1BD-DBFF-A2FD02295F76}"/>
                    </a:ext>
                  </a:extLst>
                </p14:cNvPr>
                <p14:cNvContentPartPr/>
                <p14:nvPr/>
              </p14:nvContentPartPr>
              <p14:xfrm>
                <a:off x="6927472" y="2724522"/>
                <a:ext cx="33480" cy="92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47D627FA-9CA4-C1BD-DBFF-A2FD02295F76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18832" y="2715522"/>
                  <a:ext cx="51120" cy="1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071B09-7130-05E4-0822-C31E438DDF35}"/>
                    </a:ext>
                  </a:extLst>
                </p14:cNvPr>
                <p14:cNvContentPartPr/>
                <p14:nvPr/>
              </p14:nvContentPartPr>
              <p14:xfrm>
                <a:off x="4773952" y="2328162"/>
                <a:ext cx="248040" cy="75024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071B09-7130-05E4-0822-C31E438DDF35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64952" y="2319522"/>
                  <a:ext cx="2656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7676058C-601A-DC2D-4AEB-2EF9EDE3E22B}"/>
                    </a:ext>
                  </a:extLst>
                </p14:cNvPr>
                <p14:cNvContentPartPr/>
                <p14:nvPr/>
              </p14:nvContentPartPr>
              <p14:xfrm>
                <a:off x="4749112" y="1790682"/>
                <a:ext cx="2760840" cy="17895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7676058C-601A-DC2D-4AEB-2EF9EDE3E22B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740112" y="1782042"/>
                  <a:ext cx="2778480" cy="180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12BD858-497D-D203-499B-FB60C53BA619}"/>
                    </a:ext>
                  </a:extLst>
                </p14:cNvPr>
                <p14:cNvContentPartPr/>
                <p14:nvPr/>
              </p14:nvContentPartPr>
              <p14:xfrm>
                <a:off x="4912912" y="3207282"/>
                <a:ext cx="2598120" cy="177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12BD858-497D-D203-499B-FB60C53BA61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04272" y="3198642"/>
                  <a:ext cx="261576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8A5FF80B-A3B9-85CD-249C-846028F14D62}"/>
                    </a:ext>
                  </a:extLst>
                </p14:cNvPr>
                <p14:cNvContentPartPr/>
                <p14:nvPr/>
              </p14:nvContentPartPr>
              <p14:xfrm>
                <a:off x="4880872" y="3009282"/>
                <a:ext cx="47520" cy="19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8A5FF80B-A3B9-85CD-249C-846028F14D6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872232" y="3000282"/>
                  <a:ext cx="65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548827F9-8059-9BFE-F0B6-9B61649F0FE9}"/>
                    </a:ext>
                  </a:extLst>
                </p14:cNvPr>
                <p14:cNvContentPartPr/>
                <p14:nvPr/>
              </p14:nvContentPartPr>
              <p14:xfrm>
                <a:off x="6580792" y="4395282"/>
                <a:ext cx="20520" cy="198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548827F9-8059-9BFE-F0B6-9B61649F0FE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572152" y="4386282"/>
                  <a:ext cx="381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330232F-EAAB-9725-32A0-0CB1AF4FD4E1}"/>
                    </a:ext>
                  </a:extLst>
                </p14:cNvPr>
                <p14:cNvContentPartPr/>
                <p14:nvPr/>
              </p14:nvContentPartPr>
              <p14:xfrm>
                <a:off x="8009632" y="4322202"/>
                <a:ext cx="12240" cy="370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330232F-EAAB-9725-32A0-0CB1AF4FD4E1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8000992" y="4313202"/>
                  <a:ext cx="298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B096A46-C6F4-170C-16D9-2276A4658F92}"/>
                    </a:ext>
                  </a:extLst>
                </p14:cNvPr>
                <p14:cNvContentPartPr/>
                <p14:nvPr/>
              </p14:nvContentPartPr>
              <p14:xfrm>
                <a:off x="7713352" y="4369002"/>
                <a:ext cx="10440" cy="165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B096A46-C6F4-170C-16D9-2276A4658F9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04712" y="4360002"/>
                  <a:ext cx="280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5CA30D8F-AA3C-8EBD-90BF-9E554D0FF47B}"/>
                    </a:ext>
                  </a:extLst>
                </p14:cNvPr>
                <p14:cNvContentPartPr/>
                <p14:nvPr/>
              </p14:nvContentPartPr>
              <p14:xfrm>
                <a:off x="8295832" y="3608682"/>
                <a:ext cx="12600" cy="198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5CA30D8F-AA3C-8EBD-90BF-9E554D0FF47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87192" y="3599682"/>
                  <a:ext cx="302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53D104B-8FE2-ADB4-2341-6410387ADF67}"/>
                    </a:ext>
                  </a:extLst>
                </p14:cNvPr>
                <p14:cNvContentPartPr/>
                <p14:nvPr/>
              </p14:nvContentPartPr>
              <p14:xfrm>
                <a:off x="6458032" y="4150482"/>
                <a:ext cx="12960" cy="129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53D104B-8FE2-ADB4-2341-6410387ADF6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449392" y="4141842"/>
                  <a:ext cx="306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8E0F40B-F45F-C9D5-C6C6-C7C6CEC27359}"/>
                    </a:ext>
                  </a:extLst>
                </p14:cNvPr>
                <p14:cNvContentPartPr/>
                <p14:nvPr/>
              </p14:nvContentPartPr>
              <p14:xfrm>
                <a:off x="8504632" y="4261002"/>
                <a:ext cx="30960" cy="28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8E0F40B-F45F-C9D5-C6C6-C7C6CEC2735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8495632" y="4252002"/>
                  <a:ext cx="4860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0DDF21C-AE21-FF4E-2A0F-2DCE0987F434}"/>
                    </a:ext>
                  </a:extLst>
                </p14:cNvPr>
                <p14:cNvContentPartPr/>
                <p14:nvPr/>
              </p14:nvContentPartPr>
              <p14:xfrm>
                <a:off x="8214832" y="3505362"/>
                <a:ext cx="36000" cy="2448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0DDF21C-AE21-FF4E-2A0F-2DCE0987F434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206192" y="3496362"/>
                  <a:ext cx="536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386EF80-0FCD-E9B3-3AF7-F9E413C93B24}"/>
                    </a:ext>
                  </a:extLst>
                </p14:cNvPr>
                <p14:cNvContentPartPr/>
                <p14:nvPr/>
              </p14:nvContentPartPr>
              <p14:xfrm>
                <a:off x="7161472" y="4857162"/>
                <a:ext cx="724680" cy="6753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386EF80-0FCD-E9B3-3AF7-F9E413C93B2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152472" y="4848162"/>
                  <a:ext cx="742320" cy="69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D056BFE-D8E6-E032-471F-3D5587708B45}"/>
                    </a:ext>
                  </a:extLst>
                </p14:cNvPr>
                <p14:cNvContentPartPr/>
                <p14:nvPr/>
              </p14:nvContentPartPr>
              <p14:xfrm>
                <a:off x="7441912" y="5264682"/>
                <a:ext cx="5400" cy="1980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D056BFE-D8E6-E032-471F-3D5587708B45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432912" y="5255682"/>
                  <a:ext cx="23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2EF5E0F0-3E3F-0F77-B692-DA5BE28023DF}"/>
                    </a:ext>
                  </a:extLst>
                </p14:cNvPr>
                <p14:cNvContentPartPr/>
                <p14:nvPr/>
              </p14:nvContentPartPr>
              <p14:xfrm>
                <a:off x="3004192" y="4280442"/>
                <a:ext cx="314280" cy="6336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2EF5E0F0-3E3F-0F77-B692-DA5BE28023D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995192" y="4271442"/>
                  <a:ext cx="33192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58806BB-6758-FF01-0981-2A89FA4BAC9C}"/>
                    </a:ext>
                  </a:extLst>
                </p14:cNvPr>
                <p14:cNvContentPartPr/>
                <p14:nvPr/>
              </p14:nvContentPartPr>
              <p14:xfrm>
                <a:off x="3553912" y="2983362"/>
                <a:ext cx="1555200" cy="17751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58806BB-6758-FF01-0981-2A89FA4BAC9C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544912" y="2974722"/>
                  <a:ext cx="1572840" cy="179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C6306525-03CC-8809-8315-33D623AD52FC}"/>
                  </a:ext>
                </a:extLst>
              </p14:cNvPr>
              <p14:cNvContentPartPr/>
              <p14:nvPr/>
            </p14:nvContentPartPr>
            <p14:xfrm>
              <a:off x="6103432" y="6157842"/>
              <a:ext cx="415080" cy="763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C6306525-03CC-8809-8315-33D623AD52FC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6094432" y="6149202"/>
                <a:ext cx="43272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C4846CFC-CF0F-9F7F-E199-A3C8CDE62FFD}"/>
                  </a:ext>
                </a:extLst>
              </p14:cNvPr>
              <p14:cNvContentPartPr/>
              <p14:nvPr/>
            </p14:nvContentPartPr>
            <p14:xfrm>
              <a:off x="6276952" y="6524322"/>
              <a:ext cx="501840" cy="10260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C4846CFC-CF0F-9F7F-E199-A3C8CDE62FFD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6267952" y="6515322"/>
                <a:ext cx="519480" cy="120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7" name="Group 126">
            <a:extLst>
              <a:ext uri="{FF2B5EF4-FFF2-40B4-BE49-F238E27FC236}">
                <a16:creationId xmlns:a16="http://schemas.microsoft.com/office/drawing/2014/main" id="{3C15892F-7835-8E20-B641-5699FEE6E41E}"/>
              </a:ext>
            </a:extLst>
          </p:cNvPr>
          <p:cNvGrpSpPr/>
          <p:nvPr/>
        </p:nvGrpSpPr>
        <p:grpSpPr>
          <a:xfrm>
            <a:off x="3838672" y="4952202"/>
            <a:ext cx="784080" cy="1032840"/>
            <a:chOff x="3838672" y="4952202"/>
            <a:chExt cx="784080" cy="1032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0F0747E-5960-2655-BC2C-73813C179BCC}"/>
                    </a:ext>
                  </a:extLst>
                </p14:cNvPr>
                <p14:cNvContentPartPr/>
                <p14:nvPr/>
              </p14:nvContentPartPr>
              <p14:xfrm>
                <a:off x="3838672" y="4952202"/>
                <a:ext cx="784080" cy="8964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0F0747E-5960-2655-BC2C-73813C179BC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3829672" y="4943562"/>
                  <a:ext cx="801720" cy="91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99AB060-87A6-B6C0-CE59-CCA08D0053DF}"/>
                    </a:ext>
                  </a:extLst>
                </p14:cNvPr>
                <p14:cNvContentPartPr/>
                <p14:nvPr/>
              </p14:nvContentPartPr>
              <p14:xfrm>
                <a:off x="4260952" y="5976402"/>
                <a:ext cx="83160" cy="86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99AB060-87A6-B6C0-CE59-CCA08D0053D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251952" y="5967762"/>
                  <a:ext cx="100800" cy="26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1DFBA6D-99D3-C01F-7F3C-E2006374BE7B}"/>
                  </a:ext>
                </a:extLst>
              </p14:cNvPr>
              <p14:cNvContentPartPr/>
              <p14:nvPr/>
            </p14:nvContentPartPr>
            <p14:xfrm>
              <a:off x="10391752" y="5487162"/>
              <a:ext cx="124200" cy="17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1DFBA6D-99D3-C01F-7F3C-E2006374BE7B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382752" y="5478522"/>
                <a:ext cx="141840" cy="352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0" name="Group 129">
            <a:extLst>
              <a:ext uri="{FF2B5EF4-FFF2-40B4-BE49-F238E27FC236}">
                <a16:creationId xmlns:a16="http://schemas.microsoft.com/office/drawing/2014/main" id="{FA79A7D6-78C9-4D86-D85C-094A88FF8B0A}"/>
              </a:ext>
            </a:extLst>
          </p:cNvPr>
          <p:cNvGrpSpPr/>
          <p:nvPr/>
        </p:nvGrpSpPr>
        <p:grpSpPr>
          <a:xfrm>
            <a:off x="7370272" y="5835282"/>
            <a:ext cx="1018800" cy="726480"/>
            <a:chOff x="7370272" y="5835282"/>
            <a:chExt cx="101880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B9D282B-D39D-73C3-D2C8-A9FBCA464388}"/>
                    </a:ext>
                  </a:extLst>
                </p14:cNvPr>
                <p14:cNvContentPartPr/>
                <p14:nvPr/>
              </p14:nvContentPartPr>
              <p14:xfrm>
                <a:off x="7383232" y="5835282"/>
                <a:ext cx="55080" cy="2268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B9D282B-D39D-73C3-D2C8-A9FBCA46438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374232" y="5826282"/>
                  <a:ext cx="7272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C04119E-6C73-3619-1839-696CB8BBF42E}"/>
                    </a:ext>
                  </a:extLst>
                </p14:cNvPr>
                <p14:cNvContentPartPr/>
                <p14:nvPr/>
              </p14:nvContentPartPr>
              <p14:xfrm>
                <a:off x="7370272" y="5872722"/>
                <a:ext cx="762120" cy="68904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C04119E-6C73-3619-1839-696CB8BBF42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7361272" y="5863722"/>
                  <a:ext cx="779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3B847D93-F0D4-0E51-2132-95EE7A2B820C}"/>
                    </a:ext>
                  </a:extLst>
                </p14:cNvPr>
                <p14:cNvContentPartPr/>
                <p14:nvPr/>
              </p14:nvContentPartPr>
              <p14:xfrm>
                <a:off x="8359192" y="6238122"/>
                <a:ext cx="29880" cy="20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3B847D93-F0D4-0E51-2132-95EE7A2B820C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350192" y="6229482"/>
                  <a:ext cx="47520" cy="3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961177C4-811E-B3E2-5304-51A0723B8F58}"/>
                  </a:ext>
                </a:extLst>
              </p14:cNvPr>
              <p14:cNvContentPartPr/>
              <p14:nvPr/>
            </p14:nvContentPartPr>
            <p14:xfrm>
              <a:off x="9018712" y="6165402"/>
              <a:ext cx="277200" cy="2736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961177C4-811E-B3E2-5304-51A0723B8F58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9010072" y="6156402"/>
                <a:ext cx="29484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5ABD387D-25A7-456D-85AD-C86B6E14A030}"/>
                  </a:ext>
                </a:extLst>
              </p14:cNvPr>
              <p14:cNvContentPartPr/>
              <p14:nvPr/>
            </p14:nvContentPartPr>
            <p14:xfrm>
              <a:off x="9133552" y="6374922"/>
              <a:ext cx="281160" cy="2448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5ABD387D-25A7-456D-85AD-C86B6E14A030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9124912" y="6366282"/>
                <a:ext cx="298800" cy="42120"/>
              </a:xfrm>
              <a:prstGeom prst="rect">
                <a:avLst/>
              </a:prstGeom>
            </p:spPr>
          </p:pic>
        </mc:Fallback>
      </mc:AlternateContent>
      <p:grpSp>
        <p:nvGrpSpPr>
          <p:cNvPr id="140" name="Group 139">
            <a:extLst>
              <a:ext uri="{FF2B5EF4-FFF2-40B4-BE49-F238E27FC236}">
                <a16:creationId xmlns:a16="http://schemas.microsoft.com/office/drawing/2014/main" id="{28E577D8-A3CB-AD3A-C846-CE93BA74777C}"/>
              </a:ext>
            </a:extLst>
          </p:cNvPr>
          <p:cNvGrpSpPr/>
          <p:nvPr/>
        </p:nvGrpSpPr>
        <p:grpSpPr>
          <a:xfrm>
            <a:off x="9830152" y="5901522"/>
            <a:ext cx="1531440" cy="665640"/>
            <a:chOff x="9830152" y="5901522"/>
            <a:chExt cx="1531440" cy="665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9E91A5CC-400F-9994-9057-A88875029056}"/>
                    </a:ext>
                  </a:extLst>
                </p14:cNvPr>
                <p14:cNvContentPartPr/>
                <p14:nvPr/>
              </p14:nvContentPartPr>
              <p14:xfrm>
                <a:off x="9830152" y="5956602"/>
                <a:ext cx="271800" cy="45828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9E91A5CC-400F-9994-9057-A8887502905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821152" y="5947602"/>
                  <a:ext cx="289440" cy="47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C87E21ED-F279-0570-E3C3-1371E59F1963}"/>
                    </a:ext>
                  </a:extLst>
                </p14:cNvPr>
                <p14:cNvContentPartPr/>
                <p14:nvPr/>
              </p14:nvContentPartPr>
              <p14:xfrm>
                <a:off x="10283032" y="5946162"/>
                <a:ext cx="322200" cy="3985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C87E21ED-F279-0570-E3C3-1371E59F196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274032" y="5937162"/>
                  <a:ext cx="339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F7ACCD4-40EB-ABE4-3A0F-A6D4AF459379}"/>
                    </a:ext>
                  </a:extLst>
                </p14:cNvPr>
                <p14:cNvContentPartPr/>
                <p14:nvPr/>
              </p14:nvContentPartPr>
              <p14:xfrm>
                <a:off x="10445392" y="6048762"/>
                <a:ext cx="61560" cy="45504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F7ACCD4-40EB-ABE4-3A0F-A6D4AF459379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36392" y="6040122"/>
                  <a:ext cx="79200" cy="47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ADF7E36-AF33-A5F3-C67D-6E1B776F8067}"/>
                    </a:ext>
                  </a:extLst>
                </p14:cNvPr>
                <p14:cNvContentPartPr/>
                <p14:nvPr/>
              </p14:nvContentPartPr>
              <p14:xfrm>
                <a:off x="10776952" y="5901522"/>
                <a:ext cx="468360" cy="552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ADF7E36-AF33-A5F3-C67D-6E1B776F806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68312" y="5892882"/>
                  <a:ext cx="48600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3CBD9032-782A-F9F4-1686-425F0E5F46C9}"/>
                    </a:ext>
                  </a:extLst>
                </p14:cNvPr>
                <p14:cNvContentPartPr/>
                <p14:nvPr/>
              </p14:nvContentPartPr>
              <p14:xfrm>
                <a:off x="10036792" y="6536922"/>
                <a:ext cx="1324800" cy="3024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3CBD9032-782A-F9F4-1686-425F0E5F46C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028152" y="6527922"/>
                  <a:ext cx="1342440" cy="4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528D5FAD-57AB-F90B-D2DB-1C3724CB4327}"/>
                  </a:ext>
                </a:extLst>
              </p14:cNvPr>
              <p14:cNvContentPartPr/>
              <p14:nvPr/>
            </p14:nvContentPartPr>
            <p14:xfrm>
              <a:off x="7841152" y="6595962"/>
              <a:ext cx="948240" cy="7344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528D5FAD-57AB-F90B-D2DB-1C3724CB4327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7832512" y="6586962"/>
                <a:ext cx="965880" cy="91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16139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34881457-DBAA-797A-5F55-FFECD468DBE7}"/>
              </a:ext>
            </a:extLst>
          </p:cNvPr>
          <p:cNvGrpSpPr/>
          <p:nvPr/>
        </p:nvGrpSpPr>
        <p:grpSpPr>
          <a:xfrm>
            <a:off x="1373032" y="599802"/>
            <a:ext cx="3523680" cy="1013400"/>
            <a:chOff x="1373032" y="599802"/>
            <a:chExt cx="3523680" cy="1013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006AE2E-D950-7C19-769B-7B7C643CF08B}"/>
                    </a:ext>
                  </a:extLst>
                </p14:cNvPr>
                <p14:cNvContentPartPr/>
                <p14:nvPr/>
              </p14:nvContentPartPr>
              <p14:xfrm>
                <a:off x="1487152" y="649482"/>
                <a:ext cx="116640" cy="371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006AE2E-D950-7C19-769B-7B7C643CF08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8152" y="640482"/>
                  <a:ext cx="13428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A4782D-C804-242D-EFEF-CBF98ED46417}"/>
                    </a:ext>
                  </a:extLst>
                </p14:cNvPr>
                <p14:cNvContentPartPr/>
                <p14:nvPr/>
              </p14:nvContentPartPr>
              <p14:xfrm>
                <a:off x="1716832" y="961602"/>
                <a:ext cx="130680" cy="3196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A4782D-C804-242D-EFEF-CBF98ED4641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07832" y="952962"/>
                  <a:ext cx="14832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0FD2217-D915-D94C-3838-FAE36F0FB244}"/>
                    </a:ext>
                  </a:extLst>
                </p14:cNvPr>
                <p14:cNvContentPartPr/>
                <p14:nvPr/>
              </p14:nvContentPartPr>
              <p14:xfrm>
                <a:off x="3196792" y="599802"/>
                <a:ext cx="496080" cy="7034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0FD2217-D915-D94C-3838-FAE36F0FB24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188152" y="591162"/>
                  <a:ext cx="513720" cy="72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027582C-3D75-01DF-5D3E-BADD5EABE761}"/>
                    </a:ext>
                  </a:extLst>
                </p14:cNvPr>
                <p14:cNvContentPartPr/>
                <p14:nvPr/>
              </p14:nvContentPartPr>
              <p14:xfrm>
                <a:off x="4004632" y="662802"/>
                <a:ext cx="468720" cy="615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027582C-3D75-01DF-5D3E-BADD5EABE76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995632" y="654162"/>
                  <a:ext cx="486360" cy="63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E1639C5-0B90-64D7-305D-26EB9F099BDF}"/>
                    </a:ext>
                  </a:extLst>
                </p14:cNvPr>
                <p14:cNvContentPartPr/>
                <p14:nvPr/>
              </p14:nvContentPartPr>
              <p14:xfrm>
                <a:off x="1373032" y="1490082"/>
                <a:ext cx="2952000" cy="123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E1639C5-0B90-64D7-305D-26EB9F099BD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64392" y="1481082"/>
                  <a:ext cx="2969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494B944-BE7E-A428-3DBF-423CFE98904A}"/>
                    </a:ext>
                  </a:extLst>
                </p14:cNvPr>
                <p14:cNvContentPartPr/>
                <p14:nvPr/>
              </p14:nvContentPartPr>
              <p14:xfrm>
                <a:off x="1576432" y="1205322"/>
                <a:ext cx="82080" cy="22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494B944-BE7E-A428-3DBF-423CFE98904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567432" y="1196322"/>
                  <a:ext cx="9972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501BF22-A39C-0018-7D7B-EBA9B4981BD7}"/>
                    </a:ext>
                  </a:extLst>
                </p14:cNvPr>
                <p14:cNvContentPartPr/>
                <p14:nvPr/>
              </p14:nvContentPartPr>
              <p14:xfrm>
                <a:off x="4842712" y="1392522"/>
                <a:ext cx="54000" cy="129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501BF22-A39C-0018-7D7B-EBA9B4981BD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34072" y="1383522"/>
                  <a:ext cx="7164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A0F22465-0D0F-1D5F-1E78-61902BCB403E}"/>
                  </a:ext>
                </a:extLst>
              </p14:cNvPr>
              <p14:cNvContentPartPr/>
              <p14:nvPr/>
            </p14:nvContentPartPr>
            <p14:xfrm>
              <a:off x="6352192" y="878082"/>
              <a:ext cx="1346400" cy="66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A0F22465-0D0F-1D5F-1E78-61902BCB403E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43192" y="869082"/>
                <a:ext cx="1364040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8D281BA2-017E-4054-FC77-E66C87FE2C21}"/>
              </a:ext>
            </a:extLst>
          </p:cNvPr>
          <p:cNvGrpSpPr/>
          <p:nvPr/>
        </p:nvGrpSpPr>
        <p:grpSpPr>
          <a:xfrm>
            <a:off x="8299072" y="418002"/>
            <a:ext cx="2637720" cy="1911600"/>
            <a:chOff x="8299072" y="418002"/>
            <a:chExt cx="2637720" cy="191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B51A08E-D8D8-B58E-50BF-3169AB52434D}"/>
                    </a:ext>
                  </a:extLst>
                </p14:cNvPr>
                <p14:cNvContentPartPr/>
                <p14:nvPr/>
              </p14:nvContentPartPr>
              <p14:xfrm>
                <a:off x="8299072" y="418002"/>
                <a:ext cx="729000" cy="7797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B51A08E-D8D8-B58E-50BF-3169AB52434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290432" y="409002"/>
                  <a:ext cx="746640" cy="79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75DD355-C7A0-9051-461B-F073BD4F9296}"/>
                    </a:ext>
                  </a:extLst>
                </p14:cNvPr>
                <p14:cNvContentPartPr/>
                <p14:nvPr/>
              </p14:nvContentPartPr>
              <p14:xfrm>
                <a:off x="9298072" y="597642"/>
                <a:ext cx="20880" cy="1324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75DD355-C7A0-9051-461B-F073BD4F929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289432" y="589002"/>
                  <a:ext cx="3852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BF1ED0B-C4EF-CFD3-CA45-07A028EB0153}"/>
                    </a:ext>
                  </a:extLst>
                </p14:cNvPr>
                <p14:cNvContentPartPr/>
                <p14:nvPr/>
              </p14:nvContentPartPr>
              <p14:xfrm>
                <a:off x="9382312" y="1017042"/>
                <a:ext cx="658440" cy="232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BF1ED0B-C4EF-CFD3-CA45-07A028EB015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373312" y="1008042"/>
                  <a:ext cx="67608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BF2ECB9-2753-407D-A8A9-6F12C6A7B5AA}"/>
                    </a:ext>
                  </a:extLst>
                </p14:cNvPr>
                <p14:cNvContentPartPr/>
                <p14:nvPr/>
              </p14:nvContentPartPr>
              <p14:xfrm>
                <a:off x="10228312" y="851442"/>
                <a:ext cx="345960" cy="3956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BF2ECB9-2753-407D-A8A9-6F12C6A7B5A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219672" y="842802"/>
                  <a:ext cx="36360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E17AC0E-2930-E1EF-1E2D-0ED2AEDACC68}"/>
                    </a:ext>
                  </a:extLst>
                </p14:cNvPr>
                <p14:cNvContentPartPr/>
                <p14:nvPr/>
              </p14:nvContentPartPr>
              <p14:xfrm>
                <a:off x="10400032" y="903282"/>
                <a:ext cx="536760" cy="1426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E17AC0E-2930-E1EF-1E2D-0ED2AEDACC6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391392" y="894282"/>
                  <a:ext cx="554400" cy="1443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75FEB5C1-C6A8-77E7-798A-15207DA11997}"/>
                  </a:ext>
                </a:extLst>
              </p14:cNvPr>
              <p14:cNvContentPartPr/>
              <p14:nvPr/>
            </p14:nvContentPartPr>
            <p14:xfrm>
              <a:off x="11540152" y="1135122"/>
              <a:ext cx="4320" cy="795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75FEB5C1-C6A8-77E7-798A-15207DA11997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1531152" y="1126482"/>
                <a:ext cx="21960" cy="97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E6AA0195-BD75-6879-0F6D-EEC419A67E0F}"/>
              </a:ext>
            </a:extLst>
          </p:cNvPr>
          <p:cNvGrpSpPr/>
          <p:nvPr/>
        </p:nvGrpSpPr>
        <p:grpSpPr>
          <a:xfrm>
            <a:off x="1085032" y="2378922"/>
            <a:ext cx="3361320" cy="2269440"/>
            <a:chOff x="1085032" y="2378922"/>
            <a:chExt cx="3361320" cy="226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8CB8264-E565-F0DF-573B-9999D1A11DC1}"/>
                    </a:ext>
                  </a:extLst>
                </p14:cNvPr>
                <p14:cNvContentPartPr/>
                <p14:nvPr/>
              </p14:nvContentPartPr>
              <p14:xfrm>
                <a:off x="2584432" y="2665842"/>
                <a:ext cx="95400" cy="396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8CB8264-E565-F0DF-573B-9999D1A11D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2575432" y="2657202"/>
                  <a:ext cx="113040" cy="41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D18B8D9-3F1B-0CB9-6BE6-B7AB6EC15397}"/>
                    </a:ext>
                  </a:extLst>
                </p14:cNvPr>
                <p14:cNvContentPartPr/>
                <p14:nvPr/>
              </p14:nvContentPartPr>
              <p14:xfrm>
                <a:off x="2519272" y="2619762"/>
                <a:ext cx="345960" cy="659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D18B8D9-3F1B-0CB9-6BE6-B7AB6EC1539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10632" y="2611122"/>
                  <a:ext cx="363600" cy="67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B9A1E54-81E7-32E4-53DF-E337E5A5605B}"/>
                    </a:ext>
                  </a:extLst>
                </p14:cNvPr>
                <p14:cNvContentPartPr/>
                <p14:nvPr/>
              </p14:nvContentPartPr>
              <p14:xfrm>
                <a:off x="1859752" y="2378922"/>
                <a:ext cx="538560" cy="22694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B9A1E54-81E7-32E4-53DF-E337E5A5605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51112" y="2369922"/>
                  <a:ext cx="556200" cy="22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89C85C1-0C92-802E-CE4F-FCCC582E4F35}"/>
                    </a:ext>
                  </a:extLst>
                </p14:cNvPr>
                <p14:cNvContentPartPr/>
                <p14:nvPr/>
              </p14:nvContentPartPr>
              <p14:xfrm>
                <a:off x="3060352" y="2597082"/>
                <a:ext cx="315360" cy="1940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89C85C1-0C92-802E-CE4F-FCCC582E4F3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051352" y="2588082"/>
                  <a:ext cx="333000" cy="19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935B4EB-4365-21AC-E85F-23D774B75B39}"/>
                    </a:ext>
                  </a:extLst>
                </p14:cNvPr>
                <p14:cNvContentPartPr/>
                <p14:nvPr/>
              </p14:nvContentPartPr>
              <p14:xfrm>
                <a:off x="1085032" y="3471882"/>
                <a:ext cx="3361320" cy="197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935B4EB-4365-21AC-E85F-23D774B75B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76392" y="3463242"/>
                  <a:ext cx="33789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9B6EF12-1B2E-7D25-3AD8-AB57567FD957}"/>
                    </a:ext>
                  </a:extLst>
                </p14:cNvPr>
                <p14:cNvContentPartPr/>
                <p14:nvPr/>
              </p14:nvContentPartPr>
              <p14:xfrm>
                <a:off x="1402912" y="2521122"/>
                <a:ext cx="906120" cy="819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9B6EF12-1B2E-7D25-3AD8-AB57567FD95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393912" y="2512482"/>
                  <a:ext cx="923760" cy="83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79392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B836937-B562-5953-504F-CEC8F7ECEB2C}"/>
                  </a:ext>
                </a:extLst>
              </p14:cNvPr>
              <p14:cNvContentPartPr/>
              <p14:nvPr/>
            </p14:nvContentPartPr>
            <p14:xfrm>
              <a:off x="8282512" y="284442"/>
              <a:ext cx="108720" cy="198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B836937-B562-5953-504F-CEC8F7ECEB2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273872" y="275442"/>
                <a:ext cx="1263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C01E44A-CA8B-40A7-BC9E-B69B836565EF}"/>
                  </a:ext>
                </a:extLst>
              </p14:cNvPr>
              <p14:cNvContentPartPr/>
              <p14:nvPr/>
            </p14:nvContentPartPr>
            <p14:xfrm>
              <a:off x="2686312" y="2367402"/>
              <a:ext cx="33480" cy="5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C01E44A-CA8B-40A7-BC9E-B69B836565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7672" y="2358402"/>
                <a:ext cx="5112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A9BEBDF0-1BC8-FA77-ABF8-591AB45C91AA}"/>
                  </a:ext>
                </a:extLst>
              </p14:cNvPr>
              <p14:cNvContentPartPr/>
              <p14:nvPr/>
            </p14:nvContentPartPr>
            <p14:xfrm>
              <a:off x="11784952" y="3482322"/>
              <a:ext cx="18360" cy="417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A9BEBDF0-1BC8-FA77-ABF8-591AB45C91A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75952" y="3473682"/>
                <a:ext cx="36000" cy="59400"/>
              </a:xfrm>
              <a:prstGeom prst="rect">
                <a:avLst/>
              </a:prstGeom>
            </p:spPr>
          </p:pic>
        </mc:Fallback>
      </mc:AlternateContent>
      <p:grpSp>
        <p:nvGrpSpPr>
          <p:cNvPr id="48" name="Group 47">
            <a:extLst>
              <a:ext uri="{FF2B5EF4-FFF2-40B4-BE49-F238E27FC236}">
                <a16:creationId xmlns:a16="http://schemas.microsoft.com/office/drawing/2014/main" id="{E3158EBD-002C-71ED-ED57-24C1C5F61A3A}"/>
              </a:ext>
            </a:extLst>
          </p:cNvPr>
          <p:cNvGrpSpPr/>
          <p:nvPr/>
        </p:nvGrpSpPr>
        <p:grpSpPr>
          <a:xfrm>
            <a:off x="5849272" y="2622282"/>
            <a:ext cx="1083960" cy="3047760"/>
            <a:chOff x="5849272" y="2622282"/>
            <a:chExt cx="1083960" cy="304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ECA52A7-E3E9-693E-64B4-944C0E996A63}"/>
                    </a:ext>
                  </a:extLst>
                </p14:cNvPr>
                <p14:cNvContentPartPr/>
                <p14:nvPr/>
              </p14:nvContentPartPr>
              <p14:xfrm>
                <a:off x="6825592" y="5595162"/>
                <a:ext cx="107640" cy="74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ECA52A7-E3E9-693E-64B4-944C0E996A6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816592" y="5586522"/>
                  <a:ext cx="12528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AC58B25-73D1-463C-8B77-EF76CDE322EF}"/>
                    </a:ext>
                  </a:extLst>
                </p14:cNvPr>
                <p14:cNvContentPartPr/>
                <p14:nvPr/>
              </p14:nvContentPartPr>
              <p14:xfrm>
                <a:off x="5849272" y="2622282"/>
                <a:ext cx="39960" cy="543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AC58B25-73D1-463C-8B77-EF76CDE322EF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840632" y="2613282"/>
                  <a:ext cx="57600" cy="72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6" name="Group 125">
            <a:extLst>
              <a:ext uri="{FF2B5EF4-FFF2-40B4-BE49-F238E27FC236}">
                <a16:creationId xmlns:a16="http://schemas.microsoft.com/office/drawing/2014/main" id="{CEA5A8B1-A76F-EA00-3613-178ED3050722}"/>
              </a:ext>
            </a:extLst>
          </p:cNvPr>
          <p:cNvGrpSpPr/>
          <p:nvPr/>
        </p:nvGrpSpPr>
        <p:grpSpPr>
          <a:xfrm>
            <a:off x="1370872" y="-136398"/>
            <a:ext cx="10880280" cy="7240295"/>
            <a:chOff x="1370872" y="-136398"/>
            <a:chExt cx="10880280" cy="724029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EDE6479-DEE8-12E6-098B-676FEEB01967}"/>
                    </a:ext>
                  </a:extLst>
                </p14:cNvPr>
                <p14:cNvContentPartPr/>
                <p14:nvPr/>
              </p14:nvContentPartPr>
              <p14:xfrm>
                <a:off x="9192592" y="261762"/>
                <a:ext cx="300960" cy="4298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EDE6479-DEE8-12E6-098B-676FEEB01967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183952" y="253122"/>
                  <a:ext cx="3186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950E97A2-F0E8-EACE-59E2-90BC998A8609}"/>
                    </a:ext>
                  </a:extLst>
                </p14:cNvPr>
                <p14:cNvContentPartPr/>
                <p14:nvPr/>
              </p14:nvContentPartPr>
              <p14:xfrm>
                <a:off x="9614512" y="596202"/>
                <a:ext cx="102600" cy="219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950E97A2-F0E8-EACE-59E2-90BC998A860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605872" y="587562"/>
                  <a:ext cx="12024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3F0A819-87D5-EDF3-7F01-9B793503FBB0}"/>
                    </a:ext>
                  </a:extLst>
                </p14:cNvPr>
                <p14:cNvContentPartPr/>
                <p14:nvPr/>
              </p14:nvContentPartPr>
              <p14:xfrm>
                <a:off x="9980992" y="271482"/>
                <a:ext cx="126720" cy="3816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3F0A819-87D5-EDF3-7F01-9B793503FBB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971992" y="262842"/>
                  <a:ext cx="14436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979A467-6E1E-59DC-BEF4-582A4E4FC68D}"/>
                    </a:ext>
                  </a:extLst>
                </p14:cNvPr>
                <p14:cNvContentPartPr/>
                <p14:nvPr/>
              </p14:nvContentPartPr>
              <p14:xfrm>
                <a:off x="8421472" y="-136398"/>
                <a:ext cx="1835280" cy="16092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979A467-6E1E-59DC-BEF4-582A4E4FC68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412832" y="-145038"/>
                  <a:ext cx="1852920" cy="162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149E4A6-BE4D-95BE-6D13-8943F90E71F5}"/>
                    </a:ext>
                  </a:extLst>
                </p14:cNvPr>
                <p14:cNvContentPartPr/>
                <p14:nvPr/>
              </p14:nvContentPartPr>
              <p14:xfrm>
                <a:off x="1582912" y="1335257"/>
                <a:ext cx="4784760" cy="1014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149E4A6-BE4D-95BE-6D13-8943F90E71F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73912" y="1326257"/>
                  <a:ext cx="480240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5BC0508-2963-B4C5-FEF0-63B7E9B4FDDE}"/>
                    </a:ext>
                  </a:extLst>
                </p14:cNvPr>
                <p14:cNvContentPartPr/>
                <p14:nvPr/>
              </p14:nvContentPartPr>
              <p14:xfrm>
                <a:off x="1752472" y="1333457"/>
                <a:ext cx="687960" cy="6296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5BC0508-2963-B4C5-FEF0-63B7E9B4FDD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43832" y="1324457"/>
                  <a:ext cx="7056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6860388-C44C-BE10-D193-EAC3B9FAE204}"/>
                    </a:ext>
                  </a:extLst>
                </p14:cNvPr>
                <p14:cNvContentPartPr/>
                <p14:nvPr/>
              </p14:nvContentPartPr>
              <p14:xfrm>
                <a:off x="3504592" y="842082"/>
                <a:ext cx="478440" cy="810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6860388-C44C-BE10-D193-EAC3B9FAE20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495952" y="833082"/>
                  <a:ext cx="4960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A5A7CDC-9461-958E-124B-A1ED918FD20B}"/>
                    </a:ext>
                  </a:extLst>
                </p14:cNvPr>
                <p14:cNvContentPartPr/>
                <p14:nvPr/>
              </p14:nvContentPartPr>
              <p14:xfrm>
                <a:off x="4185712" y="800682"/>
                <a:ext cx="344880" cy="633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A5A7CDC-9461-958E-124B-A1ED918FD20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77072" y="791682"/>
                  <a:ext cx="3625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774016B-1CE0-558F-10EE-EBF585D14CEE}"/>
                    </a:ext>
                  </a:extLst>
                </p14:cNvPr>
                <p14:cNvContentPartPr/>
                <p14:nvPr/>
              </p14:nvContentPartPr>
              <p14:xfrm>
                <a:off x="4254472" y="613842"/>
                <a:ext cx="392040" cy="1828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774016B-1CE0-558F-10EE-EBF585D14CE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245832" y="604842"/>
                  <a:ext cx="409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1447C5F-9003-3C43-91DD-CCD7BCB62E5E}"/>
                    </a:ext>
                  </a:extLst>
                </p14:cNvPr>
                <p14:cNvContentPartPr/>
                <p14:nvPr/>
              </p14:nvContentPartPr>
              <p14:xfrm>
                <a:off x="3147112" y="733002"/>
                <a:ext cx="440640" cy="411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1447C5F-9003-3C43-91DD-CCD7BCB62E5E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138112" y="724362"/>
                  <a:ext cx="458280" cy="41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2EF9CA4-2331-3291-9DDC-CBDD22E67AC4}"/>
                    </a:ext>
                  </a:extLst>
                </p14:cNvPr>
                <p14:cNvContentPartPr/>
                <p14:nvPr/>
              </p14:nvContentPartPr>
              <p14:xfrm>
                <a:off x="4823632" y="569202"/>
                <a:ext cx="147240" cy="26874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2EF9CA4-2331-3291-9DDC-CBDD22E67AC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814632" y="560202"/>
                  <a:ext cx="164880" cy="27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BAF6E5B-1E2A-D33D-9835-DB4C5548D7F1}"/>
                    </a:ext>
                  </a:extLst>
                </p14:cNvPr>
                <p14:cNvContentPartPr/>
                <p14:nvPr/>
              </p14:nvContentPartPr>
              <p14:xfrm>
                <a:off x="3786112" y="1742802"/>
                <a:ext cx="318240" cy="88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BAF6E5B-1E2A-D33D-9835-DB4C5548D7F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777472" y="1733802"/>
                  <a:ext cx="33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1458629-7A99-50E2-1BD4-34FF1945A6D8}"/>
                    </a:ext>
                  </a:extLst>
                </p14:cNvPr>
                <p14:cNvContentPartPr/>
                <p14:nvPr/>
              </p14:nvContentPartPr>
              <p14:xfrm>
                <a:off x="3645352" y="2309777"/>
                <a:ext cx="127440" cy="4892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1458629-7A99-50E2-1BD4-34FF1945A6D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636352" y="2300777"/>
                  <a:ext cx="1450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B803438-C420-A8DB-8EDC-35FDA1AF06D4}"/>
                    </a:ext>
                  </a:extLst>
                </p14:cNvPr>
                <p14:cNvContentPartPr/>
                <p14:nvPr/>
              </p14:nvContentPartPr>
              <p14:xfrm>
                <a:off x="3923992" y="2218337"/>
                <a:ext cx="401040" cy="509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B803438-C420-A8DB-8EDC-35FDA1AF06D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15352" y="2209337"/>
                  <a:ext cx="4186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F99BE6-7D60-76C0-3ACD-DBCF687709CD}"/>
                    </a:ext>
                  </a:extLst>
                </p14:cNvPr>
                <p14:cNvContentPartPr/>
                <p14:nvPr/>
              </p14:nvContentPartPr>
              <p14:xfrm>
                <a:off x="4119472" y="2441177"/>
                <a:ext cx="300240" cy="1382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F99BE6-7D60-76C0-3ACD-DBCF687709CD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10472" y="2432537"/>
                  <a:ext cx="317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512CBF5-E123-FB48-26C1-DFAAC1608BD8}"/>
                    </a:ext>
                  </a:extLst>
                </p14:cNvPr>
                <p14:cNvContentPartPr/>
                <p14:nvPr/>
              </p14:nvContentPartPr>
              <p14:xfrm>
                <a:off x="5475592" y="742697"/>
                <a:ext cx="106200" cy="7106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512CBF5-E123-FB48-26C1-DFAAC1608BD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466952" y="733697"/>
                  <a:ext cx="123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A0A9B16-FBC1-207D-0B4B-162E9BD307DB}"/>
                    </a:ext>
                  </a:extLst>
                </p14:cNvPr>
                <p14:cNvContentPartPr/>
                <p14:nvPr/>
              </p14:nvContentPartPr>
              <p14:xfrm>
                <a:off x="1370872" y="2505617"/>
                <a:ext cx="4089600" cy="9284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A0A9B16-FBC1-207D-0B4B-162E9BD307DB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362232" y="2496977"/>
                  <a:ext cx="410724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2355460-E139-E19E-4A1C-C36369EA5CFA}"/>
                    </a:ext>
                  </a:extLst>
                </p14:cNvPr>
                <p14:cNvContentPartPr/>
                <p14:nvPr/>
              </p14:nvContentPartPr>
              <p14:xfrm>
                <a:off x="2095192" y="2509217"/>
                <a:ext cx="709200" cy="5162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2355460-E139-E19E-4A1C-C36369EA5CF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86192" y="2500217"/>
                  <a:ext cx="7268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5AD236B-DF25-1485-F1B3-D6ABE9FE9FD5}"/>
                    </a:ext>
                  </a:extLst>
                </p14:cNvPr>
                <p14:cNvContentPartPr/>
                <p14:nvPr/>
              </p14:nvContentPartPr>
              <p14:xfrm>
                <a:off x="3720952" y="3019337"/>
                <a:ext cx="478080" cy="691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5AD236B-DF25-1485-F1B3-D6ABE9FE9FD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712312" y="3010337"/>
                  <a:ext cx="4957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24CD6AD5-319E-D05D-FE28-A3F7FBE7653D}"/>
                    </a:ext>
                  </a:extLst>
                </p14:cNvPr>
                <p14:cNvContentPartPr/>
                <p14:nvPr/>
              </p14:nvContentPartPr>
              <p14:xfrm>
                <a:off x="5421952" y="1754657"/>
                <a:ext cx="100800" cy="864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24CD6AD5-319E-D05D-FE28-A3F7FBE765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413312" y="1746017"/>
                  <a:ext cx="1184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9FAE35A7-DBA2-5036-1611-120140A0F6F1}"/>
                    </a:ext>
                  </a:extLst>
                </p14:cNvPr>
                <p14:cNvContentPartPr/>
                <p14:nvPr/>
              </p14:nvContentPartPr>
              <p14:xfrm>
                <a:off x="4956832" y="2196377"/>
                <a:ext cx="2229120" cy="42228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9FAE35A7-DBA2-5036-1611-120140A0F6F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48192" y="2187377"/>
                  <a:ext cx="22467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476723B6-409B-87A3-9D16-5558435A62A8}"/>
                    </a:ext>
                  </a:extLst>
                </p14:cNvPr>
                <p14:cNvContentPartPr/>
                <p14:nvPr/>
              </p14:nvContentPartPr>
              <p14:xfrm>
                <a:off x="1681552" y="3453857"/>
                <a:ext cx="5539320" cy="1492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476723B6-409B-87A3-9D16-5558435A62A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672912" y="3445217"/>
                  <a:ext cx="5556960" cy="15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66C568D-CA37-6C93-3B1E-2BFDE134358C}"/>
                    </a:ext>
                  </a:extLst>
                </p14:cNvPr>
                <p14:cNvContentPartPr/>
                <p14:nvPr/>
              </p14:nvContentPartPr>
              <p14:xfrm>
                <a:off x="4743352" y="2859137"/>
                <a:ext cx="518400" cy="19908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66C568D-CA37-6C93-3B1E-2BFDE134358C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34352" y="2850137"/>
                  <a:ext cx="53604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CC415AD-2F0F-3F07-0945-22096B61F919}"/>
                    </a:ext>
                  </a:extLst>
                </p14:cNvPr>
                <p14:cNvContentPartPr/>
                <p14:nvPr/>
              </p14:nvContentPartPr>
              <p14:xfrm>
                <a:off x="2477152" y="3467897"/>
                <a:ext cx="513360" cy="5918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CC415AD-2F0F-3F07-0945-22096B61F919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468152" y="3459257"/>
                  <a:ext cx="53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F9EC3B0-6783-79A9-BE09-31BED52AF407}"/>
                    </a:ext>
                  </a:extLst>
                </p14:cNvPr>
                <p14:cNvContentPartPr/>
                <p14:nvPr/>
              </p14:nvContentPartPr>
              <p14:xfrm>
                <a:off x="4009672" y="4656617"/>
                <a:ext cx="625680" cy="515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F9EC3B0-6783-79A9-BE09-31BED52AF407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000672" y="4647617"/>
                  <a:ext cx="643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7467C16-1A20-4BAD-1323-58C2226AE4DD}"/>
                    </a:ext>
                  </a:extLst>
                </p14:cNvPr>
                <p14:cNvContentPartPr/>
                <p14:nvPr/>
              </p14:nvContentPartPr>
              <p14:xfrm>
                <a:off x="5553352" y="3099977"/>
                <a:ext cx="446040" cy="4860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7467C16-1A20-4BAD-1323-58C2226AE4D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544712" y="3091337"/>
                  <a:ext cx="463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AFDB198-AABE-9723-A81B-AF9ED0A93BC5}"/>
                    </a:ext>
                  </a:extLst>
                </p14:cNvPr>
                <p14:cNvContentPartPr/>
                <p14:nvPr/>
              </p14:nvContentPartPr>
              <p14:xfrm>
                <a:off x="3587752" y="4581737"/>
                <a:ext cx="448920" cy="18446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AFDB198-AABE-9723-A81B-AF9ED0A93B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578752" y="4573097"/>
                  <a:ext cx="466560" cy="18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4EDF0E1-5738-CA05-6882-05F0991A8875}"/>
                    </a:ext>
                  </a:extLst>
                </p14:cNvPr>
                <p14:cNvContentPartPr/>
                <p14:nvPr/>
              </p14:nvContentPartPr>
              <p14:xfrm>
                <a:off x="5036752" y="4191137"/>
                <a:ext cx="326880" cy="1983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4EDF0E1-5738-CA05-6882-05F0991A887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27752" y="4182497"/>
                  <a:ext cx="344520" cy="20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34A5E10-18A6-7DE7-DDF1-177AD44563A8}"/>
                    </a:ext>
                  </a:extLst>
                </p14:cNvPr>
                <p14:cNvContentPartPr/>
                <p14:nvPr/>
              </p14:nvContentPartPr>
              <p14:xfrm>
                <a:off x="2766232" y="4379777"/>
                <a:ext cx="5373000" cy="13942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34A5E10-18A6-7DE7-DDF1-177AD44563A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57232" y="4370777"/>
                  <a:ext cx="5390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813E36C3-C4F7-7337-5A71-78A77B60B185}"/>
                    </a:ext>
                  </a:extLst>
                </p14:cNvPr>
                <p14:cNvContentPartPr/>
                <p14:nvPr/>
              </p14:nvContentPartPr>
              <p14:xfrm>
                <a:off x="2798992" y="4848497"/>
                <a:ext cx="707040" cy="6912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813E36C3-C4F7-7337-5A71-78A77B60B185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89992" y="4839497"/>
                  <a:ext cx="7246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7B70837-FC05-1B04-BE25-BEDA1E5DEE29}"/>
                    </a:ext>
                  </a:extLst>
                </p14:cNvPr>
                <p14:cNvContentPartPr/>
                <p14:nvPr/>
              </p14:nvContentPartPr>
              <p14:xfrm>
                <a:off x="9618112" y="2008817"/>
                <a:ext cx="495720" cy="46008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7B70837-FC05-1B04-BE25-BEDA1E5DEE2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09112" y="2000177"/>
                  <a:ext cx="513360" cy="47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26BED48-0C84-3A0F-E540-A3825CAFA1E4}"/>
                    </a:ext>
                  </a:extLst>
                </p14:cNvPr>
                <p14:cNvContentPartPr/>
                <p14:nvPr/>
              </p14:nvContentPartPr>
              <p14:xfrm>
                <a:off x="10172152" y="1994777"/>
                <a:ext cx="51480" cy="349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26BED48-0C84-3A0F-E540-A3825CAFA1E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63512" y="1985777"/>
                  <a:ext cx="691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6A8C5DD-3930-E5CB-2E0B-B361D8D098BF}"/>
                    </a:ext>
                  </a:extLst>
                </p14:cNvPr>
                <p14:cNvContentPartPr/>
                <p14:nvPr/>
              </p14:nvContentPartPr>
              <p14:xfrm>
                <a:off x="10436392" y="1964897"/>
                <a:ext cx="71640" cy="2484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6A8C5DD-3930-E5CB-2E0B-B361D8D098B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27392" y="1955897"/>
                  <a:ext cx="89280" cy="26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BAE226A-AC50-1988-94FB-2B18702816E8}"/>
                    </a:ext>
                  </a:extLst>
                </p14:cNvPr>
                <p14:cNvContentPartPr/>
                <p14:nvPr/>
              </p14:nvContentPartPr>
              <p14:xfrm>
                <a:off x="10461952" y="1785617"/>
                <a:ext cx="420480" cy="424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BAE226A-AC50-1988-94FB-2B18702816E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52952" y="1776977"/>
                  <a:ext cx="43812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B35680-88C0-498C-D139-3A41D1C086D0}"/>
                    </a:ext>
                  </a:extLst>
                </p14:cNvPr>
                <p14:cNvContentPartPr/>
                <p14:nvPr/>
              </p14:nvContentPartPr>
              <p14:xfrm>
                <a:off x="11150992" y="1765097"/>
                <a:ext cx="6840" cy="151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B35680-88C0-498C-D139-3A41D1C086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141992" y="1756097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DB089AA-9DD7-0580-26BB-AF470095D5EA}"/>
                    </a:ext>
                  </a:extLst>
                </p14:cNvPr>
                <p14:cNvContentPartPr/>
                <p14:nvPr/>
              </p14:nvContentPartPr>
              <p14:xfrm>
                <a:off x="10565272" y="2495177"/>
                <a:ext cx="87120" cy="5126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DB089AA-9DD7-0580-26BB-AF470095D5E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556272" y="2486537"/>
                  <a:ext cx="10476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F0ED5569-E32B-75C2-8A80-BF905858A291}"/>
                    </a:ext>
                  </a:extLst>
                </p14:cNvPr>
                <p14:cNvContentPartPr/>
                <p14:nvPr/>
              </p14:nvContentPartPr>
              <p14:xfrm>
                <a:off x="10342072" y="2711177"/>
                <a:ext cx="772200" cy="5994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F0ED5569-E32B-75C2-8A80-BF905858A29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33072" y="2702537"/>
                  <a:ext cx="789840" cy="61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2F2E1B-147B-8122-CAC1-6F78A8B86A53}"/>
                    </a:ext>
                  </a:extLst>
                </p14:cNvPr>
                <p14:cNvContentPartPr/>
                <p14:nvPr/>
              </p14:nvContentPartPr>
              <p14:xfrm>
                <a:off x="10425592" y="3818897"/>
                <a:ext cx="377280" cy="456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2F2E1B-147B-8122-CAC1-6F78A8B86A53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16952" y="3810257"/>
                  <a:ext cx="39492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B193878-CA7B-4128-F45B-78AEC933E3DD}"/>
                    </a:ext>
                  </a:extLst>
                </p14:cNvPr>
                <p14:cNvContentPartPr/>
                <p14:nvPr/>
              </p14:nvContentPartPr>
              <p14:xfrm>
                <a:off x="10954072" y="4067297"/>
                <a:ext cx="65880" cy="2678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B193878-CA7B-4128-F45B-78AEC933E3D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945072" y="4058657"/>
                  <a:ext cx="835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FA4E088-9A9E-64E2-9DBA-B715E0C57173}"/>
                    </a:ext>
                  </a:extLst>
                </p14:cNvPr>
                <p14:cNvContentPartPr/>
                <p14:nvPr/>
              </p14:nvContentPartPr>
              <p14:xfrm>
                <a:off x="11423872" y="3547097"/>
                <a:ext cx="32400" cy="5205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FA4E088-9A9E-64E2-9DBA-B715E0C5717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414872" y="3538457"/>
                  <a:ext cx="5004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444FC772-6C00-4DCC-DE65-31A2FC5B8865}"/>
                    </a:ext>
                  </a:extLst>
                </p14:cNvPr>
                <p14:cNvContentPartPr/>
                <p14:nvPr/>
              </p14:nvContentPartPr>
              <p14:xfrm>
                <a:off x="9792352" y="3355577"/>
                <a:ext cx="2224080" cy="15667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444FC772-6C00-4DCC-DE65-31A2FC5B886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783712" y="3346937"/>
                  <a:ext cx="2241720" cy="158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84BCCBD-6B00-DB3B-4432-30A8F74A58CB}"/>
                    </a:ext>
                  </a:extLst>
                </p14:cNvPr>
                <p14:cNvContentPartPr/>
                <p14:nvPr/>
              </p14:nvContentPartPr>
              <p14:xfrm>
                <a:off x="10569592" y="4089257"/>
                <a:ext cx="1681560" cy="5882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84BCCBD-6B00-DB3B-4432-30A8F74A58C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60592" y="4080257"/>
                  <a:ext cx="1699200" cy="60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386D4562-77CC-5D87-4863-4B7509EBFC9B}"/>
                    </a:ext>
                  </a:extLst>
                </p14:cNvPr>
                <p14:cNvContentPartPr/>
                <p14:nvPr/>
              </p14:nvContentPartPr>
              <p14:xfrm>
                <a:off x="11356192" y="4575617"/>
                <a:ext cx="411120" cy="3639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386D4562-77CC-5D87-4863-4B7509EBFC9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47192" y="4566617"/>
                  <a:ext cx="42876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3FDE670-AEDA-36E5-F954-EEF8FDCBA446}"/>
                    </a:ext>
                  </a:extLst>
                </p14:cNvPr>
                <p14:cNvContentPartPr/>
                <p14:nvPr/>
              </p14:nvContentPartPr>
              <p14:xfrm>
                <a:off x="11887192" y="4681817"/>
                <a:ext cx="15840" cy="266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3FDE670-AEDA-36E5-F954-EEF8FDCBA4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878192" y="4672817"/>
                  <a:ext cx="33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6D54B90-0EF2-4DAF-351B-47AFF85EC1C4}"/>
                    </a:ext>
                  </a:extLst>
                </p14:cNvPr>
                <p14:cNvContentPartPr/>
                <p14:nvPr/>
              </p14:nvContentPartPr>
              <p14:xfrm>
                <a:off x="10582552" y="4223537"/>
                <a:ext cx="762480" cy="2901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6D54B90-0EF2-4DAF-351B-47AFF85EC1C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573552" y="4214897"/>
                  <a:ext cx="7801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3E367E75-DF54-FE56-02E4-31BCF7F52BA7}"/>
                    </a:ext>
                  </a:extLst>
                </p14:cNvPr>
                <p14:cNvContentPartPr/>
                <p14:nvPr/>
              </p14:nvContentPartPr>
              <p14:xfrm>
                <a:off x="11853712" y="4050017"/>
                <a:ext cx="166320" cy="2412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3E367E75-DF54-FE56-02E4-31BCF7F52BA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845072" y="4041377"/>
                  <a:ext cx="183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FC1E714E-F793-B176-7A5D-EB37C40341E5}"/>
                    </a:ext>
                  </a:extLst>
                </p14:cNvPr>
                <p14:cNvContentPartPr/>
                <p14:nvPr/>
              </p14:nvContentPartPr>
              <p14:xfrm>
                <a:off x="11463472" y="5106617"/>
                <a:ext cx="53640" cy="846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FC1E714E-F793-B176-7A5D-EB37C40341E5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454472" y="5097617"/>
                  <a:ext cx="71280" cy="10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638018D-652E-E635-904A-7FA738407E5B}"/>
                    </a:ext>
                  </a:extLst>
                </p14:cNvPr>
                <p14:cNvContentPartPr/>
                <p14:nvPr/>
              </p14:nvContentPartPr>
              <p14:xfrm>
                <a:off x="2974672" y="5481017"/>
                <a:ext cx="18360" cy="223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638018D-652E-E635-904A-7FA738407E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66032" y="5472017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32B8A05-573E-7619-656B-AA8DEBF0AA32}"/>
                    </a:ext>
                  </a:extLst>
                </p14:cNvPr>
                <p14:cNvContentPartPr/>
                <p14:nvPr/>
              </p14:nvContentPartPr>
              <p14:xfrm>
                <a:off x="4539952" y="5591537"/>
                <a:ext cx="480600" cy="5299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32B8A05-573E-7619-656B-AA8DEBF0AA32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31312" y="5582537"/>
                  <a:ext cx="4982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81F8737-F754-2233-E74B-8E54841BD68C}"/>
                    </a:ext>
                  </a:extLst>
                </p14:cNvPr>
                <p14:cNvContentPartPr/>
                <p14:nvPr/>
              </p14:nvContentPartPr>
              <p14:xfrm>
                <a:off x="5759992" y="4118057"/>
                <a:ext cx="522360" cy="4802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81F8737-F754-2233-E74B-8E54841BD68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751352" y="4109057"/>
                  <a:ext cx="5400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48A25B2-E0FB-57EA-8186-505FAFF5A039}"/>
                    </a:ext>
                  </a:extLst>
                </p14:cNvPr>
                <p14:cNvContentPartPr/>
                <p14:nvPr/>
              </p14:nvContentPartPr>
              <p14:xfrm>
                <a:off x="3788992" y="5693417"/>
                <a:ext cx="676440" cy="141048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48A25B2-E0FB-57EA-8186-505FAFF5A03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779992" y="5684417"/>
                  <a:ext cx="694080" cy="14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4DB5CC18-258D-7786-E111-FE0CCCE88401}"/>
                    </a:ext>
                  </a:extLst>
                </p14:cNvPr>
                <p14:cNvContentPartPr/>
                <p14:nvPr/>
              </p14:nvContentPartPr>
              <p14:xfrm>
                <a:off x="5068792" y="5380937"/>
                <a:ext cx="461880" cy="13669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4DB5CC18-258D-7786-E111-FE0CCCE8840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060152" y="5371937"/>
                  <a:ext cx="47952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6D1A76D-0DFC-03F5-2F1F-CC24208F9D44}"/>
                    </a:ext>
                  </a:extLst>
                </p14:cNvPr>
                <p14:cNvContentPartPr/>
                <p14:nvPr/>
              </p14:nvContentPartPr>
              <p14:xfrm>
                <a:off x="4042072" y="5833817"/>
                <a:ext cx="2882160" cy="8830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6D1A76D-0DFC-03F5-2F1F-CC24208F9D4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033432" y="5825177"/>
                  <a:ext cx="289980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37DBA37-85C4-3350-72BD-8C6BE469C37E}"/>
                    </a:ext>
                  </a:extLst>
                </p14:cNvPr>
                <p14:cNvContentPartPr/>
                <p14:nvPr/>
              </p14:nvContentPartPr>
              <p14:xfrm>
                <a:off x="3247192" y="5947577"/>
                <a:ext cx="760320" cy="4316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37DBA37-85C4-3350-72BD-8C6BE469C3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238192" y="5938937"/>
                  <a:ext cx="777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929F7B04-8DFA-2CA4-75DD-66EC8A011435}"/>
                    </a:ext>
                  </a:extLst>
                </p14:cNvPr>
                <p14:cNvContentPartPr/>
                <p14:nvPr/>
              </p14:nvContentPartPr>
              <p14:xfrm>
                <a:off x="5109472" y="6515657"/>
                <a:ext cx="138240" cy="3747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929F7B04-8DFA-2CA4-75DD-66EC8A01143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100472" y="6506657"/>
                  <a:ext cx="1558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B7AF6B5-3713-ABA8-F410-878232F0F568}"/>
                    </a:ext>
                  </a:extLst>
                </p14:cNvPr>
                <p14:cNvContentPartPr/>
                <p14:nvPr/>
              </p14:nvContentPartPr>
              <p14:xfrm>
                <a:off x="5757472" y="5340617"/>
                <a:ext cx="499680" cy="4575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B7AF6B5-3713-ABA8-F410-878232F0F568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748832" y="5331977"/>
                  <a:ext cx="517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C703979B-447D-9813-8D69-44898A49CC90}"/>
                    </a:ext>
                  </a:extLst>
                </p14:cNvPr>
                <p14:cNvContentPartPr/>
                <p14:nvPr/>
              </p14:nvContentPartPr>
              <p14:xfrm>
                <a:off x="5370832" y="694457"/>
                <a:ext cx="2040480" cy="60649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C703979B-447D-9813-8D69-44898A49CC9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362192" y="685817"/>
                  <a:ext cx="2058120" cy="60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06EFDBC3-1BFB-3A4A-840E-B2278CB114CC}"/>
                    </a:ext>
                  </a:extLst>
                </p14:cNvPr>
                <p14:cNvContentPartPr/>
                <p14:nvPr/>
              </p14:nvContentPartPr>
              <p14:xfrm>
                <a:off x="5637592" y="717857"/>
                <a:ext cx="51480" cy="191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06EFDBC3-1BFB-3A4A-840E-B2278CB114C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28952" y="708857"/>
                  <a:ext cx="69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379B5C0-B711-6A83-485E-536EF7D1044E}"/>
                    </a:ext>
                  </a:extLst>
                </p14:cNvPr>
                <p14:cNvContentPartPr/>
                <p14:nvPr/>
              </p14:nvContentPartPr>
              <p14:xfrm>
                <a:off x="5635792" y="530297"/>
                <a:ext cx="488160" cy="1879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379B5C0-B711-6A83-485E-536EF7D1044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627152" y="521297"/>
                  <a:ext cx="505800" cy="205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21057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CA07BC8-163A-6565-BF19-5C6D31761D7F}"/>
              </a:ext>
            </a:extLst>
          </p:cNvPr>
          <p:cNvGrpSpPr/>
          <p:nvPr/>
        </p:nvGrpSpPr>
        <p:grpSpPr>
          <a:xfrm>
            <a:off x="1370872" y="530297"/>
            <a:ext cx="10532160" cy="6573600"/>
            <a:chOff x="1370872" y="530297"/>
            <a:chExt cx="10532160" cy="657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FBCB17E-2DCA-C8E7-11F1-ED7AEDBF415B}"/>
                    </a:ext>
                  </a:extLst>
                </p14:cNvPr>
                <p14:cNvContentPartPr/>
                <p14:nvPr/>
              </p14:nvContentPartPr>
              <p14:xfrm>
                <a:off x="1582912" y="1335257"/>
                <a:ext cx="4784760" cy="1014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FBCB17E-2DCA-C8E7-11F1-ED7AEDBF415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573912" y="1326257"/>
                  <a:ext cx="4802400" cy="10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67D5596-722F-22F5-1B57-B6755609201B}"/>
                    </a:ext>
                  </a:extLst>
                </p14:cNvPr>
                <p14:cNvContentPartPr/>
                <p14:nvPr/>
              </p14:nvContentPartPr>
              <p14:xfrm>
                <a:off x="1752472" y="1333457"/>
                <a:ext cx="687960" cy="6296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67D5596-722F-22F5-1B57-B675560920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3832" y="1324457"/>
                  <a:ext cx="70560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C671A35-EED0-CA39-6930-D2523A39A0C3}"/>
                    </a:ext>
                  </a:extLst>
                </p14:cNvPr>
                <p14:cNvContentPartPr/>
                <p14:nvPr/>
              </p14:nvContentPartPr>
              <p14:xfrm>
                <a:off x="3504592" y="842082"/>
                <a:ext cx="478440" cy="810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C671A35-EED0-CA39-6930-D2523A39A0C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3495952" y="833082"/>
                  <a:ext cx="4960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4BA116A-AA74-AA22-7AAC-80A4899D4542}"/>
                    </a:ext>
                  </a:extLst>
                </p14:cNvPr>
                <p14:cNvContentPartPr/>
                <p14:nvPr/>
              </p14:nvContentPartPr>
              <p14:xfrm>
                <a:off x="4185712" y="800682"/>
                <a:ext cx="344880" cy="6332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4BA116A-AA74-AA22-7AAC-80A4899D454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4177072" y="791682"/>
                  <a:ext cx="36252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14630F0-F34E-5ED7-A559-C38B33421C08}"/>
                    </a:ext>
                  </a:extLst>
                </p14:cNvPr>
                <p14:cNvContentPartPr/>
                <p14:nvPr/>
              </p14:nvContentPartPr>
              <p14:xfrm>
                <a:off x="4254472" y="613842"/>
                <a:ext cx="392040" cy="182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14630F0-F34E-5ED7-A559-C38B33421C0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245832" y="604842"/>
                  <a:ext cx="409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2F6D9F4-F8B9-BDB3-04DF-A4604BA10FDE}"/>
                    </a:ext>
                  </a:extLst>
                </p14:cNvPr>
                <p14:cNvContentPartPr/>
                <p14:nvPr/>
              </p14:nvContentPartPr>
              <p14:xfrm>
                <a:off x="3147112" y="733002"/>
                <a:ext cx="440640" cy="4118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2F6D9F4-F8B9-BDB3-04DF-A4604BA10FD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38112" y="724362"/>
                  <a:ext cx="458280" cy="413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B0AC527-BC63-404B-9419-14DB31DD9EC5}"/>
                    </a:ext>
                  </a:extLst>
                </p14:cNvPr>
                <p14:cNvContentPartPr/>
                <p14:nvPr/>
              </p14:nvContentPartPr>
              <p14:xfrm>
                <a:off x="4823632" y="569202"/>
                <a:ext cx="147240" cy="26874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B0AC527-BC63-404B-9419-14DB31DD9EC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814632" y="560202"/>
                  <a:ext cx="164880" cy="270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A30A956-B6F9-7AF7-025A-74CB3F59F512}"/>
                    </a:ext>
                  </a:extLst>
                </p14:cNvPr>
                <p14:cNvContentPartPr/>
                <p14:nvPr/>
              </p14:nvContentPartPr>
              <p14:xfrm>
                <a:off x="3786112" y="1742802"/>
                <a:ext cx="318240" cy="8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A30A956-B6F9-7AF7-025A-74CB3F59F5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7472" y="1733802"/>
                  <a:ext cx="335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04C5F0-47B6-DDA5-3CAA-4A64F7411C85}"/>
                    </a:ext>
                  </a:extLst>
                </p14:cNvPr>
                <p14:cNvContentPartPr/>
                <p14:nvPr/>
              </p14:nvContentPartPr>
              <p14:xfrm>
                <a:off x="3645352" y="2309777"/>
                <a:ext cx="127440" cy="4892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04C5F0-47B6-DDA5-3CAA-4A64F7411C8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36352" y="2300777"/>
                  <a:ext cx="14508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B99F903-A027-EC65-CED4-120339CFE95C}"/>
                    </a:ext>
                  </a:extLst>
                </p14:cNvPr>
                <p14:cNvContentPartPr/>
                <p14:nvPr/>
              </p14:nvContentPartPr>
              <p14:xfrm>
                <a:off x="3923992" y="2218337"/>
                <a:ext cx="401040" cy="5094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B99F903-A027-EC65-CED4-120339CFE95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15352" y="2209337"/>
                  <a:ext cx="41868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6D58C59-2B0E-AD13-C272-04D1B94290D8}"/>
                    </a:ext>
                  </a:extLst>
                </p14:cNvPr>
                <p14:cNvContentPartPr/>
                <p14:nvPr/>
              </p14:nvContentPartPr>
              <p14:xfrm>
                <a:off x="4119472" y="2441177"/>
                <a:ext cx="300240" cy="138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6D58C59-2B0E-AD13-C272-04D1B94290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10472" y="2432537"/>
                  <a:ext cx="31788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FE4E8C-9FF8-B585-FE28-A8F5E3F9F547}"/>
                    </a:ext>
                  </a:extLst>
                </p14:cNvPr>
                <p14:cNvContentPartPr/>
                <p14:nvPr/>
              </p14:nvContentPartPr>
              <p14:xfrm>
                <a:off x="5475592" y="742697"/>
                <a:ext cx="106200" cy="7106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FE4E8C-9FF8-B585-FE28-A8F5E3F9F54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466952" y="733697"/>
                  <a:ext cx="123840" cy="72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9B0E60E-4740-D5DE-BB9C-BFCE7B4F6C64}"/>
                    </a:ext>
                  </a:extLst>
                </p14:cNvPr>
                <p14:cNvContentPartPr/>
                <p14:nvPr/>
              </p14:nvContentPartPr>
              <p14:xfrm>
                <a:off x="1370872" y="2505617"/>
                <a:ext cx="4089600" cy="9284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9B0E60E-4740-D5DE-BB9C-BFCE7B4F6C6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362232" y="2496977"/>
                  <a:ext cx="4107240" cy="9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B0E131DC-226E-35AC-E161-168EF942722C}"/>
                    </a:ext>
                  </a:extLst>
                </p14:cNvPr>
                <p14:cNvContentPartPr/>
                <p14:nvPr/>
              </p14:nvContentPartPr>
              <p14:xfrm>
                <a:off x="2095192" y="2509217"/>
                <a:ext cx="709200" cy="516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B0E131DC-226E-35AC-E161-168EF942722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86192" y="2500217"/>
                  <a:ext cx="726840" cy="53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CAB1365-7E66-9807-94E6-EDFA50447FD9}"/>
                    </a:ext>
                  </a:extLst>
                </p14:cNvPr>
                <p14:cNvContentPartPr/>
                <p14:nvPr/>
              </p14:nvContentPartPr>
              <p14:xfrm>
                <a:off x="3720952" y="3019337"/>
                <a:ext cx="478080" cy="691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CAB1365-7E66-9807-94E6-EDFA50447FD9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712312" y="3010337"/>
                  <a:ext cx="49572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02834EB-A9F7-5BF3-9B97-55B7E1DD8893}"/>
                    </a:ext>
                  </a:extLst>
                </p14:cNvPr>
                <p14:cNvContentPartPr/>
                <p14:nvPr/>
              </p14:nvContentPartPr>
              <p14:xfrm>
                <a:off x="5421952" y="1754657"/>
                <a:ext cx="100800" cy="86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02834EB-A9F7-5BF3-9B97-55B7E1DD88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13312" y="1746017"/>
                  <a:ext cx="118440" cy="88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2B775D1-7DE5-A7E6-8C7D-92C77C385A77}"/>
                    </a:ext>
                  </a:extLst>
                </p14:cNvPr>
                <p14:cNvContentPartPr/>
                <p14:nvPr/>
              </p14:nvContentPartPr>
              <p14:xfrm>
                <a:off x="4956832" y="2196377"/>
                <a:ext cx="2229120" cy="422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2B775D1-7DE5-A7E6-8C7D-92C77C385A77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948192" y="2187377"/>
                  <a:ext cx="224676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C732EF9-A5F1-EC1F-AB39-67B38696CF7C}"/>
                    </a:ext>
                  </a:extLst>
                </p14:cNvPr>
                <p14:cNvContentPartPr/>
                <p14:nvPr/>
              </p14:nvContentPartPr>
              <p14:xfrm>
                <a:off x="1681552" y="3453857"/>
                <a:ext cx="5539320" cy="14925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C732EF9-A5F1-EC1F-AB39-67B38696CF7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672912" y="3445217"/>
                  <a:ext cx="5556960" cy="15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0199EE-2B82-AD3F-4580-4EA75BAD64B4}"/>
                    </a:ext>
                  </a:extLst>
                </p14:cNvPr>
                <p14:cNvContentPartPr/>
                <p14:nvPr/>
              </p14:nvContentPartPr>
              <p14:xfrm>
                <a:off x="4743352" y="2859137"/>
                <a:ext cx="518400" cy="19908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0199EE-2B82-AD3F-4580-4EA75BAD64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734352" y="2850137"/>
                  <a:ext cx="536040" cy="20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F7134BE-E9E3-DC57-B26E-E828AB5D525C}"/>
                    </a:ext>
                  </a:extLst>
                </p14:cNvPr>
                <p14:cNvContentPartPr/>
                <p14:nvPr/>
              </p14:nvContentPartPr>
              <p14:xfrm>
                <a:off x="2477152" y="3467897"/>
                <a:ext cx="513360" cy="5918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F7134BE-E9E3-DC57-B26E-E828AB5D525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2468152" y="3459257"/>
                  <a:ext cx="531000" cy="60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8B14B67-00EC-755D-8207-EC6999A83784}"/>
                    </a:ext>
                  </a:extLst>
                </p14:cNvPr>
                <p14:cNvContentPartPr/>
                <p14:nvPr/>
              </p14:nvContentPartPr>
              <p14:xfrm>
                <a:off x="4009672" y="4656617"/>
                <a:ext cx="625680" cy="515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8B14B67-00EC-755D-8207-EC6999A8378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0672" y="4647617"/>
                  <a:ext cx="64332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69F69F-68E5-C262-66FD-DDBC04C50BF0}"/>
                    </a:ext>
                  </a:extLst>
                </p14:cNvPr>
                <p14:cNvContentPartPr/>
                <p14:nvPr/>
              </p14:nvContentPartPr>
              <p14:xfrm>
                <a:off x="5553352" y="3099977"/>
                <a:ext cx="446040" cy="486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69F69F-68E5-C262-66FD-DDBC04C50BF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44712" y="3091337"/>
                  <a:ext cx="463680" cy="50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F7CEFFA-696E-21CF-F601-A7018D292440}"/>
                    </a:ext>
                  </a:extLst>
                </p14:cNvPr>
                <p14:cNvContentPartPr/>
                <p14:nvPr/>
              </p14:nvContentPartPr>
              <p14:xfrm>
                <a:off x="3587752" y="4581737"/>
                <a:ext cx="448920" cy="184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F7CEFFA-696E-21CF-F601-A7018D29244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578752" y="4573097"/>
                  <a:ext cx="466560" cy="18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0FA6D08-35CB-CE93-3254-9AE796F585DF}"/>
                    </a:ext>
                  </a:extLst>
                </p14:cNvPr>
                <p14:cNvContentPartPr/>
                <p14:nvPr/>
              </p14:nvContentPartPr>
              <p14:xfrm>
                <a:off x="5036752" y="4191137"/>
                <a:ext cx="326880" cy="19836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0FA6D08-35CB-CE93-3254-9AE796F585DF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027752" y="4182497"/>
                  <a:ext cx="344520" cy="20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5FE4C67-4873-F1E9-4040-9D116F4DD4BA}"/>
                    </a:ext>
                  </a:extLst>
                </p14:cNvPr>
                <p14:cNvContentPartPr/>
                <p14:nvPr/>
              </p14:nvContentPartPr>
              <p14:xfrm>
                <a:off x="2766232" y="4379777"/>
                <a:ext cx="5373000" cy="13942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5FE4C67-4873-F1E9-4040-9D116F4DD4B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57232" y="4370777"/>
                  <a:ext cx="5390640" cy="14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EE6E6C7-F90D-936A-54E4-D45A26361831}"/>
                    </a:ext>
                  </a:extLst>
                </p14:cNvPr>
                <p14:cNvContentPartPr/>
                <p14:nvPr/>
              </p14:nvContentPartPr>
              <p14:xfrm>
                <a:off x="2798992" y="4848497"/>
                <a:ext cx="707040" cy="691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EE6E6C7-F90D-936A-54E4-D45A263618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789992" y="4839497"/>
                  <a:ext cx="72468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66FD881-0D40-8FD0-7768-2F7F6B7146E6}"/>
                    </a:ext>
                  </a:extLst>
                </p14:cNvPr>
                <p14:cNvContentPartPr/>
                <p14:nvPr/>
              </p14:nvContentPartPr>
              <p14:xfrm>
                <a:off x="11150992" y="1765097"/>
                <a:ext cx="6840" cy="15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66FD881-0D40-8FD0-7768-2F7F6B7146E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141992" y="1756097"/>
                  <a:ext cx="2448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AB15859-6209-3676-A763-61E25BCA4CA2}"/>
                    </a:ext>
                  </a:extLst>
                </p14:cNvPr>
                <p14:cNvContentPartPr/>
                <p14:nvPr/>
              </p14:nvContentPartPr>
              <p14:xfrm>
                <a:off x="11887192" y="4681817"/>
                <a:ext cx="15840" cy="266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AB15859-6209-3676-A763-61E25BCA4CA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878192" y="4672817"/>
                  <a:ext cx="334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3753892-759D-C3A9-DA87-35300C50B8B0}"/>
                    </a:ext>
                  </a:extLst>
                </p14:cNvPr>
                <p14:cNvContentPartPr/>
                <p14:nvPr/>
              </p14:nvContentPartPr>
              <p14:xfrm>
                <a:off x="2974672" y="5481017"/>
                <a:ext cx="18360" cy="22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3753892-759D-C3A9-DA87-35300C50B8B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966032" y="5472017"/>
                  <a:ext cx="36000" cy="3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4CA2212-38CE-12CA-FCF9-3DCC2A7EB842}"/>
                    </a:ext>
                  </a:extLst>
                </p14:cNvPr>
                <p14:cNvContentPartPr/>
                <p14:nvPr/>
              </p14:nvContentPartPr>
              <p14:xfrm>
                <a:off x="4539952" y="5591537"/>
                <a:ext cx="480600" cy="5299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4CA2212-38CE-12CA-FCF9-3DCC2A7EB84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531312" y="5582537"/>
                  <a:ext cx="498240" cy="54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057EA4-5B1C-7F24-4B54-96AF99421C24}"/>
                    </a:ext>
                  </a:extLst>
                </p14:cNvPr>
                <p14:cNvContentPartPr/>
                <p14:nvPr/>
              </p14:nvContentPartPr>
              <p14:xfrm>
                <a:off x="5759992" y="4118057"/>
                <a:ext cx="522360" cy="4802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057EA4-5B1C-7F24-4B54-96AF99421C2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751352" y="4109057"/>
                  <a:ext cx="54000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0134939-B9DC-C65B-825A-8A22AC06A0C5}"/>
                    </a:ext>
                  </a:extLst>
                </p14:cNvPr>
                <p14:cNvContentPartPr/>
                <p14:nvPr/>
              </p14:nvContentPartPr>
              <p14:xfrm>
                <a:off x="3788992" y="5693417"/>
                <a:ext cx="676440" cy="14104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0134939-B9DC-C65B-825A-8A22AC06A0C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79992" y="5684417"/>
                  <a:ext cx="694080" cy="142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9DAF25-274F-3054-249D-5D91E025C73D}"/>
                    </a:ext>
                  </a:extLst>
                </p14:cNvPr>
                <p14:cNvContentPartPr/>
                <p14:nvPr/>
              </p14:nvContentPartPr>
              <p14:xfrm>
                <a:off x="5068792" y="5380937"/>
                <a:ext cx="461880" cy="13669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9DAF25-274F-3054-249D-5D91E025C73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060152" y="5371937"/>
                  <a:ext cx="479520" cy="13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C7E897BA-BB4C-8F85-DF9F-38E69F89492C}"/>
                    </a:ext>
                  </a:extLst>
                </p14:cNvPr>
                <p14:cNvContentPartPr/>
                <p14:nvPr/>
              </p14:nvContentPartPr>
              <p14:xfrm>
                <a:off x="4042072" y="5833817"/>
                <a:ext cx="2882160" cy="8830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C7E897BA-BB4C-8F85-DF9F-38E69F89492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033432" y="5825177"/>
                  <a:ext cx="2899800" cy="90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BC69A6D-FFF0-40D2-6714-6A67A77DD934}"/>
                    </a:ext>
                  </a:extLst>
                </p14:cNvPr>
                <p14:cNvContentPartPr/>
                <p14:nvPr/>
              </p14:nvContentPartPr>
              <p14:xfrm>
                <a:off x="3247192" y="5947577"/>
                <a:ext cx="760320" cy="431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BC69A6D-FFF0-40D2-6714-6A67A77DD93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3238192" y="5938937"/>
                  <a:ext cx="7779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4E7AAD0-C021-4639-2B46-14CA193BC8DD}"/>
                    </a:ext>
                  </a:extLst>
                </p14:cNvPr>
                <p14:cNvContentPartPr/>
                <p14:nvPr/>
              </p14:nvContentPartPr>
              <p14:xfrm>
                <a:off x="5109472" y="6515657"/>
                <a:ext cx="138240" cy="3747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4E7AAD0-C021-4639-2B46-14CA193BC8D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100472" y="6506657"/>
                  <a:ext cx="15588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806A035-41BE-2340-3043-59DAEB573558}"/>
                    </a:ext>
                  </a:extLst>
                </p14:cNvPr>
                <p14:cNvContentPartPr/>
                <p14:nvPr/>
              </p14:nvContentPartPr>
              <p14:xfrm>
                <a:off x="5757472" y="5340617"/>
                <a:ext cx="499680" cy="457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806A035-41BE-2340-3043-59DAEB57355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748832" y="5331977"/>
                  <a:ext cx="517320" cy="47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4A5AC923-E932-D86B-391C-37F12114A1FD}"/>
                    </a:ext>
                  </a:extLst>
                </p14:cNvPr>
                <p14:cNvContentPartPr/>
                <p14:nvPr/>
              </p14:nvContentPartPr>
              <p14:xfrm>
                <a:off x="5370832" y="694457"/>
                <a:ext cx="2040480" cy="6064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4A5AC923-E932-D86B-391C-37F12114A1F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62192" y="685817"/>
                  <a:ext cx="2058120" cy="608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B6F4F29-A3D4-65F7-B101-F9FF1311182F}"/>
                    </a:ext>
                  </a:extLst>
                </p14:cNvPr>
                <p14:cNvContentPartPr/>
                <p14:nvPr/>
              </p14:nvContentPartPr>
              <p14:xfrm>
                <a:off x="5637592" y="717857"/>
                <a:ext cx="51480" cy="19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B6F4F29-A3D4-65F7-B101-F9FF1311182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628952" y="708857"/>
                  <a:ext cx="6912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86C5B16A-373B-8E41-9AB9-07BAB47E7B4C}"/>
                    </a:ext>
                  </a:extLst>
                </p14:cNvPr>
                <p14:cNvContentPartPr/>
                <p14:nvPr/>
              </p14:nvContentPartPr>
              <p14:xfrm>
                <a:off x="5635792" y="530297"/>
                <a:ext cx="488160" cy="1879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86C5B16A-373B-8E41-9AB9-07BAB47E7B4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627152" y="521297"/>
                  <a:ext cx="505800" cy="205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5630A3DC-90AB-CDF6-F1B0-9403926F3080}"/>
              </a:ext>
            </a:extLst>
          </p:cNvPr>
          <p:cNvGrpSpPr/>
          <p:nvPr/>
        </p:nvGrpSpPr>
        <p:grpSpPr>
          <a:xfrm>
            <a:off x="7192432" y="289892"/>
            <a:ext cx="1255320" cy="627480"/>
            <a:chOff x="7192432" y="289892"/>
            <a:chExt cx="1255320" cy="62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75A5185-9AF9-E567-4D40-2FBCE1D9269A}"/>
                    </a:ext>
                  </a:extLst>
                </p14:cNvPr>
                <p14:cNvContentPartPr/>
                <p14:nvPr/>
              </p14:nvContentPartPr>
              <p14:xfrm>
                <a:off x="7192432" y="366212"/>
                <a:ext cx="236160" cy="55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75A5185-9AF9-E567-4D40-2FBCE1D9269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83432" y="357572"/>
                  <a:ext cx="253800" cy="56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9358FB0-E14B-064B-ACD7-95C616A27155}"/>
                    </a:ext>
                  </a:extLst>
                </p14:cNvPr>
                <p14:cNvContentPartPr/>
                <p14:nvPr/>
              </p14:nvContentPartPr>
              <p14:xfrm>
                <a:off x="7602112" y="361892"/>
                <a:ext cx="171720" cy="506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9358FB0-E14B-064B-ACD7-95C616A2715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593112" y="353252"/>
                  <a:ext cx="18936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DC3700F9-73E9-337C-181B-7AF7E80D7952}"/>
                    </a:ext>
                  </a:extLst>
                </p14:cNvPr>
                <p14:cNvContentPartPr/>
                <p14:nvPr/>
              </p14:nvContentPartPr>
              <p14:xfrm>
                <a:off x="7817032" y="289892"/>
                <a:ext cx="237600" cy="280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DC3700F9-73E9-337C-181B-7AF7E80D795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808032" y="281252"/>
                  <a:ext cx="255240" cy="4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1490AC9-0797-00DD-5C8C-C8982F46FDCD}"/>
                    </a:ext>
                  </a:extLst>
                </p14:cNvPr>
                <p14:cNvContentPartPr/>
                <p14:nvPr/>
              </p14:nvContentPartPr>
              <p14:xfrm>
                <a:off x="8200792" y="648452"/>
                <a:ext cx="127800" cy="244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1490AC9-0797-00DD-5C8C-C8982F46FDCD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192152" y="639452"/>
                  <a:ext cx="14544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D5D1C9D-5F6C-D9E3-69D3-2C76E4E71CCF}"/>
                    </a:ext>
                  </a:extLst>
                </p14:cNvPr>
                <p14:cNvContentPartPr/>
                <p14:nvPr/>
              </p14:nvContentPartPr>
              <p14:xfrm>
                <a:off x="8147512" y="817292"/>
                <a:ext cx="300240" cy="66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D5D1C9D-5F6C-D9E3-69D3-2C76E4E71CC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138512" y="808292"/>
                  <a:ext cx="317880" cy="8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F3892050-A841-2994-820D-22A390432331}"/>
                  </a:ext>
                </a:extLst>
              </p14:cNvPr>
              <p14:cNvContentPartPr/>
              <p14:nvPr/>
            </p14:nvContentPartPr>
            <p14:xfrm>
              <a:off x="9797032" y="359372"/>
              <a:ext cx="229320" cy="4395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F3892050-A841-2994-820D-22A39043233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9788032" y="350372"/>
                <a:ext cx="24696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159F4D11-78E0-39D9-8586-70F91E0F44D3}"/>
                  </a:ext>
                </a:extLst>
              </p14:cNvPr>
              <p14:cNvContentPartPr/>
              <p14:nvPr/>
            </p14:nvContentPartPr>
            <p14:xfrm>
              <a:off x="10381312" y="369452"/>
              <a:ext cx="242280" cy="39456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159F4D11-78E0-39D9-8586-70F91E0F44D3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372672" y="360452"/>
                <a:ext cx="259920" cy="41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C9F47A0E-A220-37DD-72B6-03B485668208}"/>
                  </a:ext>
                </a:extLst>
              </p14:cNvPr>
              <p14:cNvContentPartPr/>
              <p14:nvPr/>
            </p14:nvContentPartPr>
            <p14:xfrm>
              <a:off x="10874512" y="393572"/>
              <a:ext cx="55800" cy="51948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C9F47A0E-A220-37DD-72B6-03B48566820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865872" y="384572"/>
                <a:ext cx="73440" cy="537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693CBDCD-14DF-07BA-727F-08515ACE1AB6}"/>
              </a:ext>
            </a:extLst>
          </p:cNvPr>
          <p:cNvGrpSpPr/>
          <p:nvPr/>
        </p:nvGrpSpPr>
        <p:grpSpPr>
          <a:xfrm>
            <a:off x="11575792" y="393572"/>
            <a:ext cx="357480" cy="1365120"/>
            <a:chOff x="11575792" y="393572"/>
            <a:chExt cx="357480" cy="1365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190DC7C-A50A-6528-EEDE-A51AB767E302}"/>
                    </a:ext>
                  </a:extLst>
                </p14:cNvPr>
                <p14:cNvContentPartPr/>
                <p14:nvPr/>
              </p14:nvContentPartPr>
              <p14:xfrm>
                <a:off x="11575792" y="393572"/>
                <a:ext cx="31680" cy="5112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190DC7C-A50A-6528-EEDE-A51AB767E30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66792" y="384572"/>
                  <a:ext cx="4932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DE49A3D4-65DA-C781-0895-B86E3C81348E}"/>
                    </a:ext>
                  </a:extLst>
                </p14:cNvPr>
                <p14:cNvContentPartPr/>
                <p14:nvPr/>
              </p14:nvContentPartPr>
              <p14:xfrm>
                <a:off x="11652832" y="1001972"/>
                <a:ext cx="70920" cy="383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DE49A3D4-65DA-C781-0895-B86E3C81348E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644192" y="993332"/>
                  <a:ext cx="88560" cy="40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3C3142-A05D-017A-246C-4B4B69C5A7D4}"/>
                    </a:ext>
                  </a:extLst>
                </p14:cNvPr>
                <p14:cNvContentPartPr/>
                <p14:nvPr/>
              </p14:nvContentPartPr>
              <p14:xfrm>
                <a:off x="11716192" y="1568252"/>
                <a:ext cx="135720" cy="1904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3C3142-A05D-017A-246C-4B4B69C5A7D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707192" y="1559252"/>
                  <a:ext cx="1533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AD9CB29-6A7E-7D2C-B44C-FD2612AFF067}"/>
                    </a:ext>
                  </a:extLst>
                </p14:cNvPr>
                <p14:cNvContentPartPr/>
                <p14:nvPr/>
              </p14:nvContentPartPr>
              <p14:xfrm>
                <a:off x="11827792" y="1441892"/>
                <a:ext cx="105480" cy="11628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AD9CB29-6A7E-7D2C-B44C-FD2612AFF06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1819152" y="1432892"/>
                  <a:ext cx="123120" cy="133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76329F3A-ABB5-3868-CD5B-8DD42AABDD47}"/>
              </a:ext>
            </a:extLst>
          </p:cNvPr>
          <p:cNvGrpSpPr/>
          <p:nvPr/>
        </p:nvGrpSpPr>
        <p:grpSpPr>
          <a:xfrm>
            <a:off x="10910872" y="1055972"/>
            <a:ext cx="260640" cy="793800"/>
            <a:chOff x="10910872" y="1055972"/>
            <a:chExt cx="260640" cy="79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6054E7A-4115-2D9E-E484-2356F9A22490}"/>
                    </a:ext>
                  </a:extLst>
                </p14:cNvPr>
                <p14:cNvContentPartPr/>
                <p14:nvPr/>
              </p14:nvContentPartPr>
              <p14:xfrm>
                <a:off x="10910872" y="1055972"/>
                <a:ext cx="77040" cy="412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6054E7A-4115-2D9E-E484-2356F9A2249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902232" y="1047332"/>
                  <a:ext cx="946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6B555D0-BAC1-5CA3-11AE-DB7DB86D164A}"/>
                    </a:ext>
                  </a:extLst>
                </p14:cNvPr>
                <p14:cNvContentPartPr/>
                <p14:nvPr/>
              </p14:nvContentPartPr>
              <p14:xfrm>
                <a:off x="10935352" y="1615052"/>
                <a:ext cx="153360" cy="2347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6B555D0-BAC1-5CA3-11AE-DB7DB86D164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926352" y="1606412"/>
                  <a:ext cx="1710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0896E8A-3DCF-4AFD-C109-F0B1872287E9}"/>
                    </a:ext>
                  </a:extLst>
                </p14:cNvPr>
                <p14:cNvContentPartPr/>
                <p14:nvPr/>
              </p14:nvContentPartPr>
              <p14:xfrm>
                <a:off x="11105272" y="1416332"/>
                <a:ext cx="66240" cy="2224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0896E8A-3DCF-4AFD-C109-F0B1872287E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096632" y="1407332"/>
                  <a:ext cx="83880" cy="24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D833693-A00D-B61F-E582-15CDCE7E8194}"/>
              </a:ext>
            </a:extLst>
          </p:cNvPr>
          <p:cNvGrpSpPr/>
          <p:nvPr/>
        </p:nvGrpSpPr>
        <p:grpSpPr>
          <a:xfrm>
            <a:off x="9706672" y="930692"/>
            <a:ext cx="260640" cy="829440"/>
            <a:chOff x="9706672" y="930692"/>
            <a:chExt cx="260640" cy="82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911BCF59-439E-10F8-1653-B96400F387F5}"/>
                    </a:ext>
                  </a:extLst>
                </p14:cNvPr>
                <p14:cNvContentPartPr/>
                <p14:nvPr/>
              </p14:nvContentPartPr>
              <p14:xfrm>
                <a:off x="9901792" y="930692"/>
                <a:ext cx="65520" cy="250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911BCF59-439E-10F8-1653-B96400F387F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92792" y="922052"/>
                  <a:ext cx="831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3F9A8F-5F97-04BA-CDCE-E98076F7CFF6}"/>
                    </a:ext>
                  </a:extLst>
                </p14:cNvPr>
                <p14:cNvContentPartPr/>
                <p14:nvPr/>
              </p14:nvContentPartPr>
              <p14:xfrm>
                <a:off x="9706672" y="1507412"/>
                <a:ext cx="149760" cy="2527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3F9A8F-5F97-04BA-CDCE-E98076F7CFF6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97672" y="1498412"/>
                  <a:ext cx="167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25BC0EC-91F9-F7B4-FF39-0BF7771ADCBC}"/>
                    </a:ext>
                  </a:extLst>
                </p14:cNvPr>
                <p14:cNvContentPartPr/>
                <p14:nvPr/>
              </p14:nvContentPartPr>
              <p14:xfrm>
                <a:off x="9827632" y="1261892"/>
                <a:ext cx="116640" cy="29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25BC0EC-91F9-F7B4-FF39-0BF7771ADCB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18992" y="1253252"/>
                  <a:ext cx="134280" cy="31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B3E6C418-244E-902C-2367-2E1D0F36F177}"/>
              </a:ext>
            </a:extLst>
          </p:cNvPr>
          <p:cNvGrpSpPr/>
          <p:nvPr/>
        </p:nvGrpSpPr>
        <p:grpSpPr>
          <a:xfrm>
            <a:off x="8875792" y="399692"/>
            <a:ext cx="633960" cy="1294920"/>
            <a:chOff x="8875792" y="399692"/>
            <a:chExt cx="633960" cy="1294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4BA96FA-24EC-1F56-9EBE-8540A302C61D}"/>
                    </a:ext>
                  </a:extLst>
                </p14:cNvPr>
                <p14:cNvContentPartPr/>
                <p14:nvPr/>
              </p14:nvContentPartPr>
              <p14:xfrm>
                <a:off x="8875792" y="455132"/>
                <a:ext cx="37080" cy="442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4BA96FA-24EC-1F56-9EBE-8540A302C61D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67152" y="446132"/>
                  <a:ext cx="5472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79A803D-ACEB-E4A3-2B54-78288E9237CC}"/>
                    </a:ext>
                  </a:extLst>
                </p14:cNvPr>
                <p14:cNvContentPartPr/>
                <p14:nvPr/>
              </p14:nvContentPartPr>
              <p14:xfrm>
                <a:off x="9277552" y="399692"/>
                <a:ext cx="232200" cy="422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79A803D-ACEB-E4A3-2B54-78288E9237CC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68552" y="390692"/>
                  <a:ext cx="24984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82ED922-F73E-F827-71FF-B77E0F95D56D}"/>
                    </a:ext>
                  </a:extLst>
                </p14:cNvPr>
                <p14:cNvContentPartPr/>
                <p14:nvPr/>
              </p14:nvContentPartPr>
              <p14:xfrm>
                <a:off x="9302032" y="873452"/>
                <a:ext cx="87480" cy="2563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82ED922-F73E-F827-71FF-B77E0F95D56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293392" y="864452"/>
                  <a:ext cx="105120" cy="27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AB1BD308-90B5-7594-476B-2CDAB04E0239}"/>
                    </a:ext>
                  </a:extLst>
                </p14:cNvPr>
                <p14:cNvContentPartPr/>
                <p14:nvPr/>
              </p14:nvContentPartPr>
              <p14:xfrm>
                <a:off x="9016192" y="1406252"/>
                <a:ext cx="228960" cy="28836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AB1BD308-90B5-7594-476B-2CDAB04E023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007192" y="1397612"/>
                  <a:ext cx="2466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F3FF269-7EF1-01CC-5A44-940A46B359C0}"/>
                    </a:ext>
                  </a:extLst>
                </p14:cNvPr>
                <p14:cNvContentPartPr/>
                <p14:nvPr/>
              </p14:nvContentPartPr>
              <p14:xfrm>
                <a:off x="9219232" y="1194932"/>
                <a:ext cx="124920" cy="201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F3FF269-7EF1-01CC-5A44-940A46B359C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210232" y="1185932"/>
                  <a:ext cx="142560" cy="21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AFFE6391-CF58-5EAD-85D0-4FAA67E344F2}"/>
              </a:ext>
            </a:extLst>
          </p:cNvPr>
          <p:cNvGrpSpPr/>
          <p:nvPr/>
        </p:nvGrpSpPr>
        <p:grpSpPr>
          <a:xfrm>
            <a:off x="8172712" y="944732"/>
            <a:ext cx="661680" cy="851400"/>
            <a:chOff x="8172712" y="944732"/>
            <a:chExt cx="661680" cy="85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3FECF4A-5A42-7BEB-C62C-9322BF7312D2}"/>
                    </a:ext>
                  </a:extLst>
                </p14:cNvPr>
                <p14:cNvContentPartPr/>
                <p14:nvPr/>
              </p14:nvContentPartPr>
              <p14:xfrm>
                <a:off x="8673112" y="944732"/>
                <a:ext cx="161280" cy="31860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3FECF4A-5A42-7BEB-C62C-9322BF7312D2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664112" y="935732"/>
                  <a:ext cx="17892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91A2C8A-0261-959A-8584-D1128C75E438}"/>
                    </a:ext>
                  </a:extLst>
                </p14:cNvPr>
                <p14:cNvContentPartPr/>
                <p14:nvPr/>
              </p14:nvContentPartPr>
              <p14:xfrm>
                <a:off x="8172712" y="1521812"/>
                <a:ext cx="226080" cy="2743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91A2C8A-0261-959A-8584-D1128C75E43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164072" y="1513172"/>
                  <a:ext cx="24372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2BCF1E6-0408-8037-E824-3A520C7CA147}"/>
                    </a:ext>
                  </a:extLst>
                </p14:cNvPr>
                <p14:cNvContentPartPr/>
                <p14:nvPr/>
              </p14:nvContentPartPr>
              <p14:xfrm>
                <a:off x="8444512" y="1202852"/>
                <a:ext cx="47520" cy="2138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2BCF1E6-0408-8037-E824-3A520C7CA147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435872" y="1194212"/>
                  <a:ext cx="65160" cy="23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02215611-9FF4-EB42-8C58-19D9958451B6}"/>
                    </a:ext>
                  </a:extLst>
                </p14:cNvPr>
                <p14:cNvContentPartPr/>
                <p14:nvPr/>
              </p14:nvContentPartPr>
              <p14:xfrm>
                <a:off x="8463592" y="1111052"/>
                <a:ext cx="78120" cy="428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02215611-9FF4-EB42-8C58-19D9958451B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454952" y="1102412"/>
                  <a:ext cx="957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5" name="Group 144">
            <a:extLst>
              <a:ext uri="{FF2B5EF4-FFF2-40B4-BE49-F238E27FC236}">
                <a16:creationId xmlns:a16="http://schemas.microsoft.com/office/drawing/2014/main" id="{94211D4B-938E-5732-6232-9FE60DB3730A}"/>
              </a:ext>
            </a:extLst>
          </p:cNvPr>
          <p:cNvGrpSpPr/>
          <p:nvPr/>
        </p:nvGrpSpPr>
        <p:grpSpPr>
          <a:xfrm>
            <a:off x="10289512" y="883892"/>
            <a:ext cx="282600" cy="729360"/>
            <a:chOff x="10289512" y="883892"/>
            <a:chExt cx="282600" cy="72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F7DF9022-6974-98BE-B14D-3515F0CC78D8}"/>
                    </a:ext>
                  </a:extLst>
                </p14:cNvPr>
                <p14:cNvContentPartPr/>
                <p14:nvPr/>
              </p14:nvContentPartPr>
              <p14:xfrm>
                <a:off x="10387792" y="883892"/>
                <a:ext cx="88560" cy="2772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F7DF9022-6974-98BE-B14D-3515F0CC78D8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79152" y="874892"/>
                  <a:ext cx="10620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60C60AF-213E-417D-3265-D1A9890BFA62}"/>
                    </a:ext>
                  </a:extLst>
                </p14:cNvPr>
                <p14:cNvContentPartPr/>
                <p14:nvPr/>
              </p14:nvContentPartPr>
              <p14:xfrm>
                <a:off x="10289512" y="1408772"/>
                <a:ext cx="119160" cy="2044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60C60AF-213E-417D-3265-D1A9890BFA6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80872" y="1400132"/>
                  <a:ext cx="136800" cy="22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17FDB00-DDD6-C0F4-D40A-54C4F25E1433}"/>
                    </a:ext>
                  </a:extLst>
                </p14:cNvPr>
                <p14:cNvContentPartPr/>
                <p14:nvPr/>
              </p14:nvContentPartPr>
              <p14:xfrm>
                <a:off x="10434952" y="1223732"/>
                <a:ext cx="45000" cy="1407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17FDB00-DDD6-C0F4-D40A-54C4F25E143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26312" y="1214732"/>
                  <a:ext cx="6264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6F41370-EB3A-38D6-65A8-5B1506CA3780}"/>
                    </a:ext>
                  </a:extLst>
                </p14:cNvPr>
                <p14:cNvContentPartPr/>
                <p14:nvPr/>
              </p14:nvContentPartPr>
              <p14:xfrm>
                <a:off x="10431352" y="1291412"/>
                <a:ext cx="140760" cy="1623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6F41370-EB3A-38D6-65A8-5B1506CA378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422352" y="1282412"/>
                  <a:ext cx="158400" cy="180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5C16DD76-0411-23C8-D706-740F716B62F5}"/>
                  </a:ext>
                </a:extLst>
              </p14:cNvPr>
              <p14:cNvContentPartPr/>
              <p14:nvPr/>
            </p14:nvContentPartPr>
            <p14:xfrm>
              <a:off x="11717272" y="640172"/>
              <a:ext cx="54000" cy="25560"/>
            </p14:xfrm>
          </p:contentPart>
        </mc:Choice>
        <mc:Fallback xmlns=""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5C16DD76-0411-23C8-D706-740F716B62F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11708632" y="631532"/>
                <a:ext cx="71640" cy="4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E488BE38-21B7-7A9E-A928-5FB553526E56}"/>
                  </a:ext>
                </a:extLst>
              </p14:cNvPr>
              <p14:cNvContentPartPr/>
              <p14:nvPr/>
            </p14:nvContentPartPr>
            <p14:xfrm>
              <a:off x="7602472" y="6117932"/>
              <a:ext cx="228600" cy="81720"/>
            </p14:xfrm>
          </p:contentPart>
        </mc:Choice>
        <mc:Fallback xmlns=""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E488BE38-21B7-7A9E-A928-5FB553526E56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593832" y="6108932"/>
                <a:ext cx="246240" cy="9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824FBB0A-9568-B0CC-F58D-622B8910FA89}"/>
                  </a:ext>
                </a:extLst>
              </p14:cNvPr>
              <p14:cNvContentPartPr/>
              <p14:nvPr/>
            </p14:nvContentPartPr>
            <p14:xfrm>
              <a:off x="7769512" y="6493412"/>
              <a:ext cx="298800" cy="110520"/>
            </p14:xfrm>
          </p:contentPart>
        </mc:Choice>
        <mc:Fallback xmlns=""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824FBB0A-9568-B0CC-F58D-622B8910FA8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7760872" y="6484412"/>
                <a:ext cx="316440" cy="12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325876B-E4C2-B642-81FD-60546ADA95AC}"/>
                  </a:ext>
                </a:extLst>
              </p14:cNvPr>
              <p14:cNvContentPartPr/>
              <p14:nvPr/>
            </p14:nvContentPartPr>
            <p14:xfrm>
              <a:off x="8435872" y="5687012"/>
              <a:ext cx="211680" cy="57348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325876B-E4C2-B642-81FD-60546ADA95AC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8426872" y="5678372"/>
                <a:ext cx="229320" cy="59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78C13050-BF42-ACF8-8148-C1A0826E6317}"/>
                  </a:ext>
                </a:extLst>
              </p14:cNvPr>
              <p14:cNvContentPartPr/>
              <p14:nvPr/>
            </p14:nvContentPartPr>
            <p14:xfrm>
              <a:off x="8925472" y="5682692"/>
              <a:ext cx="354960" cy="401040"/>
            </p14:xfrm>
          </p:contentPart>
        </mc:Choice>
        <mc:Fallback xmlns=""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78C13050-BF42-ACF8-8148-C1A0826E631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8916832" y="5673692"/>
                <a:ext cx="372600" cy="418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647B7EAD-479F-C490-8944-81775B217760}"/>
                  </a:ext>
                </a:extLst>
              </p14:cNvPr>
              <p14:cNvContentPartPr/>
              <p14:nvPr/>
            </p14:nvContentPartPr>
            <p14:xfrm>
              <a:off x="9548272" y="5627252"/>
              <a:ext cx="330120" cy="280800"/>
            </p14:xfrm>
          </p:contentPart>
        </mc:Choice>
        <mc:Fallback xmlns=""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647B7EAD-479F-C490-8944-81775B217760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9539632" y="5618252"/>
                <a:ext cx="34776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1C8EEDBA-A3FB-BBFE-C31E-1CBF0D1413A0}"/>
                  </a:ext>
                </a:extLst>
              </p14:cNvPr>
              <p14:cNvContentPartPr/>
              <p14:nvPr/>
            </p14:nvContentPartPr>
            <p14:xfrm>
              <a:off x="11495152" y="2762732"/>
              <a:ext cx="131400" cy="29916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1C8EEDBA-A3FB-BBFE-C31E-1CBF0D1413A0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11486512" y="2754092"/>
                <a:ext cx="149040" cy="316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E3061B9-0C85-B45D-FD52-CB01CCB45BE3}"/>
                  </a:ext>
                </a:extLst>
              </p14:cNvPr>
              <p14:cNvContentPartPr/>
              <p14:nvPr/>
            </p14:nvContentPartPr>
            <p14:xfrm>
              <a:off x="11690632" y="2780732"/>
              <a:ext cx="205920" cy="11736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E3061B9-0C85-B45D-FD52-CB01CCB45BE3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11681632" y="2772092"/>
                <a:ext cx="223560" cy="13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7AE1199F-0A20-4400-4D4C-FDDAB37A9BAB}"/>
                  </a:ext>
                </a:extLst>
              </p14:cNvPr>
              <p14:cNvContentPartPr/>
              <p14:nvPr/>
            </p14:nvContentPartPr>
            <p14:xfrm>
              <a:off x="11775952" y="2696852"/>
              <a:ext cx="94680" cy="20376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7AE1199F-0A20-4400-4D4C-FDDAB37A9BAB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1767312" y="2688212"/>
                <a:ext cx="112320" cy="22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83C3DBA-D920-5D9F-F1F0-679EE93DDE14}"/>
                  </a:ext>
                </a:extLst>
              </p14:cNvPr>
              <p14:cNvContentPartPr/>
              <p14:nvPr/>
            </p14:nvContentPartPr>
            <p14:xfrm>
              <a:off x="11994112" y="2645732"/>
              <a:ext cx="242640" cy="2214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83C3DBA-D920-5D9F-F1F0-679EE93DDE14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11985472" y="2636732"/>
                <a:ext cx="26028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3BDD1412-FB3B-A228-D13D-D88B6BAB9BEF}"/>
                  </a:ext>
                </a:extLst>
              </p14:cNvPr>
              <p14:cNvContentPartPr/>
              <p14:nvPr/>
            </p14:nvContentPartPr>
            <p14:xfrm>
              <a:off x="12050272" y="2495612"/>
              <a:ext cx="176400" cy="21996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3BDD1412-FB3B-A228-D13D-D88B6BAB9BEF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12041632" y="2486612"/>
                <a:ext cx="194040" cy="23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95350FB9-7BB4-072C-F856-6CB019870FA1}"/>
                  </a:ext>
                </a:extLst>
              </p14:cNvPr>
              <p14:cNvContentPartPr/>
              <p14:nvPr/>
            </p14:nvContentPartPr>
            <p14:xfrm>
              <a:off x="7937992" y="3128852"/>
              <a:ext cx="140760" cy="61200"/>
            </p14:xfrm>
          </p:contentPart>
        </mc:Choice>
        <mc:Fallback xmlns=""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95350FB9-7BB4-072C-F856-6CB019870FA1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929352" y="3119852"/>
                <a:ext cx="15840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65C7CC82-6C2D-0C0E-01F9-CFC5AD87C656}"/>
                  </a:ext>
                </a:extLst>
              </p14:cNvPr>
              <p14:cNvContentPartPr/>
              <p14:nvPr/>
            </p14:nvContentPartPr>
            <p14:xfrm>
              <a:off x="7925392" y="3423692"/>
              <a:ext cx="256680" cy="151920"/>
            </p14:xfrm>
          </p:contentPart>
        </mc:Choice>
        <mc:Fallback xmlns=""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65C7CC82-6C2D-0C0E-01F9-CFC5AD87C656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916392" y="3415052"/>
                <a:ext cx="274320" cy="16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055E3699-3E8E-A84B-97E9-BC1ED3C1A422}"/>
                  </a:ext>
                </a:extLst>
              </p14:cNvPr>
              <p14:cNvContentPartPr/>
              <p14:nvPr/>
            </p14:nvContentPartPr>
            <p14:xfrm>
              <a:off x="8335072" y="3016172"/>
              <a:ext cx="60480" cy="23220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055E3699-3E8E-A84B-97E9-BC1ED3C1A42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8326072" y="3007172"/>
                <a:ext cx="78120" cy="24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6893CE3B-E605-0192-2FF1-6CFD498F15C3}"/>
                  </a:ext>
                </a:extLst>
              </p14:cNvPr>
              <p14:cNvContentPartPr/>
              <p14:nvPr/>
            </p14:nvContentPartPr>
            <p14:xfrm>
              <a:off x="8595352" y="3057572"/>
              <a:ext cx="282240" cy="14616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6893CE3B-E605-0192-2FF1-6CFD498F15C3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586352" y="3048572"/>
                <a:ext cx="2998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E91549BF-EB14-A8B0-48F0-16C5B9257CD2}"/>
                  </a:ext>
                </a:extLst>
              </p14:cNvPr>
              <p14:cNvContentPartPr/>
              <p14:nvPr/>
            </p14:nvContentPartPr>
            <p14:xfrm>
              <a:off x="8616952" y="3046412"/>
              <a:ext cx="343440" cy="24480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E91549BF-EB14-A8B0-48F0-16C5B9257CD2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607952" y="3037412"/>
                <a:ext cx="36108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6C9E5FB5-E8D0-7D57-6453-B88E0CAB630B}"/>
                  </a:ext>
                </a:extLst>
              </p14:cNvPr>
              <p14:cNvContentPartPr/>
              <p14:nvPr/>
            </p14:nvContentPartPr>
            <p14:xfrm>
              <a:off x="9013672" y="2888732"/>
              <a:ext cx="337320" cy="40932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6C9E5FB5-E8D0-7D57-6453-B88E0CAB630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9005032" y="2879732"/>
                <a:ext cx="354960" cy="42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3EC1809E-7C4D-6F8B-7149-42B481734CB7}"/>
                  </a:ext>
                </a:extLst>
              </p14:cNvPr>
              <p14:cNvContentPartPr/>
              <p14:nvPr/>
            </p14:nvContentPartPr>
            <p14:xfrm>
              <a:off x="9212032" y="2615492"/>
              <a:ext cx="110160" cy="32148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3EC1809E-7C4D-6F8B-7149-42B481734CB7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9203032" y="2606492"/>
                <a:ext cx="127800" cy="33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0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30927A58-484D-2CE0-3286-21208F01729D}"/>
                  </a:ext>
                </a:extLst>
              </p14:cNvPr>
              <p14:cNvContentPartPr/>
              <p14:nvPr/>
            </p14:nvContentPartPr>
            <p14:xfrm>
              <a:off x="9299512" y="2497052"/>
              <a:ext cx="207000" cy="3708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30927A58-484D-2CE0-3286-21208F01729D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9290512" y="2488412"/>
                <a:ext cx="22464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411CDA3-467C-57FA-4BAE-B77CA988BB06}"/>
                  </a:ext>
                </a:extLst>
              </p14:cNvPr>
              <p14:cNvContentPartPr/>
              <p14:nvPr/>
            </p14:nvContentPartPr>
            <p14:xfrm>
              <a:off x="9648352" y="2997812"/>
              <a:ext cx="311040" cy="576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411CDA3-467C-57FA-4BAE-B77CA988BB06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9639712" y="2988812"/>
                <a:ext cx="32868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00D4ABFE-E494-932C-20F8-02433839C9E0}"/>
                  </a:ext>
                </a:extLst>
              </p14:cNvPr>
              <p14:cNvContentPartPr/>
              <p14:nvPr/>
            </p14:nvContentPartPr>
            <p14:xfrm>
              <a:off x="9806032" y="2941652"/>
              <a:ext cx="21960" cy="33552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00D4ABFE-E494-932C-20F8-02433839C9E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797032" y="2932652"/>
                <a:ext cx="3960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9A3D00E8-76E2-4CD3-C29F-44DB2540D75B}"/>
                  </a:ext>
                </a:extLst>
              </p14:cNvPr>
              <p14:cNvContentPartPr/>
              <p14:nvPr/>
            </p14:nvContentPartPr>
            <p14:xfrm>
              <a:off x="10061272" y="2745092"/>
              <a:ext cx="171000" cy="30096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9A3D00E8-76E2-4CD3-C29F-44DB2540D75B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10052272" y="2736452"/>
                <a:ext cx="188640" cy="31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79D7F7B-5825-B0D5-283D-5B9A331407EE}"/>
                  </a:ext>
                </a:extLst>
              </p14:cNvPr>
              <p14:cNvContentPartPr/>
              <p14:nvPr/>
            </p14:nvContentPartPr>
            <p14:xfrm>
              <a:off x="10397872" y="2845172"/>
              <a:ext cx="187920" cy="10476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79D7F7B-5825-B0D5-283D-5B9A331407EE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10389232" y="2836172"/>
                <a:ext cx="2055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5CF7FD6C-8B74-EC3B-7E28-9A11C14D3331}"/>
                  </a:ext>
                </a:extLst>
              </p14:cNvPr>
              <p14:cNvContentPartPr/>
              <p14:nvPr/>
            </p14:nvContentPartPr>
            <p14:xfrm>
              <a:off x="10391752" y="2884772"/>
              <a:ext cx="241560" cy="21888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5CF7FD6C-8B74-EC3B-7E28-9A11C14D3331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0382752" y="2875772"/>
                <a:ext cx="25920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2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878F5A77-5A27-45D3-B608-77C2FAAFACCA}"/>
                  </a:ext>
                </a:extLst>
              </p14:cNvPr>
              <p14:cNvContentPartPr/>
              <p14:nvPr/>
            </p14:nvContentPartPr>
            <p14:xfrm>
              <a:off x="10658152" y="2759132"/>
              <a:ext cx="117720" cy="23112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878F5A77-5A27-45D3-B608-77C2FAAFACCA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10649512" y="2750132"/>
                <a:ext cx="135360" cy="24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4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1D854F22-E86C-FAF1-1466-34D3F1905243}"/>
                  </a:ext>
                </a:extLst>
              </p14:cNvPr>
              <p14:cNvContentPartPr/>
              <p14:nvPr/>
            </p14:nvContentPartPr>
            <p14:xfrm>
              <a:off x="10747432" y="2547812"/>
              <a:ext cx="156240" cy="28296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1D854F22-E86C-FAF1-1466-34D3F1905243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0738432" y="2538812"/>
                <a:ext cx="17388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22DB7A52-3013-4F21-07A3-6486CFE81B9D}"/>
                  </a:ext>
                </a:extLst>
              </p14:cNvPr>
              <p14:cNvContentPartPr/>
              <p14:nvPr/>
            </p14:nvContentPartPr>
            <p14:xfrm>
              <a:off x="11028232" y="2809892"/>
              <a:ext cx="264600" cy="28080"/>
            </p14:xfrm>
          </p:contentPart>
        </mc:Choice>
        <mc:Fallback xmlns=""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22DB7A52-3013-4F21-07A3-6486CFE81B9D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11019592" y="2801252"/>
                <a:ext cx="282240" cy="45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F138617C-A495-506B-804F-52CF6FEA1541}"/>
                  </a:ext>
                </a:extLst>
              </p14:cNvPr>
              <p14:cNvContentPartPr/>
              <p14:nvPr/>
            </p14:nvContentPartPr>
            <p14:xfrm>
              <a:off x="11116432" y="2725652"/>
              <a:ext cx="116640" cy="33228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F138617C-A495-506B-804F-52CF6FEA1541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11107432" y="2716652"/>
                <a:ext cx="134280" cy="34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AD4E07C1-6295-1655-8B5A-E9F0430F030F}"/>
                  </a:ext>
                </a:extLst>
              </p14:cNvPr>
              <p14:cNvContentPartPr/>
              <p14:nvPr/>
            </p14:nvContentPartPr>
            <p14:xfrm>
              <a:off x="8418592" y="3952172"/>
              <a:ext cx="363240" cy="4176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AD4E07C1-6295-1655-8B5A-E9F0430F030F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8409592" y="3943172"/>
                <a:ext cx="380880" cy="5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EEFC895B-0FDC-F2DE-A220-B3BA0C030F41}"/>
                  </a:ext>
                </a:extLst>
              </p14:cNvPr>
              <p14:cNvContentPartPr/>
              <p14:nvPr/>
            </p14:nvContentPartPr>
            <p14:xfrm>
              <a:off x="8648992" y="3853172"/>
              <a:ext cx="28080" cy="290880"/>
            </p14:xfrm>
          </p:contentPart>
        </mc:Choice>
        <mc:Fallback xmlns=""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EEFC895B-0FDC-F2DE-A220-B3BA0C030F41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8639992" y="3844532"/>
                <a:ext cx="45720" cy="30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4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691CA416-D125-AC58-5F45-89C5CA80A933}"/>
                  </a:ext>
                </a:extLst>
              </p14:cNvPr>
              <p14:cNvContentPartPr/>
              <p14:nvPr/>
            </p14:nvContentPartPr>
            <p14:xfrm>
              <a:off x="9026272" y="3734012"/>
              <a:ext cx="257760" cy="34020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691CA416-D125-AC58-5F45-89C5CA80A933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9017632" y="3725012"/>
                <a:ext cx="275400" cy="35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6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016DC106-CC73-9D9C-6F87-B480735333C7}"/>
                  </a:ext>
                </a:extLst>
              </p14:cNvPr>
              <p14:cNvContentPartPr/>
              <p14:nvPr/>
            </p14:nvContentPartPr>
            <p14:xfrm>
              <a:off x="9415432" y="3856772"/>
              <a:ext cx="176400" cy="111600"/>
            </p14:xfrm>
          </p:contentPart>
        </mc:Choice>
        <mc:Fallback xmlns=""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016DC106-CC73-9D9C-6F87-B480735333C7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9406792" y="3847772"/>
                <a:ext cx="1940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8">
            <p14:nvContentPartPr>
              <p14:cNvPr id="132" name="Ink 131">
                <a:extLst>
                  <a:ext uri="{FF2B5EF4-FFF2-40B4-BE49-F238E27FC236}">
                    <a16:creationId xmlns:a16="http://schemas.microsoft.com/office/drawing/2014/main" id="{ABB79AEF-CF40-CB83-B827-CDE0BF943467}"/>
                  </a:ext>
                </a:extLst>
              </p14:cNvPr>
              <p14:cNvContentPartPr/>
              <p14:nvPr/>
            </p14:nvContentPartPr>
            <p14:xfrm>
              <a:off x="9404272" y="3830132"/>
              <a:ext cx="235080" cy="234720"/>
            </p14:xfrm>
          </p:contentPart>
        </mc:Choice>
        <mc:Fallback xmlns="">
          <p:pic>
            <p:nvPicPr>
              <p:cNvPr id="132" name="Ink 131">
                <a:extLst>
                  <a:ext uri="{FF2B5EF4-FFF2-40B4-BE49-F238E27FC236}">
                    <a16:creationId xmlns:a16="http://schemas.microsoft.com/office/drawing/2014/main" id="{ABB79AEF-CF40-CB83-B827-CDE0BF943467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9395272" y="3821492"/>
                <a:ext cx="252720" cy="25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5" name="Ink 134">
                <a:extLst>
                  <a:ext uri="{FF2B5EF4-FFF2-40B4-BE49-F238E27FC236}">
                    <a16:creationId xmlns:a16="http://schemas.microsoft.com/office/drawing/2014/main" id="{7C092D01-321C-B2CA-D1A8-02491454CB54}"/>
                  </a:ext>
                </a:extLst>
              </p14:cNvPr>
              <p14:cNvContentPartPr/>
              <p14:nvPr/>
            </p14:nvContentPartPr>
            <p14:xfrm>
              <a:off x="9746992" y="3667412"/>
              <a:ext cx="323280" cy="349200"/>
            </p14:xfrm>
          </p:contentPart>
        </mc:Choice>
        <mc:Fallback xmlns="">
          <p:pic>
            <p:nvPicPr>
              <p:cNvPr id="135" name="Ink 134">
                <a:extLst>
                  <a:ext uri="{FF2B5EF4-FFF2-40B4-BE49-F238E27FC236}">
                    <a16:creationId xmlns:a16="http://schemas.microsoft.com/office/drawing/2014/main" id="{7C092D01-321C-B2CA-D1A8-02491454CB54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9738352" y="3658412"/>
                <a:ext cx="340920" cy="36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76FEC62D-20D8-9FDF-1340-6F35C1A9746A}"/>
                  </a:ext>
                </a:extLst>
              </p14:cNvPr>
              <p14:cNvContentPartPr/>
              <p14:nvPr/>
            </p14:nvContentPartPr>
            <p14:xfrm>
              <a:off x="9952192" y="3442052"/>
              <a:ext cx="56880" cy="274320"/>
            </p14:xfrm>
          </p:contentPart>
        </mc:Choice>
        <mc:Fallback xmlns=""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76FEC62D-20D8-9FDF-1340-6F35C1A9746A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9943552" y="3433412"/>
                <a:ext cx="7452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E3A4905F-5FB4-7133-06D0-C48196A838FC}"/>
                  </a:ext>
                </a:extLst>
              </p14:cNvPr>
              <p14:cNvContentPartPr/>
              <p14:nvPr/>
            </p14:nvContentPartPr>
            <p14:xfrm>
              <a:off x="10044712" y="3377972"/>
              <a:ext cx="55080" cy="37080"/>
            </p14:xfrm>
          </p:contentPart>
        </mc:Choice>
        <mc:Fallback xmlns=""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E3A4905F-5FB4-7133-06D0-C48196A838FC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10035712" y="3368972"/>
                <a:ext cx="7272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39" name="Ink 138">
                <a:extLst>
                  <a:ext uri="{FF2B5EF4-FFF2-40B4-BE49-F238E27FC236}">
                    <a16:creationId xmlns:a16="http://schemas.microsoft.com/office/drawing/2014/main" id="{6ED98B9B-8F13-88EB-9826-55047B308969}"/>
                  </a:ext>
                </a:extLst>
              </p14:cNvPr>
              <p14:cNvContentPartPr/>
              <p14:nvPr/>
            </p14:nvContentPartPr>
            <p14:xfrm>
              <a:off x="10326592" y="3820052"/>
              <a:ext cx="397080" cy="54360"/>
            </p14:xfrm>
          </p:contentPart>
        </mc:Choice>
        <mc:Fallback xmlns="">
          <p:pic>
            <p:nvPicPr>
              <p:cNvPr id="139" name="Ink 138">
                <a:extLst>
                  <a:ext uri="{FF2B5EF4-FFF2-40B4-BE49-F238E27FC236}">
                    <a16:creationId xmlns:a16="http://schemas.microsoft.com/office/drawing/2014/main" id="{6ED98B9B-8F13-88EB-9826-55047B308969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10317592" y="3811052"/>
                <a:ext cx="4147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396B7A9-9A48-F29F-4732-6D74081A0D36}"/>
                  </a:ext>
                </a:extLst>
              </p14:cNvPr>
              <p14:cNvContentPartPr/>
              <p14:nvPr/>
            </p14:nvContentPartPr>
            <p14:xfrm>
              <a:off x="10550872" y="3741932"/>
              <a:ext cx="24840" cy="39996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396B7A9-9A48-F29F-4732-6D74081A0D36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10542232" y="3732932"/>
                <a:ext cx="42480" cy="41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0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C5F7CD2C-DD8D-9FBD-DECD-624471DF09C1}"/>
                  </a:ext>
                </a:extLst>
              </p14:cNvPr>
              <p14:cNvContentPartPr/>
              <p14:nvPr/>
            </p14:nvContentPartPr>
            <p14:xfrm>
              <a:off x="9881272" y="3423332"/>
              <a:ext cx="293760" cy="2937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C5F7CD2C-DD8D-9FBD-DECD-624471DF09C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9872632" y="3414692"/>
                <a:ext cx="31140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2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5C35D736-FEA4-AC55-FE27-2FAE8354C726}"/>
                  </a:ext>
                </a:extLst>
              </p14:cNvPr>
              <p14:cNvContentPartPr/>
              <p14:nvPr/>
            </p14:nvContentPartPr>
            <p14:xfrm>
              <a:off x="10173232" y="3058652"/>
              <a:ext cx="681840" cy="115200"/>
            </p14:xfrm>
          </p:contentPart>
        </mc:Choice>
        <mc:Fallback xmlns=""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5C35D736-FEA4-AC55-FE27-2FAE8354C72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10164592" y="3049652"/>
                <a:ext cx="699480" cy="132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EB2D4F13-1F14-B81F-AE68-041C9768CE87}"/>
                  </a:ext>
                </a:extLst>
              </p14:cNvPr>
              <p14:cNvContentPartPr/>
              <p14:nvPr/>
            </p14:nvContentPartPr>
            <p14:xfrm>
              <a:off x="11522152" y="3005732"/>
              <a:ext cx="700920" cy="15876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EB2D4F13-1F14-B81F-AE68-041C9768CE87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1513152" y="2997092"/>
                <a:ext cx="71856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54101C03-B39B-1E15-BAE4-CBB71989429A}"/>
                  </a:ext>
                </a:extLst>
              </p14:cNvPr>
              <p14:cNvContentPartPr/>
              <p14:nvPr/>
            </p14:nvContentPartPr>
            <p14:xfrm>
              <a:off x="9016192" y="4099412"/>
              <a:ext cx="1105200" cy="157680"/>
            </p14:xfrm>
          </p:contentPart>
        </mc:Choice>
        <mc:Fallback xmlns=""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54101C03-B39B-1E15-BAE4-CBB71989429A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9007552" y="4090412"/>
                <a:ext cx="1122840" cy="175320"/>
              </a:xfrm>
              <a:prstGeom prst="rect">
                <a:avLst/>
              </a:prstGeom>
            </p:spPr>
          </p:pic>
        </mc:Fallback>
      </mc:AlternateContent>
      <p:grpSp>
        <p:nvGrpSpPr>
          <p:cNvPr id="175" name="Group 174">
            <a:extLst>
              <a:ext uri="{FF2B5EF4-FFF2-40B4-BE49-F238E27FC236}">
                <a16:creationId xmlns:a16="http://schemas.microsoft.com/office/drawing/2014/main" id="{0625F5F2-28D3-6149-D324-839943C3EBD1}"/>
              </a:ext>
            </a:extLst>
          </p:cNvPr>
          <p:cNvGrpSpPr/>
          <p:nvPr/>
        </p:nvGrpSpPr>
        <p:grpSpPr>
          <a:xfrm>
            <a:off x="10876672" y="3422612"/>
            <a:ext cx="1083240" cy="590760"/>
            <a:chOff x="10876672" y="3422612"/>
            <a:chExt cx="1083240" cy="590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9BBBA91-81BA-A8D9-985B-821BEADAE715}"/>
                    </a:ext>
                  </a:extLst>
                </p14:cNvPr>
                <p14:cNvContentPartPr/>
                <p14:nvPr/>
              </p14:nvContentPartPr>
              <p14:xfrm>
                <a:off x="10942912" y="3713852"/>
                <a:ext cx="25560" cy="2916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9BBBA91-81BA-A8D9-985B-821BEADAE71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0933912" y="3704852"/>
                  <a:ext cx="432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BDE75C99-2378-CE5B-ED84-194405C9D999}"/>
                    </a:ext>
                  </a:extLst>
                </p14:cNvPr>
                <p14:cNvContentPartPr/>
                <p14:nvPr/>
              </p14:nvContentPartPr>
              <p14:xfrm>
                <a:off x="11105992" y="3771812"/>
                <a:ext cx="304920" cy="241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BDE75C99-2378-CE5B-ED84-194405C9D99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1097352" y="3762812"/>
                  <a:ext cx="32256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113F8E38-F6A0-EBF4-2831-7107CF13099D}"/>
                    </a:ext>
                  </a:extLst>
                </p14:cNvPr>
                <p14:cNvContentPartPr/>
                <p14:nvPr/>
              </p14:nvContentPartPr>
              <p14:xfrm>
                <a:off x="11432512" y="3622052"/>
                <a:ext cx="262080" cy="2692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113F8E38-F6A0-EBF4-2831-7107CF1309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1423872" y="3613412"/>
                  <a:ext cx="27972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C6FD780-035C-8F7E-9D49-BF25316A8D8B}"/>
                    </a:ext>
                  </a:extLst>
                </p14:cNvPr>
                <p14:cNvContentPartPr/>
                <p14:nvPr/>
              </p14:nvContentPartPr>
              <p14:xfrm>
                <a:off x="11599912" y="3422612"/>
                <a:ext cx="27000" cy="327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C6FD780-035C-8F7E-9D49-BF25316A8D8B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1591272" y="3413972"/>
                  <a:ext cx="4464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46689F16-AA74-EFDC-05BF-141C0F6C3AC5}"/>
                    </a:ext>
                  </a:extLst>
                </p14:cNvPr>
                <p14:cNvContentPartPr/>
                <p14:nvPr/>
              </p14:nvContentPartPr>
              <p14:xfrm>
                <a:off x="10876672" y="3926252"/>
                <a:ext cx="1083240" cy="8136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46689F16-AA74-EFDC-05BF-141C0F6C3AC5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0867672" y="3917252"/>
                  <a:ext cx="1100880" cy="9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340E858B-278C-4198-E782-DE102E1BF227}"/>
              </a:ext>
            </a:extLst>
          </p:cNvPr>
          <p:cNvGrpSpPr/>
          <p:nvPr/>
        </p:nvGrpSpPr>
        <p:grpSpPr>
          <a:xfrm>
            <a:off x="9982792" y="5455532"/>
            <a:ext cx="934920" cy="407880"/>
            <a:chOff x="9982792" y="5455532"/>
            <a:chExt cx="934920" cy="40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0FECC9E4-FE15-2338-B79B-A856C9DB7F83}"/>
                    </a:ext>
                  </a:extLst>
                </p14:cNvPr>
                <p14:cNvContentPartPr/>
                <p14:nvPr/>
              </p14:nvContentPartPr>
              <p14:xfrm>
                <a:off x="9982792" y="5455532"/>
                <a:ext cx="413280" cy="407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0FECC9E4-FE15-2338-B79B-A856C9DB7F83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9973792" y="5446532"/>
                  <a:ext cx="4309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E85CA203-BE0A-C080-F947-53252ACFFE81}"/>
                    </a:ext>
                  </a:extLst>
                </p14:cNvPr>
                <p14:cNvContentPartPr/>
                <p14:nvPr/>
              </p14:nvContentPartPr>
              <p14:xfrm>
                <a:off x="10616392" y="5535452"/>
                <a:ext cx="301320" cy="73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E85CA203-BE0A-C080-F947-53252ACFFE81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0607392" y="5526812"/>
                  <a:ext cx="31896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D5F4DEA-0C75-D4A9-D658-35AF5174317D}"/>
                    </a:ext>
                  </a:extLst>
                </p14:cNvPr>
                <p14:cNvContentPartPr/>
                <p14:nvPr/>
              </p14:nvContentPartPr>
              <p14:xfrm>
                <a:off x="10694152" y="5513852"/>
                <a:ext cx="50040" cy="29448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D5F4DEA-0C75-D4A9-D658-35AF5174317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0685152" y="5504852"/>
                  <a:ext cx="67680" cy="312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DA116D14-6C87-5568-43E9-307EE36A665A}"/>
              </a:ext>
            </a:extLst>
          </p:cNvPr>
          <p:cNvGrpSpPr/>
          <p:nvPr/>
        </p:nvGrpSpPr>
        <p:grpSpPr>
          <a:xfrm>
            <a:off x="9294472" y="4511612"/>
            <a:ext cx="1338480" cy="643680"/>
            <a:chOff x="9294472" y="4511612"/>
            <a:chExt cx="1338480" cy="64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9FF075B-B3FF-FF66-4E07-4869CEFFBE2A}"/>
                    </a:ext>
                  </a:extLst>
                </p14:cNvPr>
                <p14:cNvContentPartPr/>
                <p14:nvPr/>
              </p14:nvContentPartPr>
              <p14:xfrm>
                <a:off x="9294472" y="4578932"/>
                <a:ext cx="97200" cy="4608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9FF075B-B3FF-FF66-4E07-4869CEFFBE2A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9285472" y="4570292"/>
                  <a:ext cx="1148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10717E0-756B-5702-886A-FF5892907FD0}"/>
                    </a:ext>
                  </a:extLst>
                </p14:cNvPr>
                <p14:cNvContentPartPr/>
                <p14:nvPr/>
              </p14:nvContentPartPr>
              <p14:xfrm>
                <a:off x="9725752" y="4769732"/>
                <a:ext cx="102600" cy="1980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10717E0-756B-5702-886A-FF5892907FD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9716752" y="4760732"/>
                  <a:ext cx="12024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D2C3C989-3D1C-FE2F-5F6D-7B5F58C2FF12}"/>
                    </a:ext>
                  </a:extLst>
                </p14:cNvPr>
                <p14:cNvContentPartPr/>
                <p14:nvPr/>
              </p14:nvContentPartPr>
              <p14:xfrm>
                <a:off x="9577792" y="4761452"/>
                <a:ext cx="385560" cy="3290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D2C3C989-3D1C-FE2F-5F6D-7B5F58C2FF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9568792" y="4752452"/>
                  <a:ext cx="403200" cy="34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BBA0058-9C9A-34EF-1AD0-438367BA8E1F}"/>
                    </a:ext>
                  </a:extLst>
                </p14:cNvPr>
                <p14:cNvContentPartPr/>
                <p14:nvPr/>
              </p14:nvContentPartPr>
              <p14:xfrm>
                <a:off x="10049752" y="4685492"/>
                <a:ext cx="321840" cy="3355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BBA0058-9C9A-34EF-1AD0-438367BA8E1F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040752" y="4676492"/>
                  <a:ext cx="33948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5472157A-412E-C342-9D6B-E8E41725C247}"/>
                    </a:ext>
                  </a:extLst>
                </p14:cNvPr>
                <p14:cNvContentPartPr/>
                <p14:nvPr/>
              </p14:nvContentPartPr>
              <p14:xfrm>
                <a:off x="10380232" y="4511612"/>
                <a:ext cx="138600" cy="1879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5472157A-412E-C342-9D6B-E8E41725C247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10371232" y="4502972"/>
                  <a:ext cx="156240" cy="2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A0ABF3AD-6955-1F1D-0B14-D8259B5D162B}"/>
                    </a:ext>
                  </a:extLst>
                </p14:cNvPr>
                <p14:cNvContentPartPr/>
                <p14:nvPr/>
              </p14:nvContentPartPr>
              <p14:xfrm>
                <a:off x="10205272" y="4994732"/>
                <a:ext cx="60480" cy="201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A0ABF3AD-6955-1F1D-0B14-D8259B5D162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10196272" y="4985732"/>
                  <a:ext cx="7812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73160B3A-7693-1B6C-EE9F-E34724EF17A1}"/>
                    </a:ext>
                  </a:extLst>
                </p14:cNvPr>
                <p14:cNvContentPartPr/>
                <p14:nvPr/>
              </p14:nvContentPartPr>
              <p14:xfrm>
                <a:off x="10607392" y="4622492"/>
                <a:ext cx="25560" cy="208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73160B3A-7693-1B6C-EE9F-E34724EF17A1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598752" y="4613852"/>
                  <a:ext cx="432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2C78D9C1-5DDC-2430-F99B-726303999955}"/>
                    </a:ext>
                  </a:extLst>
                </p14:cNvPr>
                <p14:cNvContentPartPr/>
                <p14:nvPr/>
              </p14:nvContentPartPr>
              <p14:xfrm>
                <a:off x="9386992" y="5144132"/>
                <a:ext cx="24120" cy="68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2C78D9C1-5DDC-2430-F99B-72630399995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9377992" y="5135132"/>
                  <a:ext cx="4176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DB47CBBF-C3E1-B4BB-2136-3E74432E5B80}"/>
                    </a:ext>
                  </a:extLst>
                </p14:cNvPr>
                <p14:cNvContentPartPr/>
                <p14:nvPr/>
              </p14:nvContentPartPr>
              <p14:xfrm>
                <a:off x="10469512" y="5124332"/>
                <a:ext cx="34920" cy="30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DB47CBBF-C3E1-B4BB-2136-3E74432E5B80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10460512" y="5115692"/>
                  <a:ext cx="5256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62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A8CAB82E-63B3-C57F-7FA3-D2584005C3D6}"/>
                  </a:ext>
                </a:extLst>
              </p14:cNvPr>
              <p14:cNvContentPartPr/>
              <p14:nvPr/>
            </p14:nvContentPartPr>
            <p14:xfrm>
              <a:off x="8745832" y="6340412"/>
              <a:ext cx="50040" cy="7200"/>
            </p14:xfrm>
          </p:contentPart>
        </mc:Choice>
        <mc:Fallback xmlns=""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A8CAB82E-63B3-C57F-7FA3-D2584005C3D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8736832" y="6331772"/>
                <a:ext cx="6768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511970DC-776B-9E77-ECC9-D01F17759E01}"/>
              </a:ext>
            </a:extLst>
          </p:cNvPr>
          <p:cNvGrpSpPr/>
          <p:nvPr/>
        </p:nvGrpSpPr>
        <p:grpSpPr>
          <a:xfrm>
            <a:off x="11356192" y="5354012"/>
            <a:ext cx="82080" cy="488520"/>
            <a:chOff x="11356192" y="5354012"/>
            <a:chExt cx="82080" cy="488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68102296-A67E-738A-9E2E-5D05700ACC11}"/>
                    </a:ext>
                  </a:extLst>
                </p14:cNvPr>
                <p14:cNvContentPartPr/>
                <p14:nvPr/>
              </p14:nvContentPartPr>
              <p14:xfrm>
                <a:off x="11356192" y="5354012"/>
                <a:ext cx="54000" cy="4460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68102296-A67E-738A-9E2E-5D05700ACC11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11347552" y="5345372"/>
                  <a:ext cx="71640" cy="46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5FB10AB0-E356-35B1-089B-EFD3D9379703}"/>
                    </a:ext>
                  </a:extLst>
                </p14:cNvPr>
                <p14:cNvContentPartPr/>
                <p14:nvPr/>
              </p14:nvContentPartPr>
              <p14:xfrm>
                <a:off x="11409832" y="5828492"/>
                <a:ext cx="28440" cy="1404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5FB10AB0-E356-35B1-089B-EFD3D937970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11400832" y="5819492"/>
                  <a:ext cx="46080" cy="3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068F59E7-29DE-C324-0340-A4635DF1038E}"/>
              </a:ext>
            </a:extLst>
          </p:cNvPr>
          <p:cNvGrpSpPr/>
          <p:nvPr/>
        </p:nvGrpSpPr>
        <p:grpSpPr>
          <a:xfrm>
            <a:off x="10245232" y="6000572"/>
            <a:ext cx="1962360" cy="817560"/>
            <a:chOff x="10245232" y="6000572"/>
            <a:chExt cx="1962360" cy="81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F370BEAE-26DB-82A9-6890-50FD7132AE62}"/>
                    </a:ext>
                  </a:extLst>
                </p14:cNvPr>
                <p14:cNvContentPartPr/>
                <p14:nvPr/>
              </p14:nvContentPartPr>
              <p14:xfrm>
                <a:off x="10350712" y="6050972"/>
                <a:ext cx="74520" cy="3492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F370BEAE-26DB-82A9-6890-50FD7132AE62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10342072" y="6042332"/>
                  <a:ext cx="921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D30C279-2453-630C-000D-443377652471}"/>
                    </a:ext>
                  </a:extLst>
                </p14:cNvPr>
                <p14:cNvContentPartPr/>
                <p14:nvPr/>
              </p14:nvContentPartPr>
              <p14:xfrm>
                <a:off x="10245232" y="6369212"/>
                <a:ext cx="246240" cy="4392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D30C279-2453-630C-000D-443377652471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36232" y="6360212"/>
                  <a:ext cx="2638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2ADE493-4B7D-F50E-7D75-0E770147DBE7}"/>
                    </a:ext>
                  </a:extLst>
                </p14:cNvPr>
                <p14:cNvContentPartPr/>
                <p14:nvPr/>
              </p14:nvContentPartPr>
              <p14:xfrm>
                <a:off x="10500112" y="6569012"/>
                <a:ext cx="129240" cy="565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2ADE493-4B7D-F50E-7D75-0E770147DBE7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91112" y="6560372"/>
                  <a:ext cx="146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42F08D1-90F5-6F70-8DF9-581C3E88FA18}"/>
                    </a:ext>
                  </a:extLst>
                </p14:cNvPr>
                <p14:cNvContentPartPr/>
                <p14:nvPr/>
              </p14:nvContentPartPr>
              <p14:xfrm>
                <a:off x="10952992" y="6166532"/>
                <a:ext cx="186480" cy="32040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42F08D1-90F5-6F70-8DF9-581C3E88FA18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44352" y="6157532"/>
                  <a:ext cx="20412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B8112DE6-12EE-AED3-2C59-97368BD1F394}"/>
                    </a:ext>
                  </a:extLst>
                </p14:cNvPr>
                <p14:cNvContentPartPr/>
                <p14:nvPr/>
              </p14:nvContentPartPr>
              <p14:xfrm>
                <a:off x="11330632" y="6090212"/>
                <a:ext cx="51480" cy="2448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B8112DE6-12EE-AED3-2C59-97368BD1F394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1321992" y="6081212"/>
                  <a:ext cx="6912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18997C5C-0045-B8BD-4043-67E18E3BED6D}"/>
                    </a:ext>
                  </a:extLst>
                </p14:cNvPr>
                <p14:cNvContentPartPr/>
                <p14:nvPr/>
              </p14:nvContentPartPr>
              <p14:xfrm>
                <a:off x="10831672" y="6203972"/>
                <a:ext cx="279720" cy="61416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8997C5C-0045-B8BD-4043-67E18E3BED6D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10822672" y="6195332"/>
                  <a:ext cx="29736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D43666B7-F352-9295-279C-8256E54009BD}"/>
                    </a:ext>
                  </a:extLst>
                </p14:cNvPr>
                <p14:cNvContentPartPr/>
                <p14:nvPr/>
              </p14:nvContentPartPr>
              <p14:xfrm>
                <a:off x="11333152" y="6106412"/>
                <a:ext cx="149040" cy="49932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D43666B7-F352-9295-279C-8256E54009B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11324152" y="6097412"/>
                  <a:ext cx="166680" cy="51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194EBE81-692F-4ED5-5CDB-76FF626D904F}"/>
                    </a:ext>
                  </a:extLst>
                </p14:cNvPr>
                <p14:cNvContentPartPr/>
                <p14:nvPr/>
              </p14:nvContentPartPr>
              <p14:xfrm>
                <a:off x="11464552" y="6000572"/>
                <a:ext cx="326880" cy="1396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194EBE81-692F-4ED5-5CDB-76FF626D904F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11455912" y="5991572"/>
                  <a:ext cx="34452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5D52BADF-5BFB-5607-4A0F-0637D22198E1}"/>
                    </a:ext>
                  </a:extLst>
                </p14:cNvPr>
                <p14:cNvContentPartPr/>
                <p14:nvPr/>
              </p14:nvContentPartPr>
              <p14:xfrm>
                <a:off x="11635552" y="6443732"/>
                <a:ext cx="39960" cy="23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5D52BADF-5BFB-5607-4A0F-0637D22198E1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11626912" y="6435092"/>
                  <a:ext cx="576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A55F0258-47B5-D2BA-8EAC-61B4E432FF89}"/>
                    </a:ext>
                  </a:extLst>
                </p14:cNvPr>
                <p14:cNvContentPartPr/>
                <p14:nvPr/>
              </p14:nvContentPartPr>
              <p14:xfrm>
                <a:off x="11699632" y="6528692"/>
                <a:ext cx="507960" cy="21600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A55F0258-47B5-D2BA-8EAC-61B4E432FF89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11690992" y="6520052"/>
                  <a:ext cx="525600" cy="233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094230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roup 46">
            <a:extLst>
              <a:ext uri="{FF2B5EF4-FFF2-40B4-BE49-F238E27FC236}">
                <a16:creationId xmlns:a16="http://schemas.microsoft.com/office/drawing/2014/main" id="{FBE532D6-E59E-B337-ECF8-E4BD5D2F950E}"/>
              </a:ext>
            </a:extLst>
          </p:cNvPr>
          <p:cNvGrpSpPr/>
          <p:nvPr/>
        </p:nvGrpSpPr>
        <p:grpSpPr>
          <a:xfrm>
            <a:off x="957952" y="509442"/>
            <a:ext cx="10541520" cy="4732200"/>
            <a:chOff x="957952" y="509442"/>
            <a:chExt cx="10541520" cy="473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75732E-75AD-E249-5105-DB8804E0677A}"/>
                    </a:ext>
                  </a:extLst>
                </p14:cNvPr>
                <p14:cNvContentPartPr/>
                <p14:nvPr/>
              </p14:nvContentPartPr>
              <p14:xfrm>
                <a:off x="1307872" y="1813722"/>
                <a:ext cx="193320" cy="102816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75732E-75AD-E249-5105-DB8804E0677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99232" y="1805082"/>
                  <a:ext cx="210960" cy="10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56EFB2E-8B8A-1051-FE57-D788C4A59339}"/>
                    </a:ext>
                  </a:extLst>
                </p14:cNvPr>
                <p14:cNvContentPartPr/>
                <p14:nvPr/>
              </p14:nvContentPartPr>
              <p14:xfrm>
                <a:off x="1484632" y="1626522"/>
                <a:ext cx="858240" cy="672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56EFB2E-8B8A-1051-FE57-D788C4A5933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75632" y="1617882"/>
                  <a:ext cx="87588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6611F76-4D0C-EBB2-A95E-C266F183FECD}"/>
                    </a:ext>
                  </a:extLst>
                </p14:cNvPr>
                <p14:cNvContentPartPr/>
                <p14:nvPr/>
              </p14:nvContentPartPr>
              <p14:xfrm>
                <a:off x="2349712" y="1039722"/>
                <a:ext cx="209520" cy="556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6611F76-4D0C-EBB2-A95E-C266F183FEC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40712" y="1031082"/>
                  <a:ext cx="227160" cy="57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41FCAB-B8F6-FD05-76AB-1C3C91FC3AA3}"/>
                    </a:ext>
                  </a:extLst>
                </p14:cNvPr>
                <p14:cNvContentPartPr/>
                <p14:nvPr/>
              </p14:nvContentPartPr>
              <p14:xfrm>
                <a:off x="2128312" y="961242"/>
                <a:ext cx="1125000" cy="4564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41FCAB-B8F6-FD05-76AB-1C3C91FC3AA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9672" y="952602"/>
                  <a:ext cx="114264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9F0616F-DC16-029C-2B39-42A23FAC5FE1}"/>
                    </a:ext>
                  </a:extLst>
                </p14:cNvPr>
                <p14:cNvContentPartPr/>
                <p14:nvPr/>
              </p14:nvContentPartPr>
              <p14:xfrm>
                <a:off x="3571912" y="1175442"/>
                <a:ext cx="1474200" cy="22809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9F0616F-DC16-029C-2B39-42A23FAC5FE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62912" y="1166802"/>
                  <a:ext cx="1491840" cy="229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5231682-3644-C4BA-4C66-7A23616DE313}"/>
                    </a:ext>
                  </a:extLst>
                </p14:cNvPr>
                <p14:cNvContentPartPr/>
                <p14:nvPr/>
              </p14:nvContentPartPr>
              <p14:xfrm>
                <a:off x="4901392" y="1166082"/>
                <a:ext cx="84600" cy="381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5231682-3644-C4BA-4C66-7A23616DE31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892752" y="1157442"/>
                  <a:ext cx="1022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0D1E852-BB00-3A79-D24E-6831FF997E2B}"/>
                    </a:ext>
                  </a:extLst>
                </p14:cNvPr>
                <p14:cNvContentPartPr/>
                <p14:nvPr/>
              </p14:nvContentPartPr>
              <p14:xfrm>
                <a:off x="5369392" y="1082202"/>
                <a:ext cx="263520" cy="974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0D1E852-BB00-3A79-D24E-6831FF997E2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60392" y="1073562"/>
                  <a:ext cx="281160" cy="9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4FE6717-E92C-131E-7B4E-B962BB98DB0C}"/>
                    </a:ext>
                  </a:extLst>
                </p14:cNvPr>
                <p14:cNvContentPartPr/>
                <p14:nvPr/>
              </p14:nvContentPartPr>
              <p14:xfrm>
                <a:off x="5862232" y="1542642"/>
                <a:ext cx="50040" cy="65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4FE6717-E92C-131E-7B4E-B962BB98DB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853232" y="1534002"/>
                  <a:ext cx="6768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55AE81-739A-F6BF-F4E7-78EDA8EA1D23}"/>
                    </a:ext>
                  </a:extLst>
                </p14:cNvPr>
                <p14:cNvContentPartPr/>
                <p14:nvPr/>
              </p14:nvContentPartPr>
              <p14:xfrm>
                <a:off x="6454072" y="1276242"/>
                <a:ext cx="1535400" cy="45864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55AE81-739A-F6BF-F4E7-78EDA8EA1D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445072" y="1267602"/>
                  <a:ext cx="15530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277810-F993-8DC6-9A96-B4722E7B08EA}"/>
                    </a:ext>
                  </a:extLst>
                </p14:cNvPr>
                <p14:cNvContentPartPr/>
                <p14:nvPr/>
              </p14:nvContentPartPr>
              <p14:xfrm>
                <a:off x="7343632" y="660642"/>
                <a:ext cx="831600" cy="1491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277810-F993-8DC6-9A96-B4722E7B08E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334632" y="651642"/>
                  <a:ext cx="849240" cy="150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8B6B90B-4CEE-F420-0209-2907CB3E1FB6}"/>
                    </a:ext>
                  </a:extLst>
                </p14:cNvPr>
                <p14:cNvContentPartPr/>
                <p14:nvPr/>
              </p14:nvContentPartPr>
              <p14:xfrm>
                <a:off x="6033232" y="2962122"/>
                <a:ext cx="150840" cy="6202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8B6B90B-4CEE-F420-0209-2907CB3E1FB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024232" y="2953482"/>
                  <a:ext cx="168480" cy="63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4162203-EA9E-D533-C02C-4A7506D3F8AE}"/>
                    </a:ext>
                  </a:extLst>
                </p14:cNvPr>
                <p14:cNvContentPartPr/>
                <p14:nvPr/>
              </p14:nvContentPartPr>
              <p14:xfrm>
                <a:off x="6076432" y="2530122"/>
                <a:ext cx="1297800" cy="9514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4162203-EA9E-D533-C02C-4A7506D3F8A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067792" y="2521122"/>
                  <a:ext cx="1315440" cy="9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FB81B3-FA43-C65E-BA49-81BA28C06B0C}"/>
                    </a:ext>
                  </a:extLst>
                </p14:cNvPr>
                <p14:cNvContentPartPr/>
                <p14:nvPr/>
              </p14:nvContentPartPr>
              <p14:xfrm>
                <a:off x="7426432" y="2540922"/>
                <a:ext cx="235440" cy="412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FB81B3-FA43-C65E-BA49-81BA28C06B0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417792" y="2531922"/>
                  <a:ext cx="25308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E86421C-4F91-8BB8-7631-1E258D2F1991}"/>
                    </a:ext>
                  </a:extLst>
                </p14:cNvPr>
                <p14:cNvContentPartPr/>
                <p14:nvPr/>
              </p14:nvContentPartPr>
              <p14:xfrm>
                <a:off x="7952032" y="2214762"/>
                <a:ext cx="362880" cy="3643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E86421C-4F91-8BB8-7631-1E258D2F199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43392" y="2205762"/>
                  <a:ext cx="380520" cy="38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1593BE6B-BE20-F4E5-B9BC-E0D6E3B70847}"/>
                    </a:ext>
                  </a:extLst>
                </p14:cNvPr>
                <p14:cNvContentPartPr/>
                <p14:nvPr/>
              </p14:nvContentPartPr>
              <p14:xfrm>
                <a:off x="8338672" y="1773762"/>
                <a:ext cx="384840" cy="75024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1593BE6B-BE20-F4E5-B9BC-E0D6E3B7084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330032" y="1764762"/>
                  <a:ext cx="402480" cy="76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F50F982-5390-95EA-B8A5-074E99E90FAF}"/>
                    </a:ext>
                  </a:extLst>
                </p14:cNvPr>
                <p14:cNvContentPartPr/>
                <p14:nvPr/>
              </p14:nvContentPartPr>
              <p14:xfrm>
                <a:off x="8970472" y="1805802"/>
                <a:ext cx="6840" cy="29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F50F982-5390-95EA-B8A5-074E99E90FAF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961472" y="1796802"/>
                  <a:ext cx="244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0B1E562-7C33-5288-7813-99026A981628}"/>
                    </a:ext>
                  </a:extLst>
                </p14:cNvPr>
                <p14:cNvContentPartPr/>
                <p14:nvPr/>
              </p14:nvContentPartPr>
              <p14:xfrm>
                <a:off x="7735312" y="2166522"/>
                <a:ext cx="508320" cy="198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0B1E562-7C33-5288-7813-99026A9816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726312" y="2157522"/>
                  <a:ext cx="525960" cy="21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911E2EF-BFDD-B401-BA54-4DA32FE360E4}"/>
                    </a:ext>
                  </a:extLst>
                </p14:cNvPr>
                <p14:cNvContentPartPr/>
                <p14:nvPr/>
              </p14:nvContentPartPr>
              <p14:xfrm>
                <a:off x="9203032" y="1108122"/>
                <a:ext cx="245880" cy="7635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911E2EF-BFDD-B401-BA54-4DA32FE360E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194392" y="1099482"/>
                  <a:ext cx="263520" cy="78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BEF337C-891B-669C-8714-9897BBD75807}"/>
                    </a:ext>
                  </a:extLst>
                </p14:cNvPr>
                <p14:cNvContentPartPr/>
                <p14:nvPr/>
              </p14:nvContentPartPr>
              <p14:xfrm>
                <a:off x="8942032" y="641922"/>
                <a:ext cx="626040" cy="415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BEF337C-891B-669C-8714-9897BBD7580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33032" y="632922"/>
                  <a:ext cx="6436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4CD121F5-F2A1-280E-7DC2-B26B279CC108}"/>
                    </a:ext>
                  </a:extLst>
                </p14:cNvPr>
                <p14:cNvContentPartPr/>
                <p14:nvPr/>
              </p14:nvContentPartPr>
              <p14:xfrm>
                <a:off x="9353152" y="1844682"/>
                <a:ext cx="393480" cy="50688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4CD121F5-F2A1-280E-7DC2-B26B279CC10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344152" y="1836042"/>
                  <a:ext cx="41112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001E9B5-AFDE-6058-CFC2-B89DE8E3198A}"/>
                    </a:ext>
                  </a:extLst>
                </p14:cNvPr>
                <p14:cNvContentPartPr/>
                <p14:nvPr/>
              </p14:nvContentPartPr>
              <p14:xfrm>
                <a:off x="9675712" y="966642"/>
                <a:ext cx="380520" cy="8910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001E9B5-AFDE-6058-CFC2-B89DE8E3198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667072" y="958002"/>
                  <a:ext cx="398160" cy="90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31E11D4-4CDB-D054-4248-B74E7D5AE69A}"/>
                    </a:ext>
                  </a:extLst>
                </p14:cNvPr>
                <p14:cNvContentPartPr/>
                <p14:nvPr/>
              </p14:nvContentPartPr>
              <p14:xfrm>
                <a:off x="9944992" y="550842"/>
                <a:ext cx="1435680" cy="928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31E11D4-4CDB-D054-4248-B74E7D5AE69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36352" y="541842"/>
                  <a:ext cx="1453320" cy="9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DA40B1-9DAC-51A1-7D6E-35A44363B32F}"/>
                    </a:ext>
                  </a:extLst>
                </p14:cNvPr>
                <p14:cNvContentPartPr/>
                <p14:nvPr/>
              </p14:nvContentPartPr>
              <p14:xfrm>
                <a:off x="11460952" y="509442"/>
                <a:ext cx="38520" cy="165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DA40B1-9DAC-51A1-7D6E-35A44363B32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51952" y="500442"/>
                  <a:ext cx="561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508134-3091-A08C-76FF-A96C3AC9B90D}"/>
                    </a:ext>
                  </a:extLst>
                </p14:cNvPr>
                <p14:cNvContentPartPr/>
                <p14:nvPr/>
              </p14:nvContentPartPr>
              <p14:xfrm>
                <a:off x="9687232" y="1860522"/>
                <a:ext cx="1440720" cy="1157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508134-3091-A08C-76FF-A96C3AC9B90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678592" y="1851882"/>
                  <a:ext cx="1458360" cy="11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E817467-E4E2-AE79-62CB-58F0540AA9E6}"/>
                    </a:ext>
                  </a:extLst>
                </p14:cNvPr>
                <p14:cNvContentPartPr/>
                <p14:nvPr/>
              </p14:nvContentPartPr>
              <p14:xfrm>
                <a:off x="10814392" y="1852602"/>
                <a:ext cx="366120" cy="616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E817467-E4E2-AE79-62CB-58F0540AA9E6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805752" y="1843602"/>
                  <a:ext cx="383760" cy="63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564EFBD-7099-8C1E-D617-0DCEA103DC73}"/>
                    </a:ext>
                  </a:extLst>
                </p14:cNvPr>
                <p14:cNvContentPartPr/>
                <p14:nvPr/>
              </p14:nvContentPartPr>
              <p14:xfrm>
                <a:off x="11405872" y="2086962"/>
                <a:ext cx="20880" cy="15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564EFBD-7099-8C1E-D617-0DCEA103DC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397232" y="2078322"/>
                  <a:ext cx="38520" cy="3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F1B60E3-74E1-3D0E-A9E6-211E3AF70C59}"/>
                    </a:ext>
                  </a:extLst>
                </p14:cNvPr>
                <p14:cNvContentPartPr/>
                <p14:nvPr/>
              </p14:nvContentPartPr>
              <p14:xfrm>
                <a:off x="11385712" y="2259402"/>
                <a:ext cx="18360" cy="12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F1B60E3-74E1-3D0E-A9E6-211E3AF70C5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376712" y="2250402"/>
                  <a:ext cx="360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3D30CC8-8211-4742-FFD9-6CBE0A06F712}"/>
                    </a:ext>
                  </a:extLst>
                </p14:cNvPr>
                <p14:cNvContentPartPr/>
                <p14:nvPr/>
              </p14:nvContentPartPr>
              <p14:xfrm>
                <a:off x="8414632" y="1539402"/>
                <a:ext cx="1312560" cy="20620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3D30CC8-8211-4742-FFD9-6CBE0A06F71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405632" y="1530762"/>
                  <a:ext cx="1330200" cy="20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A12CB96B-7AE2-F5DB-A6F2-0009551E5D0D}"/>
                    </a:ext>
                  </a:extLst>
                </p14:cNvPr>
                <p14:cNvContentPartPr/>
                <p14:nvPr/>
              </p14:nvContentPartPr>
              <p14:xfrm>
                <a:off x="6385672" y="3284682"/>
                <a:ext cx="9000" cy="34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A12CB96B-7AE2-F5DB-A6F2-0009551E5D0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376672" y="3276042"/>
                  <a:ext cx="26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5CA378E-9DAF-4857-D203-3D79E28831F5}"/>
                    </a:ext>
                  </a:extLst>
                </p14:cNvPr>
                <p14:cNvContentPartPr/>
                <p14:nvPr/>
              </p14:nvContentPartPr>
              <p14:xfrm>
                <a:off x="4628512" y="3233202"/>
                <a:ext cx="1285920" cy="54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5CA378E-9DAF-4857-D203-3D79E28831F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4619512" y="3224202"/>
                  <a:ext cx="1303560" cy="56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2A330E1-0BBF-3970-4CB7-DDBE3A12797E}"/>
                    </a:ext>
                  </a:extLst>
                </p14:cNvPr>
                <p14:cNvContentPartPr/>
                <p14:nvPr/>
              </p14:nvContentPartPr>
              <p14:xfrm>
                <a:off x="4543912" y="3300882"/>
                <a:ext cx="772560" cy="1020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2A330E1-0BBF-3970-4CB7-DDBE3A1279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35272" y="3291882"/>
                  <a:ext cx="790200" cy="10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AED7C2D-97A5-EC71-C14E-63308DF3610D}"/>
                    </a:ext>
                  </a:extLst>
                </p14:cNvPr>
                <p14:cNvContentPartPr/>
                <p14:nvPr/>
              </p14:nvContentPartPr>
              <p14:xfrm>
                <a:off x="957952" y="4719282"/>
                <a:ext cx="738720" cy="5061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AED7C2D-97A5-EC71-C14E-63308DF3610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48952" y="4710282"/>
                  <a:ext cx="756360" cy="52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F4185C-E925-94E1-F025-2B24DA128D7B}"/>
                    </a:ext>
                  </a:extLst>
                </p14:cNvPr>
                <p14:cNvContentPartPr/>
                <p14:nvPr/>
              </p14:nvContentPartPr>
              <p14:xfrm>
                <a:off x="1737352" y="4342362"/>
                <a:ext cx="218520" cy="315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F4185C-E925-94E1-F025-2B24DA128D7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728352" y="4333722"/>
                  <a:ext cx="2361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5823E6D-7C28-BA2B-09E3-8E5BCFED60FC}"/>
                    </a:ext>
                  </a:extLst>
                </p14:cNvPr>
                <p14:cNvContentPartPr/>
                <p14:nvPr/>
              </p14:nvContentPartPr>
              <p14:xfrm>
                <a:off x="1748872" y="3994602"/>
                <a:ext cx="899640" cy="680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5823E6D-7C28-BA2B-09E3-8E5BCFED60F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740232" y="3985602"/>
                  <a:ext cx="917280" cy="69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CF6185F-D6AD-768F-2ABE-12A93175B5F1}"/>
                    </a:ext>
                  </a:extLst>
                </p14:cNvPr>
                <p14:cNvContentPartPr/>
                <p14:nvPr/>
              </p14:nvContentPartPr>
              <p14:xfrm>
                <a:off x="2757952" y="3600762"/>
                <a:ext cx="477720" cy="246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CF6185F-D6AD-768F-2ABE-12A93175B5F1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48952" y="3591762"/>
                  <a:ext cx="495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FF9EF7-526C-FA4C-716F-284C00967D0D}"/>
                    </a:ext>
                  </a:extLst>
                </p14:cNvPr>
                <p14:cNvContentPartPr/>
                <p14:nvPr/>
              </p14:nvContentPartPr>
              <p14:xfrm>
                <a:off x="2811592" y="4731522"/>
                <a:ext cx="358920" cy="5101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FF9EF7-526C-FA4C-716F-284C00967D0D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02592" y="4722882"/>
                  <a:ext cx="376560" cy="52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A099FDC-B180-501E-DA02-62798EA3E28C}"/>
                    </a:ext>
                  </a:extLst>
                </p14:cNvPr>
                <p14:cNvContentPartPr/>
                <p14:nvPr/>
              </p14:nvContentPartPr>
              <p14:xfrm>
                <a:off x="3087712" y="4267842"/>
                <a:ext cx="565200" cy="797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A099FDC-B180-501E-DA02-62798EA3E28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078712" y="4259202"/>
                  <a:ext cx="582840" cy="81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226B30B-CDCC-0E03-3E6A-A674907D6618}"/>
                    </a:ext>
                  </a:extLst>
                </p14:cNvPr>
                <p14:cNvContentPartPr/>
                <p14:nvPr/>
              </p14:nvContentPartPr>
              <p14:xfrm>
                <a:off x="3484072" y="4071282"/>
                <a:ext cx="864000" cy="4230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226B30B-CDCC-0E03-3E6A-A674907D661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475072" y="4062642"/>
                  <a:ext cx="88164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FCB1D6-C5D4-5EC5-1267-1A4AAB5C6B99}"/>
                    </a:ext>
                  </a:extLst>
                </p14:cNvPr>
                <p14:cNvContentPartPr/>
                <p14:nvPr/>
              </p14:nvContentPartPr>
              <p14:xfrm>
                <a:off x="3902392" y="4794162"/>
                <a:ext cx="489240" cy="434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FCB1D6-C5D4-5EC5-1267-1A4AAB5C6B9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93752" y="4785522"/>
                  <a:ext cx="506880" cy="451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28809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44822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5451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6947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10072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0934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9555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266</TotalTime>
  <Words>214</Words>
  <Application>Microsoft Office PowerPoint</Application>
  <PresentationFormat>Widescreen</PresentationFormat>
  <Paragraphs>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Aptos Display</vt:lpstr>
      <vt:lpstr>Arial</vt:lpstr>
      <vt:lpstr>Consolas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2026-02-02T09:43:29Z</dcterms:created>
  <dcterms:modified xsi:type="dcterms:W3CDTF">2026-02-04T09:18:18Z</dcterms:modified>
</cp:coreProperties>
</file>