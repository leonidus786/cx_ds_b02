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33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0 612 5372,'298'-66'389,"-123"-40"147,32-17-252,34-7-20,-16 31-840,-34 41-1277,-20 28 421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7.2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1199 1 2592,'-4'-1'73,"0"1"0,1 0 0,-1 0 0,0 0 0,1 1 0,-1-1 0,1 1 0,-1 0 0,1 0 0,-1 0 0,1 1 0,-1-1 0,1 1 0,0-1 0,0 1 0,0 0 0,-4 3 0,6-4-36,0 0 1,0 0-1,-1-1 1,1 1-1,-1-1 1,1 1-1,0-1 1,-1 0-1,1 0 1,-1 1-1,1-1 1,-1 0-1,1 0 1,-1 0-1,-2-1 1,-2 1 70,-21 3 208,1 2-1,-1 0 1,1 2-1,0 1 1,1 1-1,-44 22 0,32-10-84,0 2 1,2 2-1,-59 52 0,-198 204 323,243-227-519,1 3-1,3 2 1,-45 77 0,66-94-3,2 1 1,2 1-1,2 1 0,1 0 0,-19 92 0,31-103-24,1 0 0,2 0 0,2 1-1,1-1 1,1 0 0,2 1 0,1-1-1,2-1 1,2 1 0,0-1 0,3-1-1,0 0 1,27 47 0,-23-51 0,1 0 1,1-2 0,1 0-1,2-1 1,1-1-1,0 0 1,2-2-1,1-1 1,0-1-1,1-1 1,2-1 0,0-2-1,0-1 1,44 17-1,-47-23-9,1 0-1,0-2 1,1-1 0,-1-2-1,1 0 1,0-2 0,0-1-1,0-1 1,0-1 0,0-1-1,0-2 1,0 0 0,-1-2-1,0-1 1,0-1 0,0-1-1,-1-2 1,-1 0 0,30-19-1,-30 15 1,0-2-1,-1-1 1,0-1-1,-2-1 1,0-1-1,-2 0 1,0-2-1,-1 0 0,-2-1 1,0-1-1,14-31 1,2-13-5,-4-2 1,32-119-1,5-155-27,-53 248 6,-5 0 1,-7-149-1,-1 236 35,0-26 13,-2-1-1,-2 1 1,-1 0 0,-17-57-1,20 85-18,0 0 0,-1 0 0,0 0-1,0 0 1,0 0 0,-1 1 0,0 0 0,-1 0-1,0 0 1,0 1 0,0 0 0,-1 0 0,1 0 0,-2 1-1,1 0 1,0 0 0,-1 1 0,0 0 0,0 0-1,0 1 1,-1 0 0,1 1 0,-1-1 0,-15-1-1,7 3-87,1 1-1,-1 0 0,1 1 0,-1 1 0,1 1 0,0 0 0,-29 10 0,-110 51-1971,126-50 1366,-81 38-1730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0.7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1732 236 5473,'0'0'109,"1"0"0,0 0 1,0 0-1,-1 0 1,1 0-1,0 0 0,-1 0 1,1 0-1,0 0 1,-1 0-1,1 0 0,0-1 1,-1 1-1,1 0 1,0 0-1,-1-1 0,1 1 1,0 0-1,-1-1 1,1 1-1,-1-1 0,1 1 1,-1-1-1,1 1 1,0-2-1,-3-15 2636,1 10-2786,0 5 910,0-2-51,-1-4-628,1 0 0,-2 0 0,1 1 0,-1-1 0,0 1 0,-1 0 0,0 0 0,0 0 0,0 1-1,-1-1 1,0 1 0,0 0 0,-1 0 0,0 1 0,-10-8 0,-1 3-100,0 0 0,-1 1 0,0 1 0,-1 1-1,1 0 1,-2 1 0,1 2 0,-21-4 0,-12 2 98,-94-1 0,85 7-219,1 3 0,-1 3 1,1 2-1,-81 22 1,138-29 65,-67 11 93,69-10-129,-1-1 0,1 1-1,0 0 1,0-1 0,1 1-1,-1 0 1,0 0-1,1 0 1,-1 0 0,1-1-1,-1 1 1,1 0 0,0 3-1,-1 1-21,-21 51-71,11-31 249,-12 48 0,-27 81 391,21-75-182,-98 238 810,27-76-654,-21 91 129,-89 397 0,184-626-595,-21 121 14,24-109-95,12-71 70,-5 57 0,12-45-60,20-27 67,-15-28-44,1 1 0,0-1 0,0 0 0,0 0 0,0 0 1,0-1-1,0 1 0,0 0 0,0-1 0,5 2 0,4 5 4,-4-1-33,-7-5 26,1-1 1,0 1-1,1-1 0,-1 0 0,0 1 1,0-1-1,0 0 0,1 0 0,-1 0 1,1 0-1,-1 0 0,1 0 0,-1 0 1,1 0-1,0-1 0,-1 1 0,1-1 1,0 1-1,-1-1 0,1 0 0,0 1 1,0-1-1,-1 0 0,1 0 0,3-1 1,489-46 70,2 25-288,-152 7-427,-130 6-477,55-4-1825,-91 2-3118,-77 5-1423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2.2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1243 102 6069,'-17'-9'899,"17"8"-844,-1 1-1,1 0 0,0-1 0,0 1 1,-1-1-1,1 1 0,0 0 0,0-1 1,-1 1-1,1-1 0,0 1 0,0-1 1,0 1-1,0-1 0,0 1 0,0 0 1,0-1-1,0 1 0,0-1 0,0 1 1,0-1-1,0 1 0,0-1 0,2-3 266,0 1 0,0-1 0,0 1 1,1 0-1,-1 0 0,1 0 0,4-3 0,1-2 43,-3 3-248,1 1 0,-1-1 0,2 1 0,-1 0 0,0 1 0,1 0 0,-1 0 0,1 0 0,0 1 0,0 0 0,0 0 0,0 1 0,0 0 0,10 0 0,14-1 23,61 6 1,-73-2-28,267 22 119,133 9 1310,-399-33-1041,1-1-1,0-1 1,24-6-1,-18 4-335,-24 3-121,-3 11 36,-1-1-1,-1 1 0,0-1 0,0 1 1,-5 8-1,-6 32 268,-166 796 2860,138-668-2924,-134 609 182,62-171-420,95-466-31,17-141-16,-1 1-1,0 0 1,-1-1-1,-7 19 1,9-25-26,0-1 29,0 0 1,0 0 0,-1 1-1,1-1 1,0 0 0,-1 0-1,1 0 1,-1 0 0,0 0-1,1-1 1,-1 1-1,0 0 1,0-1 0,0 0-1,0 1 1,-1-1 0,1 0-1,0 0 1,-1 0 0,-2 1-1,-10 1 4,-1 1-1,1-2 1,0 0-1,0-1 1,-1-1 0,-15-1-1,-95-16 14,84 10-10,-440-77 106,-20-4-1891,165 47-6809,217 32-242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4.5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386 413 4648,'0'-2'138,"-1"0"0,1 0 0,0 1 0,0-1 0,-1 0-1,2 0 1,-1 0 0,0 0 0,0 0 0,0 1 0,1-1-1,-1 0 1,1 0 0,0 0 0,-1 1 0,1-1 0,0 0-1,0 1 1,0-1 0,0 1 0,0-1 0,0 1 0,1-1-1,-1 1 1,0 0 0,1-1 0,-1 1 0,1 0 0,1-1-1,-2 1-13,0 0-1,-1 0 0,1 0 0,-1 0 0,0-1 1,1 1-1,-1 0 0,0 0 0,0 0 0,0-1 1,0 1-1,0 0 0,0 0 0,0-1 0,0 1 1,-1-2-1,1 0 209,3-41 2060,8-159 5304,-10 195-7248,-1 0 0,0-1 1,-1 1-1,0-1 0,0 1 0,-1 0 0,0 0 0,-5-13 1,6 17 89,-15 28 428,-38 76-897,-53 134 0,37-76-2972,60-135 2275,-66 149-4049,34-54-1401,8 0-3626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4.9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312 10 9809,'26'12'1552,"-39"-18"-296,0 0 3617,-8 3-4369,1-3-84,-3 15-116,-14 6-168,4 3-404,2 6-732,-9 0-437,0 0-551,7 3-2088,-1 10-3025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5.3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0 157 5721,'2'-7'324,"-1"0"0,1 0 0,0 0 0,0 1 0,1-1 0,0 1 0,6-10 0,-6 13-27,-1 0 0,0-1 0,-1 1 0,1 0 0,0-1 0,-1 1 0,0-1 0,1-4 0,-1 6-200,-1 0 0,1-1 0,-1 1 0,1 0 0,0 0-1,0 0 1,0 0 0,0 0 0,0 0 0,1 0 0,-1 0-1,1 0 1,-1 1 0,1-1 0,-1 0 0,3-1-1,2 0 0,0 0-1,-1 0 0,1 0 1,0 1-1,1 0 0,-1 0 1,0 0-1,1 1 0,-1 0 1,1 0-1,-1 1 0,1 0 1,-1 0-1,1 0 0,-1 1 1,1 0-1,8 2 0,0 1-52,0 1-1,0 0 1,-1 1-1,0 1 0,0 0 1,14 11-1,-7-4 4,0 1-1,-2 1 1,0 1-1,0 0 1,-2 2 0,0 0-1,-2 0 1,0 2-1,17 31 1,-22-34-30,-2 1 1,0 0 0,-1 0 0,-1 0 0,-1 1-1,-1 0 1,0 0 0,-2 0 0,0 0-1,-1 1 1,-2-1 0,-2 23 0,-1-14 20,-2-1 1,0 0-1,-3 0 1,0 0-1,-23 45 1,9-29 128,-2-2 1,-47 61-1,49-73 69,-60 83 601,83-113-833,0 0 0,-1 0-1,1 0 1,0 0 0,0 0 0,0 0 0,0 0 0,0 1 0,0-1 0,0 0 0,0 0 0,-1 0 0,1 0 0,0 0 0,0 1 0,0-1 0,0 0 0,0 0 0,0 0 0,0 0 0,0 1 0,0-1 0,0 0 0,0 0 0,0 0 0,0 0 0,0 1 0,0-1 0,0 0 0,0 0-1,1 0 1,-1 0 0,0 1 0,0-1 0,0 0 0,0 0 0,0 0 0,0 0 0,0 0 0,0 0 0,1 1 0,-1-1 0,0 0 0,0 0 0,0 0 0,0 0 0,3 3 30,0 0-1,0 0 1,0 0 0,0 0-1,1-1 1,-1 1 0,1-1-1,-1 0 1,1 0 0,0 0-1,0-1 1,0 1 0,0-1-1,0 0 1,0 0 0,0 0-1,8 0 1,155 5-831,195-19 1,-130 2-1668,40-1-3889,-191 6 1911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5.5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333 1 6069,'-14'15'6384,"-6"-3"-5508,7 0-148,-7 6 40,-11 12-336,5-3-88,-5 12-72,1 10-284,4-1-496,-8 3-272,4 3-544,-4 7-2516,11 2-2585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5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265 179 5705,'16'-38'2367,"-14"32"-2077,0 1 0,0-1 0,1 1 1,-1 0-1,1-1 0,0 2 0,0-1 0,1 0 0,0 1 1,6-7-1,8-3 493,0 1 0,24-13 0,-25 16-457,-13 7-261,0 1 0,0 0 0,0 1-1,0-1 1,1 1 0,-1-1 0,1 1 0,-1 1 0,1-1-1,-1 1 1,1-1 0,-1 1 0,1 0 0,-1 1-1,1-1 1,4 2 0,1 1 16,-1-1 1,0 2-1,0-1 1,15 9-1,-18-8-62,-2 0 1,1 0-1,0 1 0,-1 0 1,0 0-1,0 0 0,0 1 0,0-1 1,-1 1-1,0 0 0,-1 0 1,1 0-1,1 6 0,-2-4-3,0-1 0,0 1 0,-1 0 0,0-1-1,0 1 1,-1 0 0,0 0 0,0-1 0,-1 1 0,0 0 0,-4 13 0,-3 6 41,-22 50 0,12-36-70,-3 12 29,7-23 13,2 1 1,1 1-1,-7 37 0,16-58-35,0-1 0,1 1 0,1 0 1,0-1-1,0 1 0,1 0 0,0-1 1,1 1-1,0-1 0,1 1 0,0-1 0,1 0 1,0 0-1,6 11 0,11 11 8,1 0 0,51 56 0,-49-63-18,-2 2-1,0 0 1,-2 1 0,18 35 0,-34-56 13,0 0 1,-1 1-1,0 0 0,0 0 1,-1-1-1,0 1 0,0 1 1,-1-1-1,0 0 1,0 0-1,-1 1 0,0-1 1,-1 0-1,0 0 1,0 1-1,-1-1 0,1 0 1,-2 0-1,1 0 0,-1-1 1,-1 1-1,1-1 1,-1 1-1,0-1 0,-1 0 1,0-1-1,-6 7 0,5-5 8,0-1-3,0 0 1,-1 0-1,1-1 1,-1 0-1,-1 0 0,1 0 1,-1-1-1,0-1 0,0 1 1,-11 3-1,-2 3-23,-21 11-109,-1-3 1,-82 26 0,-87 5-2275,79-21-3095,83-14 857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6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671 1 10357,'-4'5'683,"0"1"0,0-1 1,0 0-1,-1 0 0,1 0 0,-1-1 1,0 1-1,-10 5 0,-52 28 2013,16-11-1541,16-3-722,2 1 0,1 1 1,1 2-1,-48 55 0,20-10-1328,-50 81-1,87-119-1043,-31 63 1,44-76-21,0 1 1,-7 29 0,1 34-6038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6.7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49 10145,'1'-2'255,"1"0"1,-1 0-1,0 0 0,0 0 0,0 0 1,0-1-1,-1 1 0,1 0 1,0-1-1,-1 1 0,0 0 1,1-1-1,-1 1 0,0 0 0,0-1 1,-1-2-1,1-2 1518,-11 22-131,4 2-1381,0 0 0,1 1 0,1 0 0,0 0 0,2 0 0,-3 30 0,3-8-47,2 1 0,5 41 0,0-51-180,1-1-1,2 1 0,1-1 1,1 0-1,2-1 0,0 0 1,2-1-1,2 0 0,0-1 1,2 0-1,0-2 1,2 0-1,1-1 0,1-1 1,1-1-1,40 32 0,-38-36-48,0-1 1,1 0-1,1-2 0,0-1 0,1-2 0,0 0 0,1-2 0,1 0 0,0-2 0,0-2 0,0 0 0,0-2 0,1-1 1,0-2-1,0-1 0,0-1 0,46-8 0,-49 3 3,0-1 0,-1-2-1,0-1 1,0 0 0,-1-2 0,0-1 0,-1-2-1,23-17 1,21-21 225,76-78 0,-53 46 664,-61 65-483,-29 21-358,-1 1 1,1-1 0,-1 0-1,1 1 1,-1-1-1,0 1 1,0-1 0,0 1-1,0-1 1,0 0 0,0 1-1,0 1 1,-2 12 10,0 0 0,-1-1 1,-1 1-1,0-1 0,-7 16 1,-37 74 115,17-40-33,-154 327-2427,57-131-6550,67-133-333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7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306 50 4876,'-1'-1'305,"1"0"0,-1 1-1,1-1 1,0 0-1,0 1 1,-1-1-1,1 0 1,0 0 0,0 1-1,0-1 1,0 0-1,0 0 1,0 0 0,0 1-1,0-1 1,0 0-1,0 0 1,0 1-1,0-1 1,0 0 0,1 0-1,-1 1 1,0-1-1,1 0 1,-1 1-1,1-1 1,-1 0 0,0 1-1,1-1 1,0 0-1,7-7 517,-7 7-1336,1 0 2090,0-1-789,-2 1-827,15-12 1963,-15 14-1783,1 0 1,0 1 0,-1-1-1,0 1 1,1-1 0,-1 1-1,0-1 1,1 1 0,-1-1 0,0 1-1,0-1 1,0 1 0,0-1-1,-1 1 1,1 2 0,-41 440 1075,-25 1-922,-4 37-784,22-85-1131,-7 57-2406,16-153-2644,20-167-140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8.6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198 305 3504,'-30'-18'2047,"0"0"-355,23 11-1476,-6-6 363,0 0 1,1-1-1,1 0 1,-17-27-1,7 13 190,18 25-633,-1-1 0,1 0 0,0 0 1,0 0-1,1-1 0,-1 1 0,-2-8 0,4 9-102,0 1 0,1-1 1,-1 1-1,1-1 0,0 1 0,-1-1 0,1 1 0,0-1 0,0 1 0,1-1 0,-1 1 0,1-1 0,-1 1 0,1 0 0,0-1 0,0 1 0,0 0 0,0-1 0,0 1 0,0 0 0,1 0 0,-1 0 0,1 0 0,-1 0 0,1 0 0,0 0 0,0 1 0,0-1 0,0 1 0,0-1 0,0 1 0,0 0 0,0 0 0,1 0 0,-1 0 0,3-1 0,8-3 1,0 2 1,-1-1-1,1 1 0,0 1 0,23-1 1,74 1 65,119 12 1,108 29 13,-182-20-108,474 67 20,278 30-143,-472-101-148,-364-27 108,-94-7 123,20 18 29,0 0 0,0 1 1,0-1-1,0 1 0,1-1 1,-1 1-1,0 0 0,0 0 1,0 0-1,0 0 0,0 1 0,0-1 1,0 1-1,0 0 0,1-1 1,-1 1-1,-4 2 0,5-2 2,2 3 32,5 82-41,-2-45 100,-2 41 1,-9 7 481,-27 118 1,-36 85 430,22-100-731,-90 482 326,21-42-168,106-567-423,-1 11-68,-4-1 1,-46 131-1,-92 100 94,124-252 62,30-51-88,0-1-72,-1 0 0,1 0 0,0 0 0,-1 0 0,0 0 0,1-1 0,-1 1 0,0-1 0,0 1 0,1-1 0,-5 2 0,-9-13-122,0 1-1,0 0 0,-1 1 1,0 1-1,0 1 1,-30-8-1,-133-22 20,-240-15-1,283 37 134,-264-31-507,-127-12-1335,321 36 267,1 0-1289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49.2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222 79 4760,'-2'-48'1192,"2"47"-1096,0-1 1,0 1-1,1-1 0,-1 1 1,0-1-1,1 1 1,-1-1-1,1 1 0,-1-1 1,1 1-1,-1 0 1,1-1-1,0 1 0,0 0 1,0 0-1,0-1 1,1 0-1,2-3 4662,1 7-4028,4 1-541,1 1 1,-1 1-1,0 0 0,0 0 0,-1 0 1,0 1-1,0 1 0,0-1 0,0 1 0,-1 1 1,0-1-1,-1 1 0,0 0 0,0 1 1,6 11-1,0 4 87,0 1-1,-2 0 1,-1 0 0,-1 1 0,-1 0 0,-1 1-1,-1-1 1,1 40 0,-3-6 47,-2 1-1,-3-1 1,-3 0 0,-3 0-1,-17 70 1,-101 290 493,122-409-801,-68 219-692,11 3 0,-46 341-1,84-246-2835,15-165 298,2-66-692,5-8-1894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0.1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64 4988,'9'-7'499,"-1"1"0,1 0 0,1 0 0,-1 1 0,1 0 0,0 1-1,0 0 1,0 0 0,1 1 0,0 1 0,13-2 0,16-1-290,69 2 1,-85 3 3,1063 64 535,-632-14-716,371 30-41,-667-70-7,205 25 11,-325-30-14,60 16-1,-96-20 122,0 0-172,28 6 26,-28-6 156,-4 6-65,0 0-1,-1 0 1,0 0 0,0 0 0,0 0 0,-1 0 0,0 0-1,-7 10 1,5-8 3,1 0-1,0 0 0,0 0 1,-3 11-1,4-7 19,1-1 0,0 0 0,1 1 0,0-1 0,1 1 0,0-1 0,1 1 0,0-1 0,1 0 0,1 1 1,5 17-1,2-4 62,2-1 0,0 1 1,1-2-1,2 0 0,0 0 0,2-2 1,0 0-1,26 25 0,-22-27-60,1 0-1,1-2 0,0-1 0,2-1 0,-1-1 0,2-1 0,0-1 1,1-1-1,0-1 0,0-2 0,1-1 0,0-1 0,34 4 0,55 9 558,-113-20-632,-1 0-2,1 0 0,0 0 0,0 1 1,0-1-1,0 1 0,6 1 0,-4 0 18,-2-2 33,-2 1-149,-1 0 117,0 0 0,0-1 0,0 1 0,0 0 0,0-1 0,1 1-1,-1-1 1,0 0 0,0 1 0,0-1 0,0 0 0,1 0 0,-1 1 0,0-1 0,0 0 0,0 0 0,1 0 0,-1-1 0,0 1 0,0 0 0,0 0 0,1-1 0,-1 1 0,0-1-1,0 1 1,0-1 0,0 1 0,0-1 0,0 0 0,0 1 0,0-1 0,0 0 0,0 0 0,0 0 0,-1 1 0,2-3 0,6-5-84,-5 6 209,-3-3-326,-1 3 150,1-1 0,-1 0 0,1 1 0,0-1 0,0 0 0,1 1 0,-1-1 0,0 1-1,1-1 1,-1 0 0,1 1 0,0-1 0,0 1 0,0-1 0,0 1 0,0 0 0,1 0 0,-1-1 0,1 1 0,-1 0 0,1 0 0,0 0 0,0 0-1,0 1 1,0-1 0,0 1 0,0-1 0,3-1 0,4-2-438,-1 0 0,1-1 0,-1-1 0,14-13 0,6-16-5513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1.0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1279 46 3852,'-2'-3'171,"0"1"0,0-1 1,-1 1-1,1-1 0,-1 1 0,1 0 0,-1 0 0,0 0 0,0 0 0,0 1 0,0-1 0,0 1 0,0 0 0,0 0 0,-5-1 0,-21-10 1805,27 12-1892,0-1 1,0 1-1,0-1 0,0 1 0,0 0 0,0 0 0,0 0 0,0 0 0,0 0 0,0 0 0,0 0 0,0 1 0,0-1 0,0 1 0,0-1 0,0 1 0,0 0 0,0 0 0,0 0 0,-1 1 0,-39 29 683,34-24-552,-30 26 429,3 1 0,0 1 0,3 2 0,-35 50 0,-96 172 978,146-230-1455,-306 550 1612,250-429-1398,-105 314 0,135-307-765,7 2 1,-26 271-1,56-362-1600,6 92 1,0-154 1533,0 0-1,1-1 1,-1 1 0,1 0 0,1 0-1,-1-1 1,1 1 0,0-1 0,0 1-1,1-1 1,0 0 0,4 6 0,18 15-4457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1.4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30 3980,'-9'-8'85,"-3"-4"2623,12 11-2652,1 1 1,-1-1-1,0 1 0,0-1 1,1 1-1,-1-1 0,0 1 1,1 0-1,-1-1 1,1 1-1,-1 0 0,0-1 1,1 1-1,-1 0 0,1-1 1,-1 1-1,1 0 1,-1 0-1,1 0 0,-1-1 1,1 1-1,-1 0 0,1 0 1,-1 0-1,1 0 1,0 0-1,-1 0 0,1 0 1,-1 0-1,1 0 0,0 0 1,27-1 296,0 1 1,0 0-1,0 3 1,53 10-1,3 0-75,945 86 682,-959-95-933,416 25 115,1149 2-487,-1463-40-2672,-167 8 581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2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1320 1 4584,'-1'0'197,"1"0"0,-1 0 0,0-1 0,1 1 0,-1 0 0,1 0 0,-1 0 0,1 0 0,-1 0 0,0 0 0,1 0-1,-1 0 1,1 0 0,-1 1 0,0-1 0,1 0 0,-1 0 0,1 0 0,-1 1 0,1-1 0,-1 0 0,1 1 0,-1-1-1,1 0 1,-1 1 0,1-1 0,0 1 0,-1-1 0,1 0 0,-1 1 0,1-1 0,0 1 0,0-1 0,-1 1 0,1 0-1,0-1 1,0 1 0,-1 0 0,-8 31-134,5-14 737,-129 280 2345,95-220-2772,-205 376 744,22-50-751,176-319-306,-139 285 54,97-175-1273,9 3-1,9 4 1,-51 242 0,109-392 612,-40 224-5498,43-190 1956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2.6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8 199 3980,'-7'7'1146,"10"-16"-212,-2 6-824,0 1 0,1 0 0,-1-1 0,1 1 0,-1 0 0,1 0 0,0 0 0,0 0 0,0 0 0,0 0-1,4-2 1,33-10 413,-1 2-1,79-15 0,85 1-139,-118 17-260,1106-72-1283,-1111 81-1143,-9 3-702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3.2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113 1 4168,'-7'0'400,"0"1"0,-1 0 0,1 0 0,1 1 0,-1 0 0,0 0 0,0 1-1,-7 4 1,12-6-300,1 0 23,0 0-1,0 0 0,-1 1 1,1-1-1,0 0 0,0 1 0,1-1 1,-1 1-1,0-1 0,0 1 1,1 0-1,-1-1 0,0 3 0,-2 5 299,1-5-244,-3 3 120,2 0-1,-1 0 0,1 1 1,-3 9-1,6-14-226,-1 0-1,1 0 0,-1 1 0,1-1 1,0 0-1,0 0 0,1 1 1,-1-1-1,1 0 0,-1 0 0,1 1 1,0-1-1,0 0 0,2 4 1,2 0-4,-1 0 0,1 0 0,0 0 0,1 0 1,-1-1-1,1 0 0,1 0 0,-1-1 0,1 1 1,0-2-1,0 1 0,0-1 0,1 0 1,14 6-1,12 2 99,0-2 0,44 9 0,-72-18-143,137 25 185,229 12 0,152-30-163,360-57-1967,-854 46 1764,340-49-4152,-300 40 2634,49-7-1936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4.5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2322 13 6005,'-3'-8'1106,"1"3"4435,2 10-238,0 9-6213,-3 13 1242,0 1-1,-2-2 1,-1 1 0,-2 0 0,-14 34-1,2-1 59,-494 1392 2706,-73-15-2869,439-1080-484,-373 1136-1116,489-1375 1285,-278 960-2800,299-1043 2610,4-6-350,-2 0 0,-1-1 0,-2 0 0,-1-1 1,-26 42-1,39-68 549,-1 0-1,1 0 1,-1 0 0,0 0 0,0-1 0,1 1 0,-1 0 0,0 0 0,0-1 0,0 1 0,1 0 0,-1-1 0,0 1 0,0-1-1,0 1 1,-2 0 0,2-2-121,0 1 0,0 0-1,0-1 1,0 1-1,1-1 1,-1 1 0,0-1-1,0 1 1,1-1 0,-1 0-1,0 1 1,1-1-1,-1 0 1,1 1 0,-1-1-1,1 0 1,-1 0 0,1 1-1,-1-1 1,1 0 0,0 0-1,0 0 1,-1-2-1,-6-16-4758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5.3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549 42 6605,'6'-12'700,"2"-5"129,-5 4 2829,-25 25-1065,14-3-2108,-1 1-1,1 0 0,1 0 1,-1 1-1,2 0 0,0 0 1,0 0-1,-6 20 0,-5 5 182,-32 76 528,5 3 0,-44 175-1,-27 249-483,90-413-657,22-111-73,-101 583-1820,88-459-729,5 1-1,10 184 0,11-212-1837,9-11-2387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5.6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111 749 11633,'-22'8'1561,"17"-7"-252,-10 29 1986,13-9-2979,2-1-1,1 1 0,0 0 1,2-1-1,0 1 0,1-1 1,1 0-1,1 0 1,1-1-1,0 1 0,11 17 1,-11-25-256,0 0 0,1-1 1,0-1-1,1 1 0,0-1 0,1 0 1,-1-1-1,2-1 0,0 1 1,21 12-1,-23-15-28,20 12 13,0-1 0,1-2 0,1-1 0,1-1 0,-1-2 0,2-1 1,-1-1-1,59 7 0,-66-13-49,0-2 1,0 0 0,0-1-1,0-2 1,0-1 0,-1 0 0,1-2-1,-1-1 1,0-1 0,0-1-1,-1-1 1,34-18 0,-43 19 3,0-2 0,0 0 1,-1 0-1,-1-1 1,0-1-1,-1 0 0,0 0 1,17-26-1,-16 18 0,-1 0 1,-1-1-1,0 0 0,-2 0 0,11-42 1,-12 27-1,-1-1 0,-2 1 0,-2-1 0,-1 0 0,-2 1-1,-1-1 1,-14-68 0,8 70-4,-1 0 1,-2 1-1,-1 0 0,-2 1 0,-1 1 0,-2 0 0,-23-34 0,24 44 1,-2 0 1,0 1-1,-1 1 0,-1 0 1,0 2-1,-2 0 0,0 2 1,-1 0-1,-44-22 0,38 25-72,0 1-1,-1 2 1,0 0-1,-1 2 0,0 2 1,0 1-1,-53-3 1,60 8-281,1 0 1,-1 2-1,1 0 1,0 2-1,0 0 1,0 2-1,0 1 1,1 0-1,0 2 1,1 0-1,-21 13 1,18-7-1081,1 0-1,1 2 1,1 1-1,-21 21 1,-7 21-6115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5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0 14241,'9'1'2162,"-16"9"-442,5-8-1464,0 1 0,0-1 0,0 1-1,0 0 1,0 0 0,0 0-1,1 0 1,0 0 0,-2 4 0,-13 85 2097,3 1 0,1 108 1,16 193-2068,2-113-1523,-28 212-3937,-11-167-3880,15-163-524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7.0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19 3604,'-13'-1'759,"-1"0"-1,1 0 0,0-2 0,0 1 1,-19-7-1,29 8 1002,784 30 169,-706-25-1847,817 54 221,-367-22-290,1 3 21,718 26-99,-1171-66-396,99-14 0,-169 15 384,-1-1 0,0 1 0,1 0 0,-1 0 0,0-1 0,1 0 0,-1 1 0,0-1-1,0 0 1,0 0 0,0 0 0,1 0 0,-1-1 0,-1 1 0,1 0 0,2-3 0,-3 3 19,-1 0-1,0 0 0,0 1 0,0-1 1,0 0-1,0 0 0,0 0 0,0 0 1,0 1-1,0-1 0,0 0 0,0 0 1,0 0-1,-1 1 0,1-1 0,0 0 1,0 0-1,-1 0 0,1 1 0,-1-1 1,1 0-1,-1 1 0,1-1 1,-1 0-1,1 1 0,-1-1 0,0 1 1,0-2-1,-7-4-438,-1 0 1,1 0 0,-1 0-1,0 1 1,-10-4-1,-32-9-1815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7.4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697 135 3880,'5'-7'389,"1"1"0,0 0 0,0 0 0,1 0 0,-1 1-1,1 0 1,11-7 0,2-1 509,-5 3-251,1 0 0,0 0-1,0 2 1,1 0 0,0 0-1,30-7 1,-45 16-575,-1-1 1,1 1-1,-1 0 1,1 0 0,-1-1-1,0 1 1,1 0-1,-1 1 1,0-1-1,0 0 1,1 0-1,-1 0 1,0 1-1,0-1 1,0 1 0,-1-1-1,1 0 1,0 1-1,0 0 1,0 2-1,2 10 147,-1 1 0,-1-1 0,0 0 0,-1 1 0,0-1 0,-4 22 0,2-6 96,-6 45 498,-31 128 0,-38 71-89,76-269-710,-137 447 464,-191 684-375,230-704-2019,18 4 0,-34 623 0,81-635-1649,21-288 1131,-1 26-1567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7.9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84 130 8109,'18'-95'3934,"-7"64"-2143,-10 28-400,0 8-598,2 19-393,-1 0-1,-2 1 1,0-1 0,-1 0-1,-10 48 1,0 12-6,-4 96 76,-29 295-2569,34-398 1116,-17 193-7011,26-189 2774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8.2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0 360 8777,'0'0'2780,"5"1"-1695,-2 0-933,0-1-38,0 1 1,0-1 0,0 1-1,0 0 1,0 0 0,0 0-1,0 0 1,-1 0 0,1 1 0,0-1-1,-1 1 1,1 0 0,-1 0-1,0 0 1,0 0 0,1 0-1,-1 0 1,-1 0 0,1 1-1,0-1 1,0 1 0,1 3-1,85 210 2795,-14-31-2151,-65-165-746,60 117 179,-60-122-139,1 0 0,1-1 1,0 0-1,1-1 0,1 0 0,21 17 0,-30-26-44,-2-3-6,-1 0 0,0 0-1,0 0 1,1 0 0,-1 0 0,1 0 0,-1 0 0,1 0 0,-1-1 0,1 1-1,-1-1 1,1 1 0,0-1 0,-1 1 0,1-1 0,0 0 0,-1 0 0,1 0-1,0 0 1,-1 0 0,1 0 0,0-1 0,-1 1 0,1 0 0,0-1 0,-1 1-1,1-1 1,-1 0 0,1 1 0,-1-1 0,2-1 0,-1 1-1,4-2 5,0 0 0,0 0 0,-1-1 0,1 1 0,-1-1 0,0-1 0,0 1 0,0-1 0,-1 1 0,0-1 0,0-1 0,0 1 0,0-1 0,-1 1 0,0-1 0,4-11-1,2-15 0,-2-1-1,-2-1 1,-1 1-1,0-56 1,-6 22-35,-15-89 0,8 100 31,-2 0 0,-3 1 0,-2 0 0,-3 1 0,-1 1 0,-34-59 0,49 103-88,0 1 1,-1-1-1,0 1 1,-1 1-1,0-1 0,0 1 1,-1 0-1,1 0 1,-2 1-1,-15-9 1,19 12-187,1 1 1,-1 0 0,0 0-1,0 0 1,0 0 0,0 1 0,0 0-1,0 0 1,-1 1 0,1-1-1,0 1 1,0 0 0,-1 0-1,1 1 1,0 0 0,0 0-1,0 0 1,0 0 0,0 1-1,0 0 1,0 0 0,-7 4-1,-9 12-3585,12 8-1890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8.5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91 100 8953,'18'-34'1358,"-10"21"165,-1-1 0,9-21-1,-15 32 1733,9 28-2374,86 310 274,-85-286-1199,-2 1 0,-3 0 0,-1 0 0,-6 97 0,0-128-245,-1 0-1,-2 0 1,0 0-1,0 0 1,-2-1-1,0 0 1,-2 0-1,0 0 1,0-1-1,-2-1 1,0 1-1,-1-1 1,-1-1-1,0 0 1,-1-1-1,-15 14 1,19-21-459,0 0 0,0-1 0,-1 0-1,0 0 1,0-1 0,0-1 0,-1 0 0,-20 6 0,10-6-4564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8.6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1 432 5208,'50'-75'1405,"-13"32"-269,0 16-212,-4-3-188,1 6-184,-4-3-92,7 0-168,3-6-212,0 2-552,-3-8-772,0 3-1416,3-3-773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9.2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182 18 5116,'22'-15'1070,"-18"12"3474,-1 8-3294,3 6-861,-1 0 1,0 0-1,-1 1 1,0-1-1,-1 1 1,0 0 0,-1 0-1,1 20 1,-3 110 1357,-1-87-1183,-35 527 1862,25-445-2140,-30 286-554,-38-4-4738,39-260 214,3-4-2667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1:59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10013,'0'0'5456,"2"3"-4323,3 16-563,0-1 0,-1 1 0,-1-1 0,0 1-1,-1 31 1,0 29-75,-1 55-948,-9-1-1919,0 20-4810,1-78-343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0.0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1 334 8041,'0'1'95,"0"0"0,0 0 1,0 0-1,0 0 0,0 0 1,0 0-1,0 0 0,1 0 1,-1 0-1,0 0 0,1 0 1,-1 0-1,1 0 0,-1 0 1,1 0-1,0 0 0,-1-1 1,1 1-1,0 0 0,0 0 0,-1-1 1,1 1-1,0 0 0,0-1 1,0 1-1,0-1 0,0 1 1,1 0-1,16 13 1052,28 36 1086,-29-32-1634,0 0 0,19 27 0,-22-24-286,101 142 1241,-92-134-1405,1-1 0,1-1-1,42 32 1,-50-45-113,1-1 0,0-1 1,1-1-1,0 0 0,22 8 1,-32-16-30,0 0-1,0 0 1,0-1 0,0 0-1,1-1 1,-1 0 0,1 0-1,-1-1 1,0 0 0,1-1 0,-1 0-1,1-1 1,15-4 0,-20 4-11,1-1 1,-1 1-1,1-1 1,-1-1-1,0 1 0,0-1 1,0 0-1,-1 0 1,1 0-1,-1-1 1,0 1-1,0-1 1,-1 0-1,1 0 1,-1 0-1,0-1 0,2-7 1,1-2 1,0 0 1,-2 0-1,1-1 1,-2 1 0,2-20-1,-3-4 44,-2-1 0,-2 0-1,-1 1 1,-2-1 0,-2 1 0,-1 1 0,-2-1-1,-2 1 1,-20-45 0,21 58-4,-2 0 0,0 1 0,-1 1 0,-1 0 0,-2 1 0,0 1 0,-33-32 0,42 46-188,0-1 1,-1 1-1,0 1 1,0 0-1,0 0 1,-1 1-1,0 0 1,0 0-1,0 2 1,0-1-1,-1 1 1,0 0-1,1 1 1,-1 0-1,0 1 1,0 1-1,0-1 0,0 1 1,0 1-1,0 0 1,-17 5-1,21-4-207,1 0-1,0 0 0,0 1 0,0 0 0,-10 7 0,13-9 38,1 1 1,0 0 0,0 0-1,0 0 1,0 0 0,0 0 0,0 0-1,0 0 1,1 1 0,-1-1-1,1 1 1,-1-1 0,1 1-1,0-1 1,0 1 0,0 4-1,1 32-5235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0.3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174 32 7289,'-10'-8'615,"-13"-10"4876,22 17-5358,0 0-1,0 1 1,0-1 0,0 1 0,0-1 0,0 1 0,0 0-1,0-1 1,0 1 0,0 0 0,0 0 0,0 0-1,0 0 1,0 0 0,-1 0 0,1 0 0,0 0-1,0 0 1,0 1 0,0-1 0,0 0 0,-1 1 0,-5 4-69,1 0 1,0 0 0,0 1-1,0 0 1,1 0 0,0 0-1,0 0 1,1 1 0,-1 0-1,1 0 1,1 0 0,-4 8-1,-3 11-2,1 0 0,-8 36 0,13-49-167,2 1-1,0 0 0,1 0 1,0 0-1,1 0 0,0 0 1,2 0-1,2 18 1,-2-24 25,0 0 0,1-1 0,0 1 0,0-1 0,1 1 0,-1-1 0,1 0 0,1-1 0,0 1 0,0-1 0,0 0 0,0 0 0,1 0 1,0-1-1,0 0 0,8 5 0,-8-7 27,1 0-1,-1 0 1,1 0 0,-1-1 0,1 0 0,0 0 0,0-1-1,0 0 1,0 0 0,11 0 0,-1-1-2,0-2 1,0 1-1,20-6 1,-12 0 63,0 0 0,0-2 0,-1-1 0,44-24 1,82-65 1639,-59 36 178,-90 63-1801,0-1-1,0 0 0,0 1 1,0-1-1,0 1 0,0-1 1,0 1-1,0-1 0,0 1 1,0 0-1,1 0 0,-1-1 1,0 1-1,0 0 1,0 0-1,0 0 0,0 0 1,1 0-1,-1 0 0,0 1 1,0-1-1,0 0 0,0 1 1,0-1-1,0 1 0,0-1 1,0 1-1,0-1 0,0 1 1,0-1-1,0 1 0,0 0 1,0 0-1,-1 0 0,1-1 1,0 1-1,0 0 0,-1 0 1,1 0-1,-1 0 1,1 0-1,-1 0 0,1 0 1,-1 0-1,0 0 0,1 1 1,-1-1-1,0 0 0,0 0 1,0 0-1,0 0 0,0 0 1,0 0-1,0 2 0,-3 14 5,0 0-1,0-1 0,-2 0 0,0 0 0,-1 0 0,-13 26 0,9-20-143,-18 41-516,-47 108-2565,30-57-2006,10-15-2159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1.2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4024,'-1'4'5880,"8"4"-3776,-5-6-1979,0 0 0,1 0 0,-1 1 0,-1-1-1,1 0 1,0 1 0,-1 0 0,1-1 0,-1 1 0,0 0 0,1 3 0,5 21 781,0-1 0,15 34 0,8 26 285,-19-48-848,165 528 2211,586 1247-3088,-626-1503-795,46 91-1051,41 98-1197,-176-392 2661,97 244-2920,-143-348 3462,-2-5-2149,-8-11 663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1.7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1 13065,'-57'2'1844,"56"-2"-1769,0 0 1,0 0-1,0 0 1,0 1 0,1-1-1,-1 0 1,0 1-1,0-1 1,0 0 0,1 1-1,-1-1 1,0 1-1,0 0 1,1-1 0,-1 1-1,1-1 1,-1 1-1,0 0 1,1 0 0,-1-1-1,1 1 1,0 0-1,-1 0 1,1 0 0,0-1-1,-1 1 1,1 0-1,0 0 1,0 0 0,0 0-1,-1 0 1,1-1-1,0 1 1,0 0 0,1 2-1,8 34 1485,-6-26-1181,12 67 565,-4 1-1,-3 1 0,-3 120 1,-28 176-966,-27-3-2049,-12 118-8258,54-352 2392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1.9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353 0 12873,'0'0'4465,"-7"21"-3365,4 4-220,-1 5-148,-2 27-132,-5-3-140,-5 10-84,-4 11-76,-11 12-156,-2 4-540,-7 8-472,-7 13-608,-3-7-624,6 1-2949,4 2-4008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2.3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202 318 7653,'10'-17'263,"-5"8"-82,0 1 0,0-1 0,1 1 0,0 0 0,1 1 0,0-1 1,0 1-1,0 1 0,14-10 0,28-15 407,2 2-1,1 2 1,1 3-1,1 2 1,1 2 0,1 3-1,1 2 1,73-9-1,-104 21-493,0 1-1,-1 1 1,1 2-1,0 0 0,0 2 1,44 10-1,-57-9-67,1 0 1,-1 1-1,-1 0 1,1 1-1,-1 0 1,0 1-1,0 1 0,0 0 1,-1 0-1,-1 1 1,1 1-1,-2 0 1,1 0-1,8 13 0,-7-7-4,-1 1 0,-1-1 0,0 1 0,-1 1-1,-1 0 1,-1 0 0,-1 0 0,0 1 0,-1-1-1,2 30 1,-5-19 1,-2 0 0,0 0 0,-2 0 0,-1 0 0,-1 0 0,-12 34 0,-12 20 2,-4-1 0,-57 105 0,24-57 24,56-108-48,0 1-1,1-1 1,1 2 0,2-1-1,0 1 1,1 0-1,2 0 1,0 0-1,1 34 1,5-25 12,2 1-1,1-2 1,1 1 0,2-1-1,2 0 1,0 0 0,20 36 0,58 119 237,-44-98 34,16 38 122,-55-109-264,0-1 0,-1 1 0,-1 0 0,-1 0 0,1 21 0,-3-33-66,-1 1 0,0 0 0,-1 0-1,1-1 1,-1 1 0,0 0 0,-1-1-1,0 1 1,0-1 0,0 1 0,-1-1-1,0 0 1,0 0 0,-1 0-1,-6 8 1,4-6 2,-2-1 0,1 0 0,-1 0 0,0-1 0,-1 0 0,1 0 0,-1-1 0,0 0 0,-13 4 0,-15 4 65,0-2-1,-1-2 1,0-2 0,-49 4 0,-112 8 52,-166 24-2496,50 26-6901,231-42 2298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2.6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1 401 13141,'50'-33'1772,"0"12"-332,-3 9-183,-3-9-197,-4-4-236,-3 4-156,3-6-128,0 0-152,0-6-200,-6-9-636,-7 3-968,-7-7-1020,-17 19-2577,-3 0-3968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04.2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0 470 5116,'2'2'1085,"23"17"6173,-23-22-6559,6-8-423,1-1 1,0 2 0,1-1-1,1 1 1,-1 1-1,2 0 1,-1 0-1,1 1 1,20-10-1,13-11 99,19-12-118,124-57 1,80-14-3029,-237 99 2056,91-30-3666,15-2-2581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19.5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1087 427 4292,'-2'-3'425,"0"-1"-1,0 0 0,0 0 1,1-1-1,-1 1 0,1 0 1,0 0-1,1-1 0,-2-7 0,1 2 74,0 7-290,1 1 0,-1-1 0,0 1 0,0 0 0,0-1 1,0 1-1,0 0 0,-1 0 0,1 0 0,-2-3 0,-8-11 627,-10-45 1787,16 44-2214,0 0 0,-2 0 0,0 0 0,0 1-1,-2 1 1,0-1 0,-1 1 0,-12-15 0,10 18-241,0 0 0,-1 0 1,0 1-1,-24-15 0,30 21-141,0 1 1,0 1-1,-1-1 0,1 2 0,-1-1 0,0 1 0,0 0 1,0 0-1,0 1 0,0 0 0,0 0 0,-16 2 0,3 2-17,-1 1-1,1 1 1,0 1-1,0 1 1,1 0-1,0 2 1,0 0-1,1 2 1,0 0-1,1 1 1,1 0-1,-1 2 1,2 0-1,-19 21 1,10-7-28,2 0 0,0 2 0,2 1 0,2 1-1,1 0 1,1 1 0,-21 62 0,27-61 16,-10 58 0,21-92 3,-74 449-52,19 48 189,5-26-142,29-287-50,8 1 1,8 1-1,21 202 0,-8-310 56,3-1 0,3 0 0,4-1 0,27 76 0,-41-143-2,-1-1-1,1 1 1,1-1-1,-1 0 1,1-1 0,1 1-1,0-1 1,0 0-1,0 0 1,1-1-1,-1 0 1,2 0 0,-1 0-1,10 4 1,-5-3-5,0-2 0,1 0 0,0 0 0,0-1 1,1-1-1,-1 0 0,0-1 0,26 2 0,-5-4 19,0-1-1,0-2 1,42-8-1,103-30-50,-80 16 13,535-124-4590,-466 100-1162,-91 27-221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0.5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4 119 7669,'10'-9'1388,"-24"15"1022,16-9-1538,1-2-707,0 1 0,1 0 0,-1 0-1,1 1 1,0-1 0,0 1 0,0-1 0,0 1 0,1 1 0,-1-1-1,1 1 1,0-1 0,0 1 0,8-2 0,12-3 186,45-7 0,-56 12-216,293-26 791,5 25-446,-189 4-374,236 0 24,551-4 261,-575-4 246,-239 13-767,-95-4-18,0 0 0,0-1 0,0 1 0,0 0 0,0 0 0,0 0 0,-1 0 0,1 1 0,-1-1 0,1 0 0,-1 0 0,0 0 0,0 4 0,0-3-27,0-1 0,-1 1-1,1 0 1,-1-1-1,1 1 1,-1-1-1,0 1 1,0-1-1,0 1 1,0-1-1,-3 3 1,0 2-384,4-5 292,-1 0-1,0 0 1,0-1-1,0 1 0,0-1 1,-1 1-1,1-1 1,0 1-1,-1-1 0,1 0 1,0 0-1,-1 1 1,0-1-1,-2 1 1,-7 5-1368,-18 18-3186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0.8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117 12 5865,'-25'-10'1739,"20"8"3992,4 96-935,-17 123-2599,4 16-1610,4-26-2066,-17 23-3962,20-169 1521,-3 7-3171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1.1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8653,'2'2'1397,"8"4"-452,-7-5-815,-1 0 1,0 0-1,1 0 1,-1 1-1,0 0 1,0-1-1,0 1 1,0 0-1,0 0 0,-1 0 1,1 0-1,-1 0 1,2 3-1,24 45 713,-3 2 0,-3 1-1,29 105 1,-35-89-773,-4 1 0,-3 1 0,-3 0-1,-2-1 1,-4 1 0,-15 101 0,14-154-70,0 0 1,-2-1-1,0 1 0,-1-1 1,-1 0-1,0-1 1,-1 1-1,-1-1 0,-18 27 1,26-42-1,-1 1-1,0 0 1,0-1 0,0 1-1,0-1 1,-1 0-1,1 1 1,0-1 0,0 0-1,-1 0 1,1 0 0,-1 0-1,1 0 1,-1 0 0,0 0-1,1 0 1,-1-1 0,0 1-1,1-1 1,-1 1 0,0-1-1,0 0 1,1 1 0,-1-1-1,0 0 1,0 0 0,0 0-1,1-1 1,-1 1 0,0 0-1,0-1 1,1 1 0,-1-1-1,0 1 1,0-1 0,1 0-1,-4-2 1,2 1 0,0-1 0,0 0-1,0 0 1,0-1 0,0 1 0,1-1 0,0 1-1,-1-1 1,1 0 0,1 0 0,-1 0-1,0 0 1,1 0 0,-2-7 0,1-5-20,1 1-1,1 0 1,0 0 0,0-1 0,2 1-1,0 0 1,7-26 0,2 4-372,29-67 0,-22 69 23,0 1 1,3 1 0,1 1-1,1 1 1,1 1 0,2 2-1,36-33 1,21-9-2823,121-80 1,-134 100-221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1.4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1 5240,'0'0'44,"0"0"0,-1 0-1,1 0 1,0 0-1,-1 0 1,1 1-1,0-1 1,-1 0 0,1 0-1,0 0 1,-1 1-1,1-1 1,0 0 0,-1 0-1,1 1 1,0-1-1,0 0 1,-1 0-1,1 1 1,0-1 0,0 0-1,0 1 1,-1-1-1,1 0 1,0 1-1,0-1 1,0 0 0,0 1-1,0-1 1,0 1-1,0-1 1,0 0-1,0 1 1,0-1 0,0 0-1,0 1 1,0-1-1,0 1 1,0-1-1,0 0 1,0 1 0,1 0 25,-1 0 0,0 0 0,0 0 1,0 0-1,0 0 0,0 0 0,0 0 1,0-1-1,0 1 0,0 0 1,0 0-1,-1 0 0,1 0 0,0 0 1,-1 0-1,1 0 0,0 0 0,-2 1 1,-2 6 278,0 1 0,0 0 1,0 0-1,1 0 0,-2 12 1,-8 24 348,5-21-494,1 1 0,2 0 1,0 0-1,1 0 0,2 1 0,1 0 1,3 41-1,-1-51-272,1-1 1,0 1-1,2-1 1,0 1-1,0-1 1,1 0-1,1-1 1,1 1-1,0-1 1,1-1-1,0 1 0,1-1 1,20 22-1,-21-27-133,0 0-1,1 0 0,0-1 0,0 0 1,0-1-1,21 10 0,-25-14 140,1 0-1,-1 0 1,1-1-1,0 0 1,0 0-1,0 0 1,0-1-1,-1 0 1,1 0-1,0 0 1,0-1 0,0 0-1,0 0 1,-1 0-1,1-1 1,9-4-1,-2 1 40,0-2 1,0 1-1,-1-2 0,0 0 0,0 0 0,-1-1 0,0 0 1,-1-1-1,0 0 0,11-15 0,13-22 357,-14 18 510,28-30 1,-21 26 386,-22 27-833,0-1 0,1 0 0,0 1 0,10-8 0,-15 14-341,0 1-1,0 0 0,0 0 1,-1-1-1,1 1 0,0 0 0,-1 0 1,1 0-1,-1 0 0,1 0 1,-1 0-1,1 0 0,-1 0 0,0 0 1,1 1-1,-1-2-32,11 31 285,-1 0 0,-2 0 0,7 47 1,-12-54-926,2 0 0,1-1 1,0 0-1,2 0 1,1-1-1,19 37 1,-26-56 173,0 0 1,0 0 0,0 0-1,0-1 1,1 1-1,-1-1 1,1 1 0,-1-1-1,1 0 1,4 3-1,18 12-3846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1.7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1 448 4168,'0'-4'962,"9"-36"443,-9 39-1368,1 0 1,0 0 0,0 1-1,-1-1 1,1 0 0,0 0-1,0 0 1,0 1 0,0-1-1,0 1 1,0-1 0,0 0-1,0 1 1,0 0 0,0-1-1,0 1 1,0 0 0,0-1 0,0 1-1,2 0 1,0-1 74,51-23 332,-1-2 0,54-37-1,-82 47-266,-1 0-1,-1-2 0,0-1 0,-1-1 0,-1-1 0,-1-1 1,-1 0-1,28-43 0,-46 62-75,1 0-1,-1 1 1,0-1 0,0 0-1,-1 1 1,1-1 0,0 0-1,-1 0 1,0 0 0,0 1 0,0-1-1,0-4 1,0-1 274,-1 7-317,0 0 0,1 0 0,-1 1 0,0-1 0,0 0-1,0 0 1,0 1 0,0-1 0,0 1 0,0-1 0,0 1 0,0-1 0,0 1 0,0 0 0,0 0-1,0-1 1,0 1 0,0 0 0,0 0 0,-2 0 0,2 0 49,-4 0-3,0 0 0,0 0 1,0 1-1,0-1 0,0 1 1,0 0-1,0 1 0,0-1 1,0 1-1,0 0 0,1 0 0,-1 1 1,1-1-1,0 1 0,-7 6 1,-10 7 385,-31 35 1,46-45-432,-14 15-34,1 1-1,1 1 0,1 1 1,1 0-1,1 1 0,2 1 1,0 0-1,2 1 0,0 0 1,2 1-1,1 0 1,2 1-1,0-1 0,2 1 1,1 0-1,2 0 0,2 45 1,1-58-391,1-1 1,1 0 0,0 1 0,0-2 0,2 1 0,0 0-1,1-1 1,12 20 0,-11-22-549,1 1-1,0-1 1,1-1 0,0 0 0,14 12-1,27 14-3838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1.9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483 0 8493,'-41'36'1708,"21"-15"-248,-13 10-336,13-10-208,-4 3-184,-9 3-136,-4 0-124,-3 6-60,3 9-388,-3 1-732,-10-1-516,-1 6-2816,-6 3-2941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2.6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138 133 9137,'-13'-88'2082,"13"86"-1975,0 1 1,-1-1-1,1 1 1,0-1-1,0 1 1,0-1-1,0 1 1,0-1-1,1 1 1,-1-1-1,0 1 1,1-1-1,-1 1 1,1-1-1,-1 1 0,1-1 1,0 1-1,-1 0 1,1-1-1,0 1 1,0 0-1,0 0 1,0 0-1,0 0 1,0-1-1,0 1 1,1 1-1,1-2 1,3-2 4223,-15 227 1173,1-74-4616,3 43-275,-18 297-1480,3-290-713,-19 180-3565,10-128-2021,14-99-764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2.8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680 0 13433,'57'3'2224,"-80"-6"4189,-1 21-5801,-19 16-236,9 2 44,-16 15-240,-7 6-272,-10 7-216,-13 8-668,-4 6-688,-10 7-604,0 2-3209,7 4-4412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3.2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533 17 6889,'34'-14'2398,"-31"13"-1416,2 1-172,5-1-654,1 0 1,-1 1-1,0 1 0,1-1 0,-1 2 1,0-1-1,0 1 0,0 1 0,0 0 1,0 0-1,-1 1 0,1 1 1,-1-1-1,0 1 0,-1 1 0,1 0 1,12 10-1,-2 2-87,-1 2 0,-1-1 0,-1 2 0,0 0 0,-2 1 0,0 1 0,-2 0 0,14 35 0,-13-22-24,-1 0 1,-2 0-1,-2 1 0,-1 0 0,2 51 1,-8-50-24,-2-1 0,-2 1 0,-1-1 0,-2 0 0,-1 0 0,-24 69 0,24-84-12,-14 41 14,-3-1-1,-39 72 1,39-86-14,-359 678-36,182-354 80,143-269-111,30-57 213,2 1 1,2 1 0,-30 87 0,52-129-100,0-1 0,1 0-1,0 1 1,0-1 0,0 1-1,1 0 1,-1-1 0,2 1 0,-1-1-1,0 1 1,3 10 0,-1-13-32,0 0 1,-1 0 0,1 0-1,0 0 1,0-1-1,1 1 1,-1-1 0,0 1-1,1-1 1,0 0-1,-1 0 1,1 0-1,0 0 1,0-1 0,0 1-1,0-1 1,0 0-1,1 1 1,-1-1 0,6 0-1,12 4 32,1-1 0,-1-2 0,0 0 0,1-1 0,31-3 0,112-19-320,-155 19 219,467-103-2257,-6-34-1849,-245 70 883,-10 6-912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3.4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1176 10 3860,'-27'-9'1256,"14"24"-127,-4 0-137,-17 18 228,1-3-40,-11 3-24,-3 13-80,-6 8-40,-11 12-164,-3 9-172,-10 10-128,-7 8-100,-9 13-112,-1 2-376,-13 1-608,-4 2-592,4-5-2828,3-1-2953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3.9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 1 9117,'0'0'1361,"-3"0"-203,-1 1-920,0 0 0,0 0 0,0 1 0,1-1 0,-1 1 0,0 0 0,1 0 0,-1 0 0,1 0 0,-1 1 0,1-1 0,0 1 0,0 0 0,0 0-1,1 0 1,-1 0 0,1 0 0,-1 1 0,1-1 0,0 1 0,0 0 0,1-1 0,-3 8 0,-1 8-48,-15 50-487,-14 100 1,31-147-583,1 0-1,1 0 1,1 1 0,1-1-1,1 0 1,1 0-1,1 0 1,1 0 0,8 21-1,14 17-4286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4.0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241 0 8117,'-16'6'1708,"-1"3"-420,14 12-112,-1 0-128,1 3-136,-7 19-284,0 2-8,-4 12-120,-2 15-87,-4 13-401,-4 5-589,1 4-535,-7-4-600,3 7-2068,3 8-2477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4.7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848 0 10421,'-3'1'145,"-1"-1"-1,1 1 1,-1 0-1,1 0 1,0 0-1,-1 0 1,1 0 0,0 1-1,0-1 1,0 1-1,0 0 1,0 0-1,0 0 1,0 1 0,-3 3-1,-2 3 290,1 1 0,0 0 0,-8 14 0,-16 24 569,-97 98 410,46-57-1126,-21 27-420,-84 99-1652,138-153 339,-65 107 1,104-153 1185,1 1 1,0 1 0,2 0-1,0 0 1,0 0 0,-4 28-1,10-44 215,1 0 1,-1 0-1,1 0 0,0 0 0,0 0 0,0 0 0,0 0 1,0 0-1,0 0 0,0 0 0,1-1 0,-1 1 0,1 0 1,-1 0-1,1 0 0,0 0 0,0 0 0,0-1 1,0 1-1,0 0 0,2 1 0,-1-1 15,-1-1 0,1 0 0,0 0 0,0-1 0,0 1 0,-1 0 1,1-1-1,0 1 0,0-1 0,0 1 0,0-1 0,0 0 0,0 0 0,0 0 0,0 0 0,4-1 0,7-2-39,-1 0 0,1-1-1,-1 0 1,21-11 0,23-16-24,-2-3 1,-1-2 0,59-54 0,-8 8 459,-13 11 261,76-55 814,-132 103-975,0 2 0,75-34 0,-100 51-412,0 0-1,0 0 1,0 1-1,0 0 0,0 1 1,1 0-1,-1 1 1,1 0-1,-1 1 0,1 0 1,-1 1-1,1 0 0,-1 0 1,1 1-1,-1 0 1,0 1-1,0 1 0,0-1 1,0 1-1,-1 1 0,1 0 1,11 9-1,35 24 65,-38-24-204,0-2 0,0 0 0,1-1 0,1 0 0,0-2 0,36 12 0,-45-18 39,0-1 0,0-1-1,0 0 1,0 0 0,1-1-1,-1-1 1,0 0 0,0 0 0,0-1-1,0 0 1,0-1 0,0-1-1,-1 1 1,0-2 0,1 1 0,-1-2-1,-1 1 1,1-1 0,-1-1 0,14-12-1,-10 8 177,-1-1 1,-1 0-1,0-1 0,-1 0 0,0-1 0,-1 0 1,-1-1-1,0 0 0,-1 0 0,0-1 0,-1 1 1,-1-1-1,3-19 0,-7 32-2,30 17-2228,-10-12 1956,1 0 0,-1-2 0,0 0 0,0-1 0,0-2 0,0 0-1,0-1 1,27-9 0,45-7 369,-89 19 53,-23 24-255,-30 30-25,34-38-51,1 1-1,1 1 1,0 0-1,-11 21 1,14-22-369,1 2 0,1-1 0,1 1 0,0 1-1,1-1 1,1 1 0,1 0 0,-3 38 0,8-24-1511,10 0-141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5.7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1752 178 4648,'45'-20'477,"-4"0"415,64-20 0,-47 26 114,0 3 1,105-7-1,-74 9-442,342-25 2281,-322 22-1738,-104 44-710,-10-25-355,1 1 0,-1-1 1,0-1-1,-12 12 0,-1 3 70,-33 48 491,-58 106 0,-16 60 163,-158 355 63,53 2-490,58 7-146,-75 210-66,73-351-1,124-301-148,30-86 91,-58 130 1,65-174-131,-31 46 0,36-62 63,-1-1-1,0 0 1,0 0-1,-1-1 1,0-1-1,-20 14 1,6-8-155,-1-2 0,0 0 0,0-2 1,-1-1-1,0-1 0,-1-1 0,1-1 0,-2-1 1,1-2-1,0-1 0,-39-1 0,-26-7-1413,1-4-1,-93-22 0,148 25 1053,-141-23-3099,-12 3-1498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6.7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73 9089,'-1'-3'205,"0"0"1,0 1-1,0-1 1,0 0-1,0 0 1,1 0-1,-1 0 1,1 0-1,0 0 1,0 0-1,0 0 1,0 0-1,1-4 1,0 5-123,0 0 0,0 1 0,0-1 0,0 1 0,0-1 0,0 1 0,1 0 0,-1-1 0,0 1 0,1 0 0,-1 0 0,1 0 0,0 0 0,-1 0 0,1 0 0,0 1 0,-1-1 0,1 1 0,0-1 0,0 1 0,0-1 0,-1 1 0,1 0 0,0 0 0,3 0 0,66-3 789,134 12-1,-119-3-666,1903 133 1057,2840 198-4369,-3456-255 854,-456-21-2158,-388-23-168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0.8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1019 88 5452,'-28'-20'1419,"23"16"2346,7 2-2851,15-7-593,1 0 1,0 1 0,0 1-1,1 0 1,-1 2 0,1 0-1,1 1 1,-1 1-1,31-1 1,582 25 427,-355-3-664,-86-7 21,-138-10-104,-31-2-17,42 6 0,-57-4 39,-1 1 1,0-1-1,0 1 0,0 0 1,0 0-1,0 1 0,0 0 1,0 0-1,-1 0 0,0 1 1,6 4-1,-8-5 6,0 1 0,0-1 0,-1 1 0,1 0 0,-1 0 0,0-1 0,0 1 0,0 1 0,-1-1 0,1 0 0,-1 0 0,0 1 0,0-1 0,-1 0 0,1 6 0,0 9 171,-1 1 0,-3 21 0,2-32-110,-12 73 563,-2-1 0,-40 116 1,42-153-532,-52 171 335,-123 497 238,145-458-648,11 2 1,2 320-1,30-428-6,-19 498-266,15-603 200,-3 0-1,-2-1 1,-1 0-1,-2-1 1,-2 0 0,-22 45-1,23-61 16,-1 0-1,-2 0 1,0-1-1,-1-1 1,-1-1-1,-1-1 1,-1 0-1,-1-1 1,-1-2-1,-28 20 1,6-12 8,-1-1 1,-1-2-1,-1-3 1,-1-1 0,-57 13-1,-255 40-170,-185-16-2869,181-47-4528,215-12 1262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29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1390 412 4396,'-19'-18'465,"-2"0"0,0 1 0,-2 1 0,-31-17 0,-104-45 2128,-9 12-850,78 33-1019,71 26-615,-43-17 1068,0-1 1,-81-49-1,142 74-1161,0-1 1,0 1-1,-1 0 1,1 0-1,0-1 1,-1 1-1,1 0 0,0 0 1,-1 0-1,1 0 1,0-1-1,-1 1 0,1 0 1,0 0-1,-1 0 1,1 0-1,-1 0 0,1 0 1,0 0-1,-1 0 1,1 0-1,0 0 0,-1 0 1,1 0-1,-1 0 1,1 1-1,0-1 0,-1 0 1,1 0-1,0 0 1,-1 0-1,1 1 0,0-1 1,-1 0-1,-2 15 184,9 31-239,-3-32 101,1 26-15,-1 1 1,-1 0-1,-3 0 1,-1 0 0,-16 77-1,-123 407 52,64-267 96,-81 415-191,20 395 15,115-245 102,23-772-106,7 220 56,-5-218-40,2 0 1,3-1-1,3 0 0,1 0 1,28 78-1,-30-108-23,1-1 0,0 0 0,2 0 0,0-1 0,1 0 1,1-1-1,1-1 0,1 0 0,0-1 0,1-1 0,1-1 0,0 0 0,1-1 0,39 21 1,-14-15-1,0-2 0,1-2 0,1-2 1,1-2-1,74 10 0,-8-10-438,138-3 1,-161-12-685,153-23 1,-24-19-4127,-88 12-837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2.5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68 226 4872,'-5'-3'979,"-14"-10"-758,12 5 7572,-15 11-7523,9 0-115,12 2 340,2-4-447,0 0 0,1 0-1,0 0 1,-1 0 0,1 0 0,-1 0-1,1 0 1,0 0 0,0-1-1,-1 1 1,1-1 0,3 1-1,10 2 34,0-2-1,0 0 0,0 0 0,0-2 0,29-3 0,2 0 67,225-12 129,294-23-52,-314 17-217,483-58 124,-671 71-274,-13 2-721,0-1 0,97-30-1,-143 36-182,-8 4-643,-16 6-1671,-9 6-1492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2.8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145 23 6297,'6'-22'2760,"-6"22"-2624,0 0 0,0 0 0,1 0 0,-1 0 0,0 0 0,1 0 0,-1 0-1,0 0 1,0 0 0,1 0 0,-1 0 0,0 0 0,0 0 0,1 0 0,-1 0 0,0 1 0,1-1-1,-1 0 1,0 0 0,0 0 0,0 0 0,1 1 0,-1-1 0,0 0 0,0 0 0,0 1-1,1-1 1,-1 0 0,0 0 0,0 1 0,0-1 0,0 0 0,0 0 0,0 1 0,0-1-1,1 0 1,-1 1 0,9 26 4107,-3-7-5511,1 21 1622,-2 1 0,-1 0 0,-3 1 0,-6 72 0,-40 185-353,-10-72-2967,19-82 65,-2-15-2516,27-68 718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3.1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52 5989,'0'0'2126,"4"1"-1337,1 1-642,1 1 1,-1-1-1,0 1 0,0 0 0,0 0 0,0 1 1,-1-1-1,0 1 0,1 0 0,-1 0 0,0 0 1,-1 1-1,1 0 0,-1-1 0,0 1 1,0 0-1,0 1 0,-1-1 0,3 9 0,6 31 87,-1 1-1,-3 0 1,3 62-1,-7-72-202,-3-2 30,-1-1 1,-1 1-1,-10 45 1,7-43-56,-12 33 107,17-67-46,-16-71-94,16 53 53,0 0 0,1 0 0,1 0 0,1 0-1,0 0 1,1 0 0,10-26 0,6-8 34,28-49-1,-32 70-109,2 1 0,1 0 0,1 2 0,2 0 0,37-35-1,-27 32-2630,69-47 0,-48 43-2216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3.6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100 15 5412,'-43'-14'2373,"39"13"-1145,1 2-575,0 0-574,0 0 1,0 0 0,0 0 0,0 0 0,0 0 0,0 1 0,0 0 0,1-1 0,-1 1 0,1 0-1,-1 0 1,1 0 0,0 1 0,0-1 0,0 0 0,0 1 0,-3 4 0,5-5-91,-1 0 0,1 0 0,0 0-1,0 0 1,0 0 0,1 0 0,-1 0 0,0 0 0,1 0 0,-1 0 0,1 0 0,0 0 0,0-1 0,0 1 0,0 0 0,0-1 0,0 1 0,0 0 0,0-1 0,0 1 0,1-1-1,-1 0 1,4 3 0,3 2-148,0-1 0,1 0 1,0-1-1,0 1 0,0-2 0,1 1 0,-1-1 0,1-1 0,0 0 0,-1 0 0,1-1 0,0 0 0,10-1 0,-4 0 208,-1-1-1,1-1 1,-1 0-1,0-1 1,1-1-1,-1 0 1,22-10-1,-35 15 37,0 0 0,0-1-1,0 1 1,0 0-1,0 1 1,0-1-1,0 0 1,0 1-1,0-1 1,0 1-1,-1-1 1,1 1-1,1 2 1,-3-4-38,2 2 33,-1 0 1,1 0 0,-1 0 0,1 1 0,-1-1 0,0 0 0,0 1-1,0-1 1,0 1 0,-1-1 0,1 1 0,-1 0 0,1-1 0,-1 5-1,-3 42 720,-1-14-401,4-26-339,1 1-1,-1-1 1,2 0-1,-1 0 1,1 0-1,0 0 1,1 0-1,0 0 0,8 15 1,-9-20-56,1 0 0,-1-1 0,1 0 0,-1 1 0,1-1 0,0 0 0,1 0 0,-1 0 0,0-1 0,1 1 1,-1-1-1,1 0 0,0 0 0,0 0 0,0 0 0,0-1 0,0 0 0,0 0 0,0 0 0,1 0 0,-1 0 0,0-1 0,6 0 0,1 0-30,1-1 0,0 0 0,-1-1 0,1-1 0,-1 1 0,0-2 0,0 0 0,0 0 0,0-1 0,14-9 0,4-4-87,-2-2 0,31-29 0,10-8-43,-29 19 0,-37 36 206,34 0-167,-34 2 99,0 1 0,0 0 0,-1 1 0,1-1 0,0 0 1,-1 0-1,1 1 0,-1-1 0,1 1 0,-1-1 0,0 1 0,0 0 0,0 0 0,0-1 0,0 1 0,0 0 0,1 4 0,29 47-1780,-28-48 1227,0-1-1,1 0 1,0 0 0,0-1-1,0 1 1,4 3 0,10 5-2656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3.7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1 4824,'-14'15'1141,"4"0"-249,-10-9-176,0 3-120,-7 3-240,1 0-604,-1 0-2140,3 3-517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4.8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606 29 7077,'3'-29'1776,"-7"31"-531,-4 13 203,3 6 618,2-2-1434,-112 302 4454,101-287-4892,-82 194 764,-18 42-305,106-249-633,-161 453 7,149-402-778,4 1-1,2 1 1,3 0-1,-1 131 1,13-167 95,-1 21-3125,14 102 0,4-90-2442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5.0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9 385 5681,'-4'-23'426,"3"17"-288,0 1 1,0-1-1,0 0 0,1 1 0,-1-1 1,1 0-1,1 1 0,-1-1 0,1 0 1,0 1-1,0-1 0,1 0 0,3-8 1,3-3 168,0 1 1,1 0 0,1 1-1,0 0 1,1 0-1,1 1 1,0 1 0,1 0-1,0 0 1,29-20 0,-23 21-193,0 1 0,1 0 0,0 2 0,0 0 0,1 1 0,1 1 0,-1 2 0,41-7 0,0 6-65,0 3 0,1 2 0,-1 3 0,118 20 0,-72 0-1764,199 68 0,-198-48-1040,-2 5-792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5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1104 67 5364,'-18'-23'1351,"16"21"-1231,0-1 1,1 0-1,-2 1 1,1-1 0,0 1-1,0-1 1,-1 1-1,1 0 1,-1 0 0,0 0-1,0 1 1,0-1 0,0 1-1,0-1 1,0 1-1,0 0 1,0 0 0,0 0-1,0 1 1,-1-1 0,-3 0-1,-59-3 221,0 2 1,-1 3-1,1 3 0,0 3 0,1 3 1,0 2-1,0 4 0,1 2 0,1 3 1,-66 32-1,16 6-350,99-51-77,2 1 0,-1 1 0,1 0-1,0 0 1,1 1 0,-10 13 0,12-14 53,7-8-10,0 0 0,0 0 0,0 0 0,1 0 1,-1 0-1,0 0 0,1 1 0,-1-1 0,1 1 0,0-1 1,0 1-1,0-1 0,0 1 0,1-1 0,-1 1 1,0 0-1,1-1 0,0 1 0,0 0 0,0 0 0,0-1 1,0 1-1,0 0 0,1-1 0,-1 1 0,1 0 1,1 2-1,1 2-74,0-1-1,1 0 1,-1 0 0,1-1 0,1 1 0,-1-1 0,1 1 0,0-1-1,0-1 1,0 1 0,1-1 0,0 0 0,-1 0 0,1-1 0,1 1-1,-1-1 1,0-1 0,1 1 0,11 2 0,27 7-1609,48 8 0,-8-9-773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5.7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0 825 3300,'95'-211'1378,"-37"94"-504,5 2 0,100-137 1,-153 238-738,1-1-1,0 1 1,1 0 0,0 1 0,1 1 0,0 0 0,28-18-1,-40 29-115,0 1 0,0-1 0,0 0 0,0 1 0,0-1 0,0 1 0,0 0 0,0-1 0,0 1 0,1 0 0,-1 0 0,0-1 0,0 1 0,0 0 0,0 0 0,1 0 0,-1 1 0,0-1 0,0 0 0,0 0 0,0 1 0,0-1 0,1 0 0,-1 1 0,1 0 0,-1 0 2,1 1 0,0-1 0,-1 1 0,0 0 1,1-1-1,-1 1 0,0 0 0,0 0 0,0 0 1,0 0-1,0 0 0,0 3 0,2 6 8,-1-1-1,0 1 1,-1-1-1,0 16 1,-16 157 349,6-113-299,-2 37-466,5 1 0,5 1 0,4-1 0,25 158 0,-24-246-395,0 0-1,1-1 0,9 19 0,3 0-1043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7.7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349 89 10213,'-2'-4'318,"0"-1"0,1 0 0,0 0 0,0 0 0,0 1 0,0-1 1,1 0-1,0 0 0,0 0 0,1-9 0,-1 13-201,0 0 1,0 0-1,0 0 1,0 0-1,-1 0 1,1 0-1,0 0 1,-1 0-1,1 0 1,0 0-1,-1 0 1,0 0-1,1 0 1,-1 0-1,1 0 1,-1 0-1,0 0 1,0 1-1,1-1 1,-1 0-1,0 0 1,0 1-1,0-1 1,-2 0 0,-2-2 3585,-44 318 904,0-57-3722,15-67-725,-15 44-1460,-27 133-2939,33-123-4007,22-126-990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7.9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392 0 12021,'0'0'5977,"-3"2"-4967,-14 11-321,1 2-1,0-1 1,-27 34 0,-37 61-641,44-57-417,5-7-829,2 1 1,-24 52-1,37-62-2522,-21 65 1,22-38-3707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8.2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 5925,'23'-3'426,"-18"2"-262,1 0 0,0 1-1,1-1 1,-1 1 0,0 0 0,0 1 0,0-1 0,0 1 0,0 0 0,0 1-1,-1-1 1,1 1 0,0 1 0,6 2 0,2 4 172,-1 1 1,0 1 0,0 0-1,-1 0 1,-1 1-1,0 1 1,0 0-1,-1 0 1,-1 1 0,0 0-1,-1 1 1,-1 0-1,0 0 1,9 31 0,-4-2-16,-2 0 0,-2 1 0,-2 0 1,0 59-1,-6-45-64,-2 0 1,-13 74-1,-35 117 465,-36 61 158,-6 28-128,86-316-703,2 1 0,1 0 1,1-1-1,1 1 1,1 0-1,5 36 0,-3-49-33,1 1-1,0-1 0,0 0 1,1 0-1,1 0 1,0 0-1,0-1 0,1 0 1,0 0-1,1 0 0,0-1 1,0 0-1,1 0 0,0-1 1,11 8-1,-2-3-159,1-1-1,0-1 1,1-1-1,1 0 1,-1-2-1,1 0 0,1-1 1,36 7-1,0-4-771,0-3-1,59 0 1,-44-6-2100,123-14 1,-52-9-3101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8.4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433 0 8549,'-27'21'1492,"17"0"-164,10 3-168,-10 16-136,0-7-136,-4 0-36,-3 9-288,-6 3-108,-7 13-75,3 5-89,-10 3-72,0 7-256,-3-1-688,3 3-545,-3-2-519,3-4-2092,0 0-2645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8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5124,'94'24'1173,"-61"-3"-261,4 0-152,-3 3-148,-4 0-296,-3 6 116,-7 7-76,-7 2-40,-3 3-88,-7 6-44,-6 4-36,-10-1-84,-7 0-148,-1 6-176,-12 1-352,-4-7-364,0-3-1556,7-6-645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38.9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38 4024,'169'-32'2044,"-140"29"-1650,-1 1 1,1 2-1,-1 0 0,1 2 1,37 7-1,-46-5-260,-1 1 1,0 0-1,-1 2 1,1 0-1,-1 1 0,-1 0 1,1 2-1,23 17 1,-32-19-95,-1 0 1,0 0 0,0 0-1,-1 1 1,0 0 0,0 1-1,-1 0 1,-1 0 0,0 0 0,5 12-1,4 17 79,13 60-1,-9-27-56,-13-56-202,1 1-1,0-1 0,1 0 1,1 0-1,0-1 1,1 0-1,1-1 0,0 0 1,1 0-1,0-1 0,1-1 1,1 0-1,0 0 1,0-1-1,1-1 0,1 0 1,0-1-1,0-1 0,0 0 1,1-1-1,0-1 1,1 0-1,18 3 0,35 3-1802,6 0-145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0.1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8589 343 3244,'-25'-36'243,"17"23"-116,-2 0 0,1 0 0,-2 1 1,0 0-1,-15-13 0,3 7 90,-1 1 0,-1 0 0,0 2 0,-1 1 0,-1 2 0,0 0 1,-48-13-1,-8 4 189,-116-14 0,39 16 358,-285 5 0,-164 55 132,-619 162 335,14 102-198,363-56-386,11 48-9,30 69 2,557-228-314,-253 183 1,118-12 124,307-233-278,4 4 1,-99 130-1,133-150-54,2 3 1,4 1-1,1 1 1,-40 109-1,57-118-21,2 1 0,3 0-1,2 1 1,3 1 0,2 0-1,2 82 1,8-68-29,4-1 1,3 0 0,2-1-1,4-1 1,3 0 0,3-1-1,33 70 1,-15-53 39,4-1 0,4-3 0,3-1 0,118 139 0,-37-75-36,7-5 1,6-7 0,185 132-1,-121-120-10,449 232 0,284 14-33,29-101-24,351-16-89,22-109-379,682-109-931,-1505-86 570,970-185 0,-865 61 405,244-99-48,-281 60 192,752-360-152,-57-106 221,-869 420 219,479-361 1,-742 480 16,-6-6-1,195-217 1,-241 225 27,-6-3 0,-4-5 0,116-218 0,-173 278-13,-2-1 0,-3-2 0,-3-1 0,25-115 0,-43 147-28,-1 1 1,-2-1 0,-2 0-1,-1 0 1,-2 0 0,-2 0 0,-1 0-1,-2 1 1,-2-1 0,-22-63 0,12 58-2,-3 0 0,-1 1 0,-3 2 0,0 0 1,-3 1-1,-1 2 0,-53-52 0,12 24 2,-2 3 0,-146-96 0,92 81 11,-3 6 1,-257-101-1,-306-43 45,265 117 36,-745-70 0,-457 105-313,29 125-1417,536 29-2618,365-18-557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1.2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190 182 7833,'1'-7'165,"-2"-3"231,1 0 0,0 0-1,1 0 1,0 0 0,1 1 0,0-1 0,1 0 0,0 1 0,0-1 0,1 1 0,0 0 0,0 0 0,1 1 0,11-15 0,-12 19 127,8-10 2959,1 29-965,-11-11-2332,0 0 0,0 0 1,-1 0-1,0 1 1,0-1-1,0 0 1,0 0-1,-1 1 0,0-1 1,1 0-1,-2 9 1,-11 53 1046,4-23-527,-137 870 4426,79-535-5376,19 119-4988,47-486 4919,1 134-3989,1-126 1909,1 0 0,9 36 1,13 7-7099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1.4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68 230 12961,'-34'-33'2060,"18"21"-391,-1 3 623,20-19-1464,1 4-140,-8 0-136,4 0 220,4 3-712,-1-3-544,10 9-720,4 3-668,10 9-5513,16 9-568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1.6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14 15045,'-37'-13'2859,"35"13"-1703,7 1-72,8 4-221,-3 0-401,0 0 0,-1 0 0,1 1 0,-1 0 0,0 1 0,-1 0 0,0 1-1,0-1 1,0 1 0,10 16 0,6 11 471,29 55-1,-41-68-715,33 64 110,-3 2-1,-5 2 1,31 111 0,-44-110-1285,-4 1 1,-4 1 0,7 130 0,-34 108-5312,1-171 74,6-1-4005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2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61 175 13413,'-44'-33'3573,"38"18"-2301,-4 3-324,26-3-220,8-7-136,-4 7-120,13-3-124,4 0-436,70-9-2236,-46 27-188,16 3-2309,13-6-3796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2.3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0 182 8293,'318'-100'236,"-160"85"-776,3-12-780,3 3-637,17 9 229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3.9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1672 6481,'0'0'4339,"0"-3"-3317,-1-7-421,1 1 1,0-1 0,0 1 0,1 0-1,1-1 1,-1 1 0,2 0 0,4-16-1,0 4 83,1-36 1288,-7 45-1641,1 0 0,-1 1 0,6-17 0,-4 20-182,0 0 0,-1 0 0,0 0 0,0-1 0,-1 1 1,1-16-1,-1 21-143,0 0 0,0 1 1,0-1-1,0 0 1,1 0-1,-1 1 0,1-1 1,3-3-1,1-3 1,45-58 31,-8 13-30,42-57-60,60-87 1,55-148-36,-141 230 76,46-128 0,-91 200-35,11-57-1,-24 99 47,-1 1-2,1 0 1,-1 0-1,0 0 0,0 0 1,1-1-1,-1 1 0,0 0 1,0 0-1,0 0 0,0 0 1,0 0-1,-1 0 0,1-1 1,0 1-1,0 0 0,-1 0 0,1 0 1,-1 0-1,1 0 0,-1 0 1,1 0-1,-1 0 0,1 0 1,-1 0-1,0 1 0,-1-2 1,0 1 0,1 0 0,-1 0-1,0 1 1,0-1 0,0 1 0,0-1 0,1 1 0,-1 0 0,0 0 0,0 0 0,0 0 0,0 0 0,0 0 0,-2 1-1,-6 1 3,1 0 0,-1 1 1,1 0-1,0 0 0,-12 7 0,-11 11 4,1 0 1,0 2 0,2 1 0,1 2-1,1 1 1,1 1 0,-42 59-1,14-6 1,-82 167-1,106-185 0,3 2 1,2 1-1,4 1 1,2 1-1,3 0 1,4 2-1,2-1 1,3 1-1,4 1 1,2-1-1,4 0 1,3 0-1,2 0 1,29 109-1,184 426-1362,-211-581 1109,13 48 0,-21-64 108,0 0 0,-1 1 0,0-1 0,0 0 0,-1 1 0,0-1 0,0 1 0,-1-1 0,-3 12 0,4-18 65,-1-1 0,1 0 0,-1 1 0,1-1 0,-1 1 0,0-1 0,0 0 0,0 0-1,1 1 1,-1-1 0,0 0 0,-1 0 0,1 0 0,0 0 0,0 0 0,0 0 0,-1 0 0,1-1-1,0 1 1,-1 0 0,1-1 0,0 1 0,-1-1 0,1 1 0,-1-1 0,1 0 0,-1 0-1,1 1 1,-3-1 0,-1-1-130,1 1-1,0 0 0,0-1 1,0 0-1,-1 0 0,1 0 1,0-1-1,0 1 0,-7-5 1,-7-6-770,-1 0 0,2-1 0,0-1 0,0-1 0,1 0 1,-15-20-1,-4-16-3824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4.1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4588,'16'91'1429,"11"-28"-305,-17-6-180,0 3-152,4-2-144,2 2-132,1 9-100,0-2-116,-4 2-84,-3 3-228,10-2-228,-3 2-460,-4-6-2280,1 4-1077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44.3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0 236 5056,'47'-64'897,"-30"40"-253,0 3-124,-7-3-108,-3-3-144,9 9-128,-2 0-444,-1-3-1901,-3 2-239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0.3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178 28 7177,'-2'-2'135,"1"-1"-1,-1 1 1,1 0 0,-1 0 0,0 0 0,1 0 0,-1 1 0,0-1-1,0 0 1,0 1 0,-1 0 0,1-1 0,-4-1 0,4 3 65,-1 0 0,1 0 1,0 0-1,0 0 0,0 0 1,0 1-1,0-1 0,0 1 1,0 0-1,0-1 0,0 1 1,0 0-1,0 0 0,0 0 1,1 0-1,-1 0 1,0 1-1,-2 2 0,0 0 67,0 1 0,0 0 0,1 0 0,0 0-1,0 1 1,0-1 0,1 1 0,0 0 0,0-1 0,-3 13-1,0 1 211,-10 23 116,1 1 0,3 0-1,2 1 1,1 0 0,3 0-1,0 57 1,5 192 532,59 314-291,8-58-2914,-39-183-7517,-22-274 1867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0.6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105 550 9085,'-83'-100'3960,"81"98"-3854,-1-1 0,1-1 0,0 1 0,0 0 1,0 0-1,1-1 0,-1 1 0,1-1 0,0 1 0,0-1 0,0 1 0,1-1 0,-1 0 0,1 0 0,0 1 0,0-1 0,0 0 0,0 0 0,0 1 0,1-1 1,0 0-1,0 1 0,0-1 0,0 1 0,1-1 0,-1 1 0,1-1 0,0 1 0,0 0 0,0 0 0,4-5 0,5-4-38,0 0-1,0 1 0,1 0 1,1 1-1,0 0 1,15-9-1,39-18-256,1 1 0,1 4 0,2 4 0,1 2 1,0 3-1,2 4 0,1 2 0,0 4 0,1 4 0,0 2 1,83 5-1,-98 6-420,0 2 0,-1 3 1,0 3-1,0 2 1,97 38-1,26 31-3367,-78-22-57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0.7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429 0 5052,'-137'123'2353,"-107"105"3042,199-187-4820,42-38-437,7 13 57,-4-15-205,0 0-1,1 0 1,-1 0-1,0 0 1,1 0-1,-1-1 1,1 1 0,0 0-1,-1 0 1,1 0-1,-1-1 1,1 1-1,0 0 1,0-1 0,-1 1-1,1-1 1,0 1-1,0-1 1,0 1 0,0-1-1,0 0 1,0 1-1,0-1 1,-1 0-1,1 0 1,0 1 0,0-1-1,0 0 1,0 0-1,0 0 1,0 0 0,0 0-1,0-1 1,0 1-1,1 0 1,44-12-473,-30 7 305,10-2-903,1-2-1,-1-1 1,-1 0 0,40-24 0,-3-4-3201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0.9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21 4328,'-11'6'149,"-1"1"214,0 0 0,0 0 0,0 2 0,1-1 0,0 1 0,-15 17 0,-23 29 1284,47-53-1118,13 12-99,-2-4-272,14-11-76,7-4-356,-1-2 0,1-1 0,-2-1-1,1-2 1,-1-1 0,-1-1 0,0-1-1,-1-1 1,27-21 0,9-14-1652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2:59.7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49 4204,'-10'-12'724,"-10"6"-412,0 3-448,-3-9-680,2 3-428,-22 3 1184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1.1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0 4176,'0'1'90,"-1"0"0,1 0-1,0 0 1,-1 0-1,1 0 1,0 0 0,0 0-1,0 0 1,0 0 0,0 0-1,0 1 1,0-1-1,0 0 1,0 0 0,0 0-1,1 0 1,-1 0-1,1 1 1,-1-1-17,1 0 1,-1 1-1,0-1 0,1 0 1,-1 0-1,0 1 0,0-1 1,0 0-1,0 1 0,0-1 0,0 0 1,0 0-1,-1 1 0,1-1 1,-1 2-1,-3 12 199,0 0 0,0 0 0,2 0 0,0 1 0,1-1-1,0 1 1,1-1 0,1 1 0,0-1 0,6 24 0,-5-29-312,1-1 0,0 1 1,0 0-1,1-1 0,0 0 0,1 0 1,0 0-1,0-1 0,1 1 0,0-1 1,1-1-1,0 1 0,0-1 1,0 0-1,1 0 0,0-1 0,9 5 1,-11-8-206,1 0 0,-1 0 1,1-1-1,0 0 0,0 0 1,-1-1-1,1 0 1,0 0-1,1-1 0,-1 0 1,0 0-1,0 0 1,0-1-1,0 0 0,11-3 1,31-10-2186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1.2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10 4952,'0'0'4189,"-17"-3"-7569,4-3 603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1.4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17 785 4896,'-13'-43'2421,"13"22"-1537,-3 0-188,9 0 48,15-12-304,9 6-148,10-9-60,17-7-56,16-2-188,11-3-28,13-6-368,14-4-124,13 1-76,6-3-132,-6-6-348,10-10-1049,10 1-95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1.6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451 1 4416,'-80'36'2425,"2"4"0,-91 61 0,151-88-2057,1 1 1,-22 22-1,32-29-317,1-1-1,1 1 1,-1 0 0,1 1 0,0-1 0,1 1 0,0 0-1,-4 10 1,8-16-122,0 0 1,0 0-1,0 0 0,1-1 1,-1 1-1,0 0 0,1 0 0,-1 0 1,1 0-1,0 0 0,0 0 0,0-1 1,0 1-1,0 0 0,1 1 0,6 7-4239,0-3-517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4.4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592 1207 3268,'0'0'1776,"0"-4"-1029,-1 0-771,0 1 261,0 0 0,1 0 0,0 0 0,-1-1 1,1 1-1,0 0 0,1 0 0,-1 0 0,0 0 1,1 0-1,0 0 0,1-4 0,-1 5-84,-1 0 0,1 1 1,0-1-1,-1 0 0,1 0 0,-1 0 0,0 0 0,0 0 0,0 0 1,1 0-1,-2 0 0,1 0 0,0 0 0,0 0 0,-1 0 0,1 0 1,-1 1-1,1-1 0,-1 0 0,0 0 0,0 0 0,-1-1 0,1 0 472,-24 17-543,23-13 976,-1 4-1063,0-1 0,-1 1 0,0-1 0,1-1 0,-1 1 0,-1 0 0,1-1 0,0 0 0,-9 5 0,-8 9 2179,33-34-2101,-1 0 1,-1-1 0,14-35-1,12-23-13,6-11 14,46-134 1,-72 179-104,139-468 764,-120 382-60,-34 124-662,1-5 272,-2 13 142,-3 14-167,-16 93 823,-36 113 1,12-59-561,-66 375 624,62-244-785,-39 241 91,38-232-259,14-59-39,11 2 0,14 410-1,16-558-207,25 130 0,-22-180-54,3-1-1,2 0 1,2-1-1,35 69 1,-48-108 64,1-1 1,0 0-1,0 0 1,1 0-1,0-1 0,1 0 1,0 0-1,0-1 1,0 1-1,1-1 0,15 9 1,-17-13 6,-1 0 0,0 1 1,1-2-1,-1 1 0,1-1 0,0 0 1,0 0-1,-1 0 0,1-1 0,0 0 0,0 0 1,0 0-1,-1-1 0,1 0 0,0 0 1,-1 0-1,1-1 0,0 0 0,-1 0 0,8-4 1,-2-1-49,0 0 1,-1 0-1,0-1 0,0-1 1,-1 0-1,0 0 1,0 0-1,8-13 0,-3 2-85,-1-1 0,0 0 1,11-30-1,-14 28 49,-1-1 0,-1 0 0,-2 0 0,0 0 0,-2-1 0,0 0 0,0-48 0,-5 59 87,0 0-1,0 0 0,-2 0 1,0 0-1,0 0 0,-1 1 1,-1-1-1,0 1 0,-1 0 1,0 1-1,-1-1 0,-1 1 1,0 1-1,0-1 0,-15-14 0,3 8 2,0 1-1,-1 1 1,-1 0-1,-1 2 0,0 1 1,-41-17-1,-154-45-117,-4 21 52,26 7 184,189 45-90,0 1-1,1-2 1,-1 1-1,0-1 1,1 0-1,0 0 1,0-1-1,0 0 1,0 0-1,0 0 1,-4-6-1,7 7 5,1 0-1,0-1 1,0 1 0,0-1-1,0 1 1,1-1 0,-1 0-1,1 1 1,0-1-1,0 0 1,0 0 0,1 0-1,-1 0 1,1 0 0,0 0-1,0 1 1,0-1 0,1 0-1,-1 0 1,3-7-1,3-10-46,2 0-1,0 0 0,1 0 0,1 1 1,23-33-1,-11 17 37,285-459-297,194-346-834,-474 789 1148,245-500-505,-150 299 159,-121 252 340,-1 0 1,1 0-1,-1 0 1,0 0-1,1 1 1,0-1-1,-1 0 1,1 0-1,-1 0 1,1 0-1,0 0 1,0 1-1,0-1 1,-1 0-1,1 1 1,0-1-1,0 0 1,1 0 0,-1 2-1,0-1 0,0 0 1,1 0-1,-1 1 1,0-1-1,0 1 1,0-1-1,0 1 1,0-1-1,0 1 1,0 0-1,-1-1 0,1 1 1,0 0-1,0 0 1,0 0-1,-1 0 1,1-1-1,0 1 1,-1 0-1,1 0 1,-1 0-1,1 0 0,-1 2 1,12 31-18,-9 10 131,0 0 0,-3 0 0,-8 58 0,3-22-2,-2 86 49,16 167 0,0-239-73,4 1-1,4-2 1,36 116 0,-42-179-66,1 0 1,1-1-1,1-1 0,2 0 0,1-1 1,21 26-1,-35-48-16,1-1 0,1 1 0,-1-1-1,0 0 1,1 0 0,0 0 0,0-1 0,0 0 0,0 0-1,1 0 1,-1 0 0,1-1 0,0 0 0,10 2 0,-8-2-6,0-2 0,0 1 1,0-1-1,0-1 1,0 0-1,0 0 1,-1 0-1,1-1 0,15-5 1,3-4-2,0-2 0,-2-1-1,1-1 1,-2-1 0,25-20 0,146-142-276,-73 62 167,-110 106 101,1 0 2,0-1-1,0-1 1,-1 0 0,0 0 0,9-16 0,-18 25-19,-3 1-27,1 0 25,0 1 25,0 0-1,0-1 0,-1 1 1,1 0-1,0 0 1,0 0-1,0-1 1,-1 1-1,1 0 1,-1 0-1,1 0 1,-1 0-1,1 0 1,-1 0-1,0 0 0,0 0 1,1 0-1,-1 0 1,0 0-1,0 0 1,0 1-1,0-1 1,0 0-1,0 1 1,0-1-1,0 0 1,0 1-1,0-1 0,0 1 1,0 0-1,-1-1 1,1 1-1,0 0 1,-2 0-1,0-1-11,0 1 0,0 0 0,0 0 0,0 0 0,0 1 0,0-1-1,-1 1 1,1 0 0,0-1 0,1 1 0,-1 1 0,0-1 0,0 0 0,0 1 0,1-1-1,-1 1 1,1 0 0,-1 0 0,1 0 0,0 0 0,-3 4 0,1-3 7,27 20-391,-16-21 124,39-3-435,-1-3 0,60-12 1,91-30-1068,-77 17 961,-57 13 492,0-3 0,72-32 0,-123 47 181,0 1 0,0 0 0,0 0 0,0 1 1,1 1-1,-1 0 0,1 1 0,20 1 0,33-2-688,-30-3 568,189-13-1019,-201 16 630,0-2 1,-1-1-1,45-13 1,-55 13-118,11 0 106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4.7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1 5801,'-2'9'507,"-1"-1"224,1-1 1,0 1 0,1 0-1,-1 14 1,2-19-544,0 1 0,1-1-1,-1 0 1,1 0 0,0 0 0,0 0 0,0 0 0,0 0 0,0 0 0,1 0 0,-1 0 0,1 0 0,0 0 0,0-1 0,4 5 0,8 6 222,2 1 0,0-2 1,0 0-1,1 0 0,0-2 1,1 0-1,38 14 0,5-3 91,76 17-1,444 64 461,5-47-880,-534-52-188,302 15-1009,-291-19 334,0-2 1,-1-3-1,99-23 1,-148 26 486,1-1-1,-1 0 1,0-1 0,0-1 0,0 0 0,12-9 0,-18 10-135,0 0 0,-1 0-1,0-1 1,0 0 0,0 0 0,-1-1 0,0 0 0,-1 0 0,1 0 0,-1 0-1,5-12 1,6-26-3307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5.0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1 6033,'-69'8'1677,"66"-7"-1479,0-1 0,0 0-1,0-1 1,1 1 0,-1 0 0,0-1-1,1 0 1,-1 1 0,-4-3 0,-2 0 4487,12 6-3826,27 18-306,0 0-1,1-2 1,1-2-1,53 21 1,-34-14-259,329 178 644,-296-149-810,-4 3 0,100 90 0,-132-101-81,-2 2-1,67 89 1,-91-105-35,-2 1 1,-1 1-1,-1 0 1,-2 2-1,-1 0 1,10 38-1,-21-59-5,-1 0 0,-1 0 0,-1 0 0,0 0 0,0 0 0,-1 1 0,-1-1 0,-4 20 0,-8 42 17,-34 109 1,39-159-49,-2 0 0,0-1 1,-2-1-1,-1 0 0,0 0 0,-2-1 1,-22 25-1,11-13-2,-287 347-1047,146-200-1142,-3-4-3410,146-152 4457,-44 44-5501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5.3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37 161 9897,'-20'-43'4760,"13"28"-4160,-3 0 244,17 3-592,0 0-244,6 0-228,11 0-512,9 0-360,-6 0-824,-10 3-1704,30 3-2177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7.7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49 4496,'0'0'8291,"1"-2"-8334,3-2 41,-1 0-1,0 1 1,1 0 0,0 0 0,0 0 0,0 1 0,0-1-1,0 1 1,0 0 0,7-3 0,-8 4-9,17-2 43,-3 0 29,-10 2-25,0-1-1,0 1 1,0 0 0,1 0 0,-1 1 0,0 0 0,1 0 0,-1 1-1,0 0 1,0 0 0,8 3 0,-9-1-22,0-1 0,0 1 0,0 0 0,-1 0 0,1 1 0,-1 0 0,0 0 0,0 0 0,-1 1 0,1-1 0,-1 1 0,0 0 0,0 0-1,0 1 1,-1-1 0,0 1 0,3 7 0,-1 1 49,-1 0-1,-1 1 1,0-1-1,-1 1 1,1 18-1,-3-25-39,11 227 422,-10-130-146,6 0 1,31 167-1,101 225-18,-16-176-3832,-83-238-38,3-9-1792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08.1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610 279 2972,'1'-6'476,"1"-1"0,-1 1 0,-1 0-1,1-1 1,-1-12 0,-1 14-291,1-1 1,0 1-1,0-1 1,1 1-1,-1-1 1,1 1-1,0-1 1,1 1-1,0-1 1,-1 1-1,5-7 1,2-1 61,1 1 1,1 0-1,0 0 0,14-13 1,21-24 648,-10 16-449,-34 33-438,0 1-1,0-1 1,0 1-1,0-1 1,0 1-1,0-1 1,0 1-1,0-1 1,0 1-1,0 0 1,0 0 0,-1-1-1,1 1 1,1 1-1,-2-1 3,2 1-6,-1-1 0,1 1 0,-1 0 0,0 0 0,1 1 1,-1-1-1,0 0 0,0 0 0,-1 1 0,1-1 0,0 0 1,-1 1-1,1-1 0,-1 5 0,-1 38 25,0-28-26,-2 17 12,-1 0 1,-1 0-1,-2 0 1,-2-1-1,-12 34 1,-75 156 89,72-171-118,-116 225-372,21-74-668,-113 152-2460,95-151 368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36.9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7 14872,'-12'11'0,"39"-28"0,-42 23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9.0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1045 0 5036,'0'0'2602,"-2"2"-1888,1-1-697,-2 2 243,0-1-1,0 1 1,1-1 0,-1 1 0,1 0-1,0 0 1,0 0 0,0 0 0,-3 7-1,3-4-103,1 0 1,1 0-1,-1 0 0,1-1 0,0 1 0,0 0 0,1 0 0,0 0 0,0 0 1,0 0-1,0-1 0,1 1 0,0-1 0,0 1 0,1-1 0,0 0 0,3 6 1,6 7 9,0-1 0,0 0 0,25 24 0,350 414 612,-194-195-735,92 113-50,-261-345-5,-2 2-1,-1 1 0,-1 0 0,-1 1 0,16 42 0,-33-68 16,0 0 0,0 1 0,-1-1 0,0 1 0,0-1 0,-1 1 0,1 0 0,-1-1 0,-1 1 0,1 0 0,-1-1 0,-1 1 0,1-1 0,-1 1 0,0-1 0,0 0 0,-1 0 0,0 0 0,0 0 0,0 0-1,-1 0 1,0-1 0,-5 6 0,-9 10 49,-1-2-1,-1 0 0,-1-1 0,-31 21 0,-11 1 149,-1-3-1,-123 52 1,75-39-86,-159 81 61,-390 253 0,214-38-4178,392-301 2456,4-1-1795,9-2-1350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17.8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 1 16321,'-51'62'0,"-25"-91"0,119 97 0,-94-7 0,129-81 0,-35 87 0,-37-147 0,72 60 0,-154-9 0,82-51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1.1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204 124 11889,'39'-29'1104,"77"-63"6538,-113 89-6290,14 21 1259,-14-11-2411,0 0 1,0 1 0,-1-1 0,0 0 0,0 1-1,0-1 1,-1 1 0,-1 0 0,1-1-1,-1 1 1,0 0 0,-2 9 0,1 11 214,-1 26 107,-2 0-1,-2-1 1,-15 54 0,-50 157 356,62-234-795,-51 164 255,-2 6-1270,-43 244-1,67-105-3551,25-113-6091,9-131-526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1.6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0 506 8669,'30'-30'475,"-16"15"-149,1 1-1,0 0 1,2 1 0,-1 0 0,23-12-1,16-4 438,2 3 0,67-21 0,126-29 476,295-37-350,8 44-377,-71 47 393,-449 22-720,0 2 1,0 1-1,0 2 0,58 16 0,-79-17-73,0 0-1,-1 1 0,1 0 0,-1 1 0,0 0 0,0 1 1,-1 0-1,0 0 0,0 1 0,-1 1 0,0 0 0,0 0 1,-1 1-1,0 0 0,9 16 0,-5-1 123,-1 0-1,-1 1 1,-1 0 0,-1 0-1,-1 1 1,5 53-1,-3 168 639,-9-208-764,-1 172 420,10 364 23,60 496-78,-56-623-346,-17-320-301,-29 187 0,25-273 130,-1-1-1,-2-1 0,-2 1 1,-2-2-1,-2 0 0,-30 53 0,30-64 9,-3-1 0,0 0 0,-2-1 0,0-2 0,-2 0-1,-1-1 1,-1-2 0,-44 30 0,17-20 10,-2-2 1,-1-2-1,-1-3 0,-1-2 1,-64 15-1,-309 49 76,203-56-207,-312 2 0,323-43-3176,71-3-3079,7-4-3386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4.8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94 10217,'4'-6'698,"0"0"0,-1-1 1,0 0-1,-1 0 0,1 0 0,2-13 0,4-10 2714,-8 27 337,-3 9-3527,0-1 1,1 1-1,0 0 0,0 0 1,0 0-1,0 8 1,-1 12-48,-12 54 116,-3 10 111,-8 128-1,24-188-500,2 0 0,0 0-1,2 0 1,1 0 0,2-1-1,1 1 1,1-1 0,16 38 0,-12-38-72,-6-13 13,1 0 0,0 0 1,1-1-1,1-1 1,12 17-1,-18-27 134,0-1 0,1 1 0,-1-1-1,1 0 1,0 0 0,0 0 0,0-1-1,1 1 1,-1-1 0,1 0 0,-1 0 0,1-1-1,-1 1 1,1-1 0,0 0 0,0 0-1,0 0 1,0-1 0,0 0 0,0 0 0,-1 0-1,9-2 1,5-3 27,0-1-1,0 0 1,-1-1-1,0-1 1,-1-1 0,1 0-1,24-20 1,-37 26 11,12-9 205,29-27 1,-34 27 173,2 1 0,-1 0 0,2 1-1,20-12 1,-9 7 537,-25 15-908,0 0 1,1 0-1,-1 0 0,0 0 1,0 0-1,1 0 1,-1 0-1,0 0 0,0 0 1,1 0-1,-1 0 1,0 0-1,0 0 1,1 0-1,-1 0 0,0 1 1,0-1-1,0 0 1,1 0-1,-1 0 1,0 0-1,0 0 0,0 1 1,1-1-1,-1 0 1,0 0-1,0 0 0,0 1 1,0-1-1,0 0 1,0 0-1,1 1 1,-1-1-1,0 0 0,0 0 1,0 1-1,0-1 1,0 0-1,0 0 0,0 1 1,0-1-1,0 0 1,0 0-1,0 1 1,0-1-1,0 0 0,1 17 109,-1-16-42,0 16 70,-1 0 0,0-1 1,-2 1-1,0-1 0,-1 1 0,-5 15 0,-44 101 352,23-62-345,-93 229-1494,-25-7-3591,-10-18-4660,72-133-567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37.5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162 157 5633,'-1'-4'301,"1"-1"0,0 1 0,0-1 1,0 0-1,1 1 0,-1-1 0,1 1 1,0-1-1,0 1 0,1-1 1,-1 1-1,1 0 0,0-1 0,0 1 1,1 0-1,5-7 0,-3 3 922,0-1 0,-1 0 0,0 0-1,0 0 1,4-18 0,-8 24 2325,1 6-2452,0 13-608,-1 1 0,0 0 0,-1 0 0,-1-1 0,-1 1 1,0-1-1,-9 24 0,-2 19 259,-19 163 923,8-44-892,-58 394 176,64-429-889,-2 174-1998,27-107-4116,-5-205 5104,-1 0 1,1-1-1,0 1 0,0 0 0,1 0 0,-1 0 1,1-1-1,0 1 0,5 6 0,-6-8-301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38.2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838 401 5228,'-11'-13'436,"6"8"-173,0 0 0,1 0 1,-1-1-1,1 0 1,1 1-1,-1-1 0,1-1 1,0 1-1,1 0 0,-3-9 1,1 0 486,-3-7 1015,1-1 0,-4-41-1,9 57-1532,0-1 0,1 1-1,0-1 1,1 1 0,-1-1 0,2 1-1,-1 0 1,1-1 0,0 1-1,3-7 1,-2 9-161,0 0 0,0 1 0,0-1 0,1 1 1,0 0-1,-1 0 0,2 0 0,-1 1 0,0-1 0,1 1 0,0 0 0,-1 0 0,1 1 0,10-5 0,12-2 7,1 0 0,-1 2 0,1 1 0,0 1 0,1 1 0,-1 2 0,1 0 0,38 4 0,234 39 57,-273-36-132,33 6-6,667 134 56,-633-123-1,130 36-179,-179-44 95,0 3 0,73 37-1,-104-46 53,0 1 0,0 1 0,-1 1 0,-1 0 0,0 0 0,0 1-1,-1 1 1,-1 0 0,0 1 0,-1 0 0,0 1 0,-1 0-1,-1 0 1,-1 1 0,0 0 0,0 0 0,-2 0 0,0 1 0,-1 0-1,-1 0 1,2 24 0,-3-12 59,-1 0-1,-2 0 1,-1 0 0,-6 33-1,-53 191 441,-12-27-146,-58 211-108,-17 377-6,139-759-259,-2-1 0,-29 81 1,37-127-3,0 0 0,-1 0 1,0 0-1,0-1 0,-1 0 0,0 1 1,0-2-1,-1 1 0,1-1 1,-2 1-1,1-1 0,-12 8 1,7-8 10,0 0 1,0 0 0,0-1-1,-1 0 1,0-1 0,0 0 0,-23 4-1,-6-4 11,1-2-1,-1-1 0,0-2 0,-54-9 1,-216-40 26,123 17-56,93 18 0,-396-57 36,-7 43-112,344 31-1070,-166 25-1,316-27-437,19-11-5458,17-8-308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2.6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132 103 3944,'-1'-1'69,"0"1"-1,1-1 0,-1 0 0,1 0 1,0 0-1,-1 0 0,1 0 0,0 0 1,-1 0-1,1 0 0,0 1 0,0-1 1,0 0-1,0 0 0,0 0 0,0 0 1,0 0-1,0 0 0,0 0 0,0 0 1,1 0-1,-1 0 0,0 0 0,1 0 1,-1 0-1,1 0 0,-1 0 0,1 1 1,-1-1-1,1 0 0,-1 0 0,1 1 1,0-1-1,0 0 0,-1 1 0,1-1 1,0 0-1,0 1 0,0-1 0,0 1 1,-1 0-1,1-1 0,0 1 0,0 0 1,0-1-1,1 1 0,1-1-71,-1-2 292,0 1 0,-1 0 0,1-1 0,0 1 1,-1-1-1,1 1 0,-1-1 0,0 1 0,0-1 1,0 0-1,0 0 0,-1 0 0,1 0 0,-1 1 1,0-1-1,1 0 0,-1 0 0,-1-3 0,2-5 6865,-15 22-5740,9-2-1196,0 0 0,1 0-1,0 0 1,1 0 0,-1 1-1,2-1 1,-1 1 0,1 0-1,-1 15 1,-5 18 118,-15 34 137,12-43-307,-7 40-1,-24 231-2897,29-99-6746,10-110 144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39.2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553 3 7937,'4'-3'6907,"-3"9"-2798,-5 24-1609,-15 44-1669,-62 130 2657,19-56-1931,-143 466 1381,161-475-2668,-31 129 29,49-153-357,-7 34-1320,29-119-475,0 46 0,4-31-2540,0-41 1010,26-19-11551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39.8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221 311 7145,'3'-10'349,"-1"-1"1,2 0-1,0 1 0,0 0 1,1 0-1,0 0 1,0 1-1,1 0 1,1 0-1,-1 0 1,1 1-1,1 0 0,0 0 1,14-11-1,-1 3 50,-1 2 0,1 0-1,1 1 1,1 2 0,33-13 0,-7 8-187,0 2 0,1 2 0,0 3-1,1 1 1,62 0 0,1 7-44,143 17-1,-144-3-143,0 5 0,-1 4 1,-1 6-1,-1 4 0,190 84 0,-273-103 49,-1 1 1,-1 1-1,0 1 0,-1 1 0,-1 1 0,-1 2 0,0 0 1,-2 1-1,0 1 0,-1 1 0,-2 1 0,0 0 0,-1 1 1,-2 1-1,-1 0 0,-1 1 0,-1 0 0,-1 1 0,9 41 1,-12-28 61,-2 1 1,-2-1-1,-1 1 1,-6 67-1,-36 167 432,31-222-505,-102 408 410,-34-7-92,114-361-379,15-47 26,-3 1-1,-1-2 1,-45 73 0,47-92 59,-1 0-1,-2-1 1,0-1 0,-2-1 0,0-1 0,-45 33 0,24-26 104,-1-3-1,-1-2 1,-2-1-1,0-3 0,-1-2 1,-101 25-1,-320 31 820,247-47-519,200-25-472,-536 89 392,545-89-535,4-1-348,0 0 0,0 0 0,-1-1 0,1 0 0,0-1 0,-15-1 1,13-3-2686,28-6-2373,21-12-3475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3.3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253 211 5809,'17'-40'3254,"-15"33"-2615,1 0 1,-1 0 0,1 0-1,0 1 1,1 0 0,0-1-1,0 1 1,0 0 0,8-7-1,24-20 1213,-27 24-1318,0 0 0,1 1 0,0 0 0,21-12 0,-27 18-459,0 0 0,0 0 0,0 1 0,0 0 0,0 0 0,1 0 0,-1 0 0,0 1 0,1-1 0,-1 1 0,1 0 0,-1 1 0,0-1 0,1 1 0,-1 0 0,0 0 1,0 0-1,7 3 0,-2 0-21,0 0 1,0 0 0,-1 1 0,1 0 0,-1 1 0,0 0 0,-1 0-1,0 1 1,0 0 0,0 0 0,-1 0 0,1 1 0,-2 0-1,9 16 1,-8-10-17,0 0 1,-1 1-1,0 0 0,-1 0 0,-1 1 0,-1-1 0,0 1 1,-1 28-1,-2-12-9,-2 0 0,-1-1 1,-1 1-1,-2-1 0,-1 0 1,-2-1-1,0 0 0,-3-1 1,-24 45-1,-19 18 19,-105 132 0,81-119-24,-59 87 7,128-177-27,-63 93 9,69-99-11,-1 1 1,2 0-1,-1 0 0,2 0 0,-1 1 0,1-1 0,1 1 0,0 0 0,-1 15 0,3-23-1,0 1 0,0-1-1,1 0 1,-1 0 0,1 0-1,0 0 1,0 0 0,0 0-1,0 0 1,0 0 0,1 0-1,-1 0 1,1-1 0,0 1-1,0 0 1,3 3 0,0-2-1,-1-1 1,1 1-1,-1-1 1,1 0 0,0-1-1,0 1 1,0-1-1,10 3 1,5 1-45,1-2 0,0-1 0,42 1-1,36-5-1142,113-16-1,-56 3-1542,0 2-2915,4 0-3516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0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656 15 11193,'-3'-15'10142,"2"21"-8465,-13 43 139,-2-1 0,-24 51 0,17-43-803,-208 558 1814,147-387-2360,-82 336-467,126-363-2239,24-97-1379,4 0 1,3 116 0,14-177-2785,12-5-3888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0.7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492 262 10169,'6'-12'543,"1"-1"1,0 1-1,1 0 1,0 1-1,1 0 1,0 0-1,1 1 0,0 0 1,1 1-1,0 0 1,20-12-1,-14 11-153,1 0-1,0 2 1,0 0 0,32-9-1,78-12 297,-118 27-634,85-14 268,143-5 1,97 22-31,-138 10-220,-161-7-55,0 2 1,0 1 0,46 16 0,-71-19-11,1 0-1,-1 1 1,0 1 0,0 0 0,-1 0 0,0 1 0,0 1-1,17 16 1,-21-17-8,0 0 1,-1 0-1,1 1 0,-1 0 0,-1 0 1,0 0-1,0 0 0,-1 1 0,0-1 0,0 1 1,-1 0-1,2 13 0,0 20 105,-1 1 0,-3-1-1,-1 1 1,-9 53 0,-42 170 483,23-133-351,-42 188 137,-36 199-95,6 100-159,45-307-116,38-234-20,-56 145 0,62-195 18,-1-1 0,-2-1 0,-1-1 0,-1 0 0,-1-1-1,-1 0 1,-1-2 0,-1 0 0,-1-2 0,-29 22 0,23-22 15,-1-2 1,-1-2 0,-1 0-1,0-2 1,-1-2-1,0 0 1,-1-2-1,-63 11 1,15-9 40,0-5 1,-95-1-1,-164-19 248,292 9-219,-145-6-151,181 9-82,0 0 0,0-1 1,0-1-1,0 0 0,-11-4 1,22 6 31,0 0 1,-1-1 0,1 1-1,0 0 1,0-1 0,0 1-1,0-1 1,1 0 0,-1 1-1,0-1 1,0 0 0,0 1-1,0-1 1,1 0 0,-1 0-1,0 0 1,1 0 0,-1 0-1,0 0 1,1 0 0,-1 0-1,1 0 1,0 0 0,-1 0-1,1 0 1,0 0 0,0 0-1,0 0 1,-1 0 0,1-2-1,1 0-399,-1 1 0,1-1-1,-1 1 1,1-1-1,0 1 1,0 0 0,0-1-1,0 1 1,1 0 0,-1 0-1,4-4 1,30-24-8912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4.0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667 380 4932,'0'0'3043,"-2"-3"-2172,-12-22 718,13 23-848,-1 0 1,-7-3-446,8 5-145,0-1 1,-1 0-1,1 0 1,0 1 0,0-1-1,-1 0 1,1 0-1,0 0 1,0-1-1,0 1 1,0 0-1,0 0 1,0 0 0,1-1-1,-1 1 1,0-1-1,1 1 1,-2-3-1,0-5 131,0 0 0,0 0 0,1 0-1,0 0 1,0-1 0,1 1-1,0 0 1,1 0 0,0-1 0,1 1-1,0 0 1,0 0 0,1 0 0,0 1-1,0-1 1,1 1 0,0-1 0,6-7-1,-3 6-205,0 0 0,1 1 0,0 0 0,0 0 0,1 1 0,0 0-1,1 1 1,0 0 0,0 0 0,0 1 0,1 1 0,0-1 0,19-5 0,-15 6-23,-1-1-23,1 2 0,0 0 0,0 0 0,0 2-1,18-2 1,-30 4-27,0 0 0,-1 0-1,1 0 1,0 0 0,0 1 0,-1-1-1,1 1 1,0 0 0,-1-1-1,1 1 1,0 1 0,-1-1 0,1 0-1,-1 0 1,0 1 0,1 0 0,-1-1-1,0 1 1,0 0 0,0 0-1,0 0 1,-1 0 0,1 1 0,0-1-1,-1 0 1,0 1 0,1-1-1,-1 1 1,0-1 0,0 1 0,0 0-1,-1-1 1,1 1 0,-1 0 0,1 5-1,0 16 0,-1 0-1,-1 0 0,-1 0 1,-1 0-1,-7 27 0,4-20 14,1-1 0,-2 45 0,9-34-5,2 0 0,15 68-1,26 67 10,-40-158-20,-1-5-1,0 1 0,-1 0 0,-1 0 0,-1 0 0,0 0 0,0 0 0,-1 0 0,-1 0 0,-1 0 0,-2 14 0,1-19 6,0 1-1,-1-1 0,0 0 0,0-1 0,-1 1 1,0-1-1,0 0 0,-1 0 0,0 0 0,-1-1 1,0 0-1,0 0 0,0-1 0,-9 7 0,-10 4 17,-1 0 0,-1-2 0,0-1 0,-1-1 0,-1-1 0,-34 8 0,-190 34 55,183-42-170,-24 4-544,-111 25-5154,154-22 843,15-1-2769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6.5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0 4432,'1'0'78,"-1"0"-1,0 0 0,0 0 1,1 0-1,-1 0 0,0 0 1,0 0-1,1 0 0,-1 0 1,0 0-1,0 0 0,0 0 1,1 1-1,-1-1 0,0 0 1,0 0-1,0 0 0,1 0 1,-1 0-1,0 0 0,0 1 0,0-1 1,0 0-1,1 0 0,-1 0 1,0 1-1,0-1 0,0 0 1,0 0-1,0 0 0,0 1 1,0-1-1,1 0 0,-1 0 1,0 0-1,0 1 0,0-1 1,0 0-1,0 0 0,0 1 1,0-1-1,0 0 0,0 0 1,0 0-1,0 1 0,-1-1 1,-8 9 1913,4-5-4986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7.0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13 3452,'0'0'3673,"-13"-6"-6274,-1-1 1061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7.9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3480,'11'9'1148,"-11"-8"-472,1-1 0,0 1 0,0 0 0,0-1 1,0 1-1,0-1 0,0 1 0,0-1 0,0 1 0,0-1 0,0 0 0,0 1 1,0-1-1,0 0 0,0 0 0,0 0 0,2 0 0,8-2 1998,4 0-5059,52-5 2473,1 3 0,74 4 0,136 23-40,-80-5 150,576 54-416,-342-29 203,-76-7 302,-321-28-188,-32-7 97,-6 0-215,2 0 63,-21 7-1855,20-7 1363,0-1 1,0 0-1,0 0 1,0 0-1,0 0 1,0 0-1,0 0 1,0-1-1,0 1 1,0 0-1,0-1 1,0 0 0,0 1-1,0-1 1,-2-1-1,-10-9-5568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8.4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463 0 6005,'0'0'7395,"1"3"-6715,7 14-404,0 0 1,2-1-1,-1 0 1,2 0-1,0-2 0,1 1 1,1-1-1,0-1 1,15 13-1,23 15 58,71 44 1,244 123 173,-125-90-537,-204-101 43,-1 2 1,-1 1-1,-1 2 0,-1 1 0,0 1 0,-2 2 0,37 40 1,-62-59-10,1 0 0,-2 1 0,1 0 0,-1 0 0,0 1 0,-1-1 0,0 1 0,0 0 0,-1 0 0,0 0 0,-1 1 0,0-1 0,0 1 0,-1-1 0,-1 1 0,1-1 0,-1 1 0,-1 0 0,0-1 0,0 1 0,-1-1 0,0 1 0,-1-1 0,0 0 0,0 0 0,-1 0 0,0 0 0,0-1 0,-10 13 0,-4 5-11,-2 0 0,-1-2 1,-1 0-1,-1-1 0,-1-1 1,-28 19-1,-168 104 20,-121 30 40,212-113-62,-494 222-1305,485-229-1183,134-54 2179,1 0 0,0 0-1,0 0 1,-1-1 0,1 1 0,0-1 0,-1 1 0,1-1 0,0 0 0,-1-1 0,-4 0 0,-7 0-2733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49.0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58 9637,'-30'21'11906,"28"-23"-12728,1 0 316,-1 0 1,1-1-1,0 1 1,0-1 0,0 1-1,0-1 1,0 0-1,0 1 1,1-1 0,-1 0-1,1 0 1,0 1 0,0-1-1,0 0 1,1-5-1,-1 4-665,5-21-7308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0.0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234 0 3544,'0'0'840,"3"3"-90,2 2-1598,5 10 5084,-10-14-4143,0-1-1,0 0 1,0 1-1,0-1 1,0 1-1,-1-1 1,1 1-1,0-1 1,0 0-1,-1 1 1,1-1 0,0 0-1,0 1 1,-1-1-1,1 0 1,0 1-1,-1-1 1,1 0-1,-1 0 1,1 1-1,0-1 1,-1 0-1,1 0 1,-1 0 0,1 0-1,-1 0 1,1 1-1,0-1 1,-1 0-1,1 0 1,-1 0-1,1 0 1,-1 0-1,1 0 1,-1 0-1,1-1 1,-1 1 0,0 0-1,-38 2 573,-27 4-216,64-5-310,-3-1 26,-13 2-62,-46 7 654,60-8-626,-33 4 281,34-4 631,4 0-1009,-1 0-1,1 0 1,0 0-1,0 0 0,0 1 1,0-1-1,0 0 0,0-1 1,0 1-1,0 0 0,1 0 1,1 1-1,-1-1 14,12 7 28,1 0 0,0-1 0,0-1 0,0 0 0,17 4 1,88 15 145,-96-20-175,94 18 104,471 78-95,-466-85-9,889 105-17,5-65-307,-927-56 317,0-3 0,97-17-1,-131 5-55,-51 13 22,-7 0-27,1 1-28,-1-1 1,1 1 0,0-1 0,-1 1-1,0-1 1,1 1 0,-1 0-1,0 0 1,0 0 0,1 0 0,-1 0-1,0 0 1,0 0 0,0 1 0,0-1-1,0 1 1,0-1 0,0 1 0,-1 0-1,1 0 1,0 0 0,0 0-1,0 0 1,0 0 0,0 0 0,0 1-1,-3 0 1,2 0 11,-1-1-677,-27 6-3947,25-6 1517,-10-3-1209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0.4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690 91 6225,'2'-2'362,"-1"-1"0,1 1 0,-1-1 1,0 0-1,0 1 0,-1-1 1,1 0-1,0 0 0,-1 0 0,0 0 1,1 1-1,-1-1 0,0 0 1,-1 0-1,1 0 0,0 0 1,-2-5-1,1 7-247,1 0 0,0 0 0,0 0 0,0-1-1,0 1 1,0 0 0,0 0 0,1 0 0,-1-1 0,0 1 0,0 0 0,1 0 0,-1 0 0,1 0 0,-1 0 0,1 0 0,0-2 0,4-10 2199,16 19-1013,-17-4-1232,1 0 0,-1 0 1,0 1-1,0-1 0,0 1 0,0 0 1,-1 0-1,1 1 0,-1-1 1,0 1-1,0 0 0,0-1 0,0 1 1,4 9-1,16 20 176,15 8-35,1-2 0,70 54-1,99 55 14,0-1-163,-165-112-13,-1 1 0,58 66 0,-88-88-47,-1-1 0,-1 2 1,0-1-1,-1 1 0,0 1 0,-2 0 0,0 0 0,5 18 0,-9-22 2,0 0 0,-1-1 0,-1 1-1,0 0 1,0 1 0,-1-1 0,-1 0-1,0 0 1,-1 0 0,0 0 0,-1-1-1,-6 19 1,1-11-11,-1-1 0,-1 1 0,-1-2 0,0 1 0,-1-2 0,-1 1 0,0-2 0,-1 0 0,-18 15 0,-23 16 36,-75 47 1,109-79-13,-268 156-62,-15-26-532,126-61-253,-129 55-2297,101-53-4224,153-62 1506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2.3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2076 101 3964,'-53'5'899,"42"-4"-45,11-3-698,-1-1 0,1 1 0,-1 0 0,0-1 0,0 1-1,0 0 1,0 0 0,0 0 0,-1 0 0,1 0 0,0 0 0,-1 0-1,0 0 1,1 0 0,-5-2 0,4 2 4,-1-1 1,1 1-1,0-1 0,-1 0 1,1 1-1,1-1 1,-1 0-1,-2-4 0,2 2 80,0 0 0,-1 1 1,0-1-1,0 0 0,0 1 0,-5-5 0,7 7-248,-1 0 2237,-1 2-2078,-7 0-90,7-1-6,0 1 1,-1 0-1,1 0 1,-1 0-1,1 1 1,-1-1-1,1 1 1,0 0-1,-1 0 1,1 0-1,0 0 1,0 1-1,-4 1 1,-147 94 1019,-240 143 229,118-76-850,213-125-380,-245 158 249,158-90-125,-242 226 0,363-305-140,-26 33 0,47-52-42,1 0-1,0 1 0,1 0 0,0 0 0,1 1 0,0-1 0,1 1 1,-4 12-1,7-20-13,1 1 1,0-1 0,0 1-1,0 0 1,0-1-1,0 1 1,1-1 0,-1 1-1,1-1 1,0 1 0,0-1-1,0 1 1,1-1-1,-1 0 1,1 0 0,0 0-1,-1 0 1,2 0 0,-1 0-1,0 0 1,0-1-1,1 1 1,0-1 0,-1 1-1,1-1 1,0 0 0,0 0-1,4 1 1,7 5 18,0-1 1,0-1-1,1 0 1,30 7-1,-4-3-65,1-3 0,67 4 0,90-9-565,-122-3 142,235-10-2758,-102-5-2152,-74 7-436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3.8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40 103 3384,'12'-13'801,"-12"13"-806,-6 10 1617,4 2 2798,-2-48-3686,4 33 109,0 0-699,-6-24 80,6 24-41,0 0-111,6-28 2480,-9 32-2494,-30 4 24,29-5 1633,9-3-6439,-2 2 4111,0-1 1,0 1-1,-1 0 0,1 0 0,0 0 1,6 0-1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4.2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55 4872,'-20'-12'308,"-7"-12"-1072,24 6-508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4.8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67 173 7193,'-37'-34'924,"30"19"392,-3 3-956,-3 3-112,26-3-116,18-6-40,15 9-100,21 3-244,27-3-328,20-12-840,23 3-884,31 9-413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5.0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76 6357,'-27'-12'1008,"20"-3"-224,0 0 1104,-9 0-3764,2-4-472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6.5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68 5020,'2'-2'1176,"11"-6"1297,2-1 0,-1 2-1,19-8 1,-14 9-2296,0 0-1,0 2 1,1 0-1,-1 1 1,1 1-1,0 1 1,0 0-1,21 3 1,705 98 924,-431-49-985,-143-25-94,782 111-67,5-42-101,-929-93 138,335 12-31,-291-15 160,0-4 0,138-25 0,-195 25-46,0-1 0,-1 0 0,0-1-1,0-1 1,-1-1 0,0 0 0,16-12-1,-18 12 8,-9 6-37,-1 0 1,1 0-1,-1 0 1,0-1-1,0 1 1,4-7-1,4-4 80,-9 13-65,-1 1-56,0 0 0,0-1 1,0 1-1,0 0 1,0 0-1,0-1 1,0 1-1,0-1 1,-1 1-1,1-1 1,0 1-1,0-1 1,0 0-1,0 1 1,-1-1-1,1 0 1,0 0-1,0 1 0,-1-1 1,1 0-1,-1 0 1,1 0-1,-1 0 1,1 0-1,-1 0 1,0 0-1,1 0 1,-1 0-1,0 0 1,0 0-1,0 0 1,0 0-1,0 0 1,0 0-1,0 0 1,0 0-1,0 0 0,0 0 1,0 0-1,-1-2 1,-1 1-10,1 0-1,0 0 1,0 0-1,-1 1 1,1-1 0,-1 1-1,0-1 1,1 1 0,-1-1-1,0 1 1,0 0 0,0 0-1,0 0 1,0 0-1,0 0 1,0 0 0,-4 0-1,3 0-6,0 0-60,-17 6-2625,4-2 1964,12-2-276,-9 8-5980,-1 0 1176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7.4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677 194 5276,'6'-62'5218,"-1"6"964,0 23-5576,-4 30 401,-1-36 406,17 45-1177,-13-5-223,0 1 1,0 0-1,0 0 0,-1 0 1,1 1-1,-1-1 0,1 1 1,-1 0-1,0 0 0,0 0 1,0 1-1,-1-1 0,1 1 1,-1-1-1,3 5 0,28 35 64,415 448 66,-403-439-163,-3 2 0,35 60 0,-75-110 11,0 0 1,0 0-1,0-1 0,0 1 0,-1 0 1,0 1-1,0-1 0,0 0 0,0 0 1,-1 0-1,1 8 0,-1-10 8,-1 0-1,1 1 1,-1-1 0,1 0 0,-1 0 0,0 0-1,1 0 1,-1 0 0,0 0 0,0 0-1,-1 0 1,1-1 0,0 1 0,-1 0 0,1-1-1,-1 1 1,1-1 0,-1 1 0,0-1-1,1 0 1,-1 0 0,0 1 0,0-1-1,-2 0 1,-21 10-21,-95 43 50,-210 126 0,-94 130 332,297-205-223,-132 145 0,222-206-58,27-31-54,1-1 0,-2-1 1,0 1-1,-17 13 0,25-24-17,5-1-1076,0-1 906,0 1 0,0-1 1,0 0-1,0 0 0,0 0 1,0 0-1,0 0 1,-1 0-1,1-1 0,0 1 1,-1 0-1,0-1 1,1 1-1,-1-1 0,0 0 1,1 0-1,0-2 1,19-34-4231,-13 18 466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3:59.2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3850 7 2524,'-40'-6'6935,"26"6"-7575,11 0 743,-2 0-97,-34 2 12,36-1-15,-17 4 3,-43 2 2163,59-7-1959,-1 1 31,-30 10 146,-1-3 1,0 0-1,-43 2 0,-119 0 830,122-7-868,-1180-16 2049,508-8-1711,-64 22-32,462 8-227,327-7-337,18 2-47,16 2-27,-7-4 0,1-1 0,-1 1 0,1-1 0,0 0 0,-1-1 0,1 1 0,0-1 0,6 0 0,0-1-3422,0-3-3675,6-2 1386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0.2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1020 88 3044,'25'-25'1050,"-20"20"642,2-7-449,-4 9-935,-1-1 1,0 1 0,-1-1 0,1 1-1,-1-1 1,1 0 0,-1 1 0,0-1-1,-1 0 1,2-5 0,-31 28 519,-54 34-289,3 4 0,-84 78 0,-134 149-49,276-263-453,-64 66 22,3 3-1,-89 128 1,157-193 7,-20 43 1,28-53-57,8-8 0,1-2-6,1 0 1,0-1-1,0 0 0,0 1 1,0-1-1,1 0 0,0-1 0,-1 1 1,2-1-1,-1 1 0,0-1 1,1 0-1,-1-1 0,1 1 1,0-1-1,0 0 0,0 0 1,0 0-1,0-1 0,10 2 1,409 50 15,237 0-31,-615-49-14,469 46-118,-470-47 110,-42-2 49,20-1-27,26 8 125,-47-7-5,-5-2-169,-68-10 88,68 11-23,-11-4-20,1 0 118,10-1-5762,6-12 388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2.7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3463 203 4376,'-11'-7'1475,"15"13"697,6 13-282,8-22-1415,-16 2-354,-1 1 0,0 0 0,0 0 0,0-1 1,1 1-1,-1 0 0,0 0 0,0 1 0,0-1 0,1 0 0,-1 0 0,0 0 0,0 1 0,0-1 0,0 1 0,1-1 0,-1 1 0,0-1 0,0 1 0,0 0 0,0-1 0,0 1 0,0 0 0,0 0 0,-1 0 1,2 1-1,6 6 2558,-7-9-2646,-1 1 0,0-1 0,0 1 0,0-1 0,0 1 0,0-1 0,1 0-1,-1 1 1,0 0 0,0-1 0,1 1 0,-1-1 0,0 1 0,1-1 0,-1 1 0,1 0 0,-1-1-1,0 1 1,1 0 0,-1-1 0,1 1 0,-1 0 0,1-1 0,-1 1 0,1 0 0,-1 0 0,1 0 0,-1 0-1,1 0 1,0-1 0,0 1 0,6-3 274,-13-9-98,1 8-161,0-1 0,-1 1 0,1 0 0,-1 1-1,0-1 1,0 1 0,0 0 0,0 1 0,-1-1 0,-9-1 0,-11-2-12,-35-3 0,52 8 3,-394-19 122,158 13-66,34-3-38,-197-5 81,-25 1 219,-268 4 616,199 4-187,154-6-190,273 4-523,74 8-67,-8-6-508,-4-1-772,11-1-7341,7-5 5112,2-4-1404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3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1796 6 5777,'-17'-2'508,"1"0"1,-29 1 0,37 1-318,1 1 0,-1 1 0,1 0-1,-1 0 1,1 0 0,0 0 0,0 1 0,-12 7 0,-57 38 827,1 3 0,3 3 0,-70 69 0,-183 206 63,193-190-760,-412 457 99,493-534-382,4 3-1,2 2 0,-60 121 0,100-178-25,1-1 1,1 0-1,0 1 0,0-1 1,1 1-1,0 0 0,0 0 1,1 0-1,1 0 0,-1 0 1,2 0-1,1 14 0,-1-17 5,1 0 0,0-1-1,0 1 1,1 0-1,0-1 1,0 0-1,0 0 1,1 0-1,0 0 1,0 0-1,1-1 1,-1 1 0,1-1-1,0 0 1,1-1-1,-1 1 1,1-1-1,8 5 1,7 1 29,1 0 0,0-1-1,0-1 1,34 8 0,97 12 192,-139-25-211,396 38 296,3-28 245,569-1 220,-483-10-385,-142 0-2222,-370-18-1542,-18-3-567,-5 3-2095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3.5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58 7725,'0'-3'256,"0"0"-1,0 0 1,0 0 0,0 1 0,0-1 0,0 0-1,-1 0 1,1 0 0,-1 0 0,0 1 0,0-1-1,0 0 1,0 1 0,-1-1 0,-2-4 0,-1-1 4519,7 11-3925,18 30 38,2 0 0,38 43 1,63 58-296,-81-90-364,260 237 440,22-24-2239,-315-249 1330,132 96-1982,-108-82-390,0-2 0,55 25 0,-38-26-4135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3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1843 16 6073,'-3'-2'204,"0"0"1,1 1 0,-1-1 0,0 1 0,0-1 0,0 1 0,0 0 0,0 0 0,0 1 0,0-1 0,0 0 0,-1 1 0,1 0 0,0 0 0,0 0 0,0 0 0,0 0 0,-1 1-1,1 0 1,0-1 0,0 1 0,0 0 0,0 0 0,0 1 0,0-1 0,1 1 0,-1-1 0,0 1 0,1 0 0,-5 3 0,-235 218 5255,17 20-4049,173-185-1089,-536 614-62,204-215-5091,251-290 155,10 4-2712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5.0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479 174 3772,'-50'-12'938,"40"9"-186,6 3-12,-32 0 562,33 0-89,-1 0-544,-19-2 487,-1 1 0,-33 2 0,32 1-190,-50-4 1,72 2-924,-1 0 1,1 0 0,-1 0 0,1 0 0,-1 1-1,0 0 1,1 0 0,0 0 0,-5 2 0,-6 1 36,0-2 69,1 2 0,-1 0 0,0 0 0,1 1 0,0 1 0,-18 10 0,28-14 661,25 5 322,-1-1-906,0 0 1,1-2-1,39 4 0,75-4 148,-103-4-289,-19 0-66,1013 8 687,2-31-595,-863 15 243,244-43 0,-377 44-204,37-14 0,-59 18-108,0-2 1,0 0-1,-1 0 1,0-1-1,0 0 0,16-14 1,-25 20-42,0-1 1,0 0 0,0 0 0,0 0 0,0 0 0,0 0-1,0 0 1,0 0 0,0 0 0,0 0 0,-1-1 0,1 1-1,-1 0 1,1 0 0,-1-1 0,1 1 0,-1 0-1,0-1 1,1 1 0,-1 0 0,0-1 0,0 1 0,0-1-1,0 1 1,0 0 0,-1-1 0,1 1 0,0-1 0,0 1-1,-1 0 1,1 0 0,-1-1 0,0 1 0,1 0-1,-1 0 1,0-1 0,1 1 0,-1 0 0,0 0 0,0 0-1,0 0 1,0 0 0,0 0 0,0 1 0,-1-1-1,1 0 1,-2-1 0,-5-3-73,0 1-1,0 0 0,0 0 1,0 1-1,-16-4 1,9 3-313,-1 2 0,0 0-1,0 0 1,0 2 0,-26 1 0,-76 17-5706,89-12 3059,5-2-4012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5.4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432 2 10969,'-2'-2'1915,"-3"9"-374,-12 25 671,12-22-1758,1 1 1,0 0-1,0 1 0,1-1 1,-2 18-1,5-8-229,1 0 0,2 0 0,0 0 1,1-1-1,1 1 0,0-1 0,2 0 0,1-1 0,14 29 0,15 17 133,58 80 1,-83-128-276,42 55-152,3-1-1,80 76 1,153 103-2427,-257-226 1798,0-1 0,2-1 0,66 29 0,-83-43 411,0-1-1,1-1 0,0-1 1,0 0-1,0-1 1,0-2-1,1 0 1,0 0-1,38-4 1,-48 0 234,1 0 1,-1-1-1,0 0 1,0-1-1,-1 0 1,1 0 0,-1-1-1,0-1 1,0 1-1,0-1 1,-1-1-1,0 0 1,0 0 0,0 0-1,-1-1 1,-1 0-1,8-11 1,7-14 526,-1-2 0,-1 0 0,16-45 0,-34 77-414,3-5 212,-1-1 1,0 0-1,0 0 0,-1 0 0,0 0 0,0 0 0,-1 0 0,-1 0 0,1-1 0,-1 1 0,-3-18 0,2 25-219,0 0 0,0 0 0,0 0-1,0 0 1,0 0 0,0 0-1,-1 0 1,1 1 0,-1-1 0,1 0-1,-1 1 1,0-1 0,1 1-1,-1 0 1,0-1 0,0 1 0,0 0-1,0 0 1,0 0 0,0 0 0,-1 1-1,1-1 1,0 1 0,0-1-1,-1 1 1,1 0 0,0 0 0,0 0-1,-1 0 1,1 0 0,-3 1 0,-9 0 142,1 1 1,-1 1 0,-23 7 0,32-8-124,-50 17 429,2 2 1,-96 54-1,-93 76 130,225-140-614,-649 490-985,408-278-2411,93-67-3975,80-71-976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05.6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31 14901,'0'0'1837,"-1"-2"-148,-7-24 1411,7 24-504,-3 2-1573,1 1-658,1-1-492,-1 0 0,1 0-1,0 0 1,0 1 0,0-1 0,-1 1 0,1-1 0,0 1 0,0 0-1,0 0 1,0 0 0,0 0 0,0 0 0,0 1 0,0-1 0,1 0 0,-1 1-1,0-1 1,-2 4 0,2-2-596,0 1-1,0-1 1,-1 0 0,0 0-1,0 0 1,0 0 0,0-1-1,0 1 1,-6 3 0,-5 3-3275,-6 6-4755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0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3988 226 5240,'0'0'7490,"1"-3"-6340,4-25 1007,-4 26-490,-3-1-894,-1-1-573,0 0 0,-1-1 0,1 1 0,-1 1 0,0-1-1,-1 0 1,1 1 0,0 0 0,-1 0 0,0 0 0,0 1 0,0 0 0,0 0 0,0 0 0,0 0 0,0 1-1,-11-2 1,-54-8 109,-105-4-1,-74 13-169,147 2-121,-839-28 67,-242 2-42,807 27-22,188-2-9,-314-19-7,487 18 5,-1 0 1,0-1-1,-29-8 1,43 10-4,-17-11 201,16 10-4200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1.4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11 4912,'-16'-7'2103,"24"4"1880,15 4-647,-8 2-4219,260 87 2318,96 29-1219,16 6-220,-374-120-2,0 0 1,0 0-1,0 1 0,-1 1 0,0 0 1,-1 1-1,1 0 0,-1 0 0,17 19 1,-26-23 15,0 0 0,0 1 0,0-1 0,0 1 0,-1 0 0,1 0 0,-1-1 0,0 1 0,-1 0 0,1 0 0,-1 0 0,0 0 0,0 0 0,-1 0 0,1 0 0,-3 9 0,1-4 19,-6 36 161,-2-1 0,-3 0 1,-1-1-1,-2 0 0,-2-2 0,-2 0 0,-33 53 1,-100 150 160,101-170-181,-102 115 0,-79 54-42,191-202-135,-123 115 10,152-147-11,1 1 1,0 0-1,0 1 1,1 0-1,1 1 1,-12 17-1,21-28 78,3-41-3248,6-44 498,-4 56-571,-1-8-2250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2.6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1 4968,'0'0'5427,"-3"0"-4751,-13 2-675,0 0 2919,16-1-2853,0-1 0,0 1 0,0 0 0,1-1 0,-1 1 0,0-1 0,0 1 0,0 0 0,1-1 0,-1 1 0,0-1 0,1 1 0,-1-1 0,0 1 1,1-1-1,-1 1 0,1-1 0,-1 0 0,1 1 0,-1-1 0,1 1 0,-1-1 0,1 0 0,-1 0 0,1 1 0,-1-1 0,1 0 0,1 1 0,2 1-9,-1 0-1,1 0 1,0-1-1,0 1 1,0-1-1,0 1 1,0-1 0,0-1-1,1 1 1,-1 0-1,7-1 1,4 1 37,464 54 1081,-53-5-860,1299 104 1,-148-83-206,-1373-70 214,359-46 0,-560 44-328,1 1 0,0-1 0,0-1 0,-1 1 0,1 0 0,-1-1 0,1 0-1,-1 0 1,6-4 0,-5 4-52,-3 0-72,-6 1-53,-34-4-851,-1 2-1,1 1 1,-50 5 0,-54 11-5460,74-5 1192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3.2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820 155 4340,'9'-9'772,"0"1"0,1 0 0,0 1 0,0 0 0,1 0 0,18-7 0,36-24 2222,-1 1-663,-44 17-836,-256 164-75,10 22-1152,163-119-196,-15 12-48,1 4-1,4 4 1,3 2-1,-74 94 1,132-147-19,0 0 0,2 0 1,-1 2-1,2-1 0,1 1 0,-12 34 1,18-47-9,1 0 1,-1 1-1,1-1 1,1 1-1,-1-1 1,1 1 0,0-1-1,0 1 1,0-1-1,1 1 1,0 0-1,0-1 1,0 0-1,1 1 1,0-1 0,0 0-1,0 0 1,1 0-1,-1 0 1,1 0-1,1-1 1,-1 1-1,0-1 1,1 0-1,0 0 1,0 0 0,0 0-1,8 4 1,6 3 4,0-1 1,1 0-1,0-2 0,1 0 1,27 7-1,107 19-76,-148-33 71,506 51-495,-340-41 277,477 9-4010,-505-19 432,1-1-2813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5.0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49 7293,'0'0'8996,"-3"-18"-8795,3 0-446,-17 12-1891,0 0-1928,-10 6-2997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5.7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0 166 4960,'15'-18'883,"0"2"-1,1 0 0,0 0 0,2 2 1,-1 0-1,2 1 0,0 1 0,37-18 1,-47 27-700,-1 0 0,1 0 0,0 1 0,0 0 0,17-1 1,-24 3-170,-1 0 1,1 0 0,0 0 0,0 0-1,-1 0 1,1 1 0,0-1-1,-1 0 1,1 1 0,0-1 0,-1 1-1,1 0 1,-1 0 0,1 0 0,-1-1-1,1 1 1,-1 1 0,1-1 0,-1 0-1,0 0 1,0 0 0,0 1-1,1-1 1,-1 0 0,-1 1 0,1-1-1,0 1 1,0 0 0,0-1 0,-1 1-1,1-1 1,-1 1 0,1 0-1,-1 0 1,0-1 0,0 4 0,1 16 37,-2-1 0,-1 1 0,0-1 0,-2 0 0,-11 39 0,8-32-51,-9 57-1,16-74 1,-1 1-1,1-1 1,1 1-1,0-1 1,0 1-1,1-1 1,0 0-1,1 0 1,5 12-1,1-1-2,0 0 0,18 27 0,10 0 14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6.8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1333 206 5404,'0'0'7272,"2"-3"-6168,4-6-722,0 1 1,0 0-1,1 0 1,0 1-1,0 0 0,1 0 1,0 1-1,0-1 1,0 2-1,13-7 0,7-3 167,63-22 0,-42 23-278,2 2 1,56-7 0,-77 14-201,16-2-8,1 2 0,0 2 0,0 2-1,0 1 1,72 12 0,-112-11-58,-1 0-1,1 1 0,-1 0 1,0 0-1,1 0 0,-1 1 1,6 4-1,-9-6-3,-1 1-1,0 0 1,0 0 0,0 0-1,0 0 1,0 0 0,0 0-1,0 0 1,0 1 0,-1-1-1,0 1 1,1-1 0,-1 1-1,0 0 1,0-1 0,0 1-1,-1 0 1,2 5 0,-2-3 3,1 0 0,-1 0 1,0-1-1,0 1 0,-1 0 1,1 0-1,-1-1 1,0 1-1,-1 0 0,-2 7 1,0-4 0,-1 0 0,0 0 0,0-1 1,0 0-1,-11 11 0,-93 90-27,-35 39 75,124-124-68,0 2 1,2 1-1,1 0 1,-21 43 0,33-56 14,0-1 0,0 1 0,1 1 0,1-1 0,0 0 1,1 1-1,1 0 0,0-1 0,0 1 0,3 17 1,1-9-11,1 0 0,1-1 1,1 0-1,1 0 1,15 33-1,6 5 74,-12-30-96,-2 1 0,-1 0 0,-2 1 0,-1 0 0,10 54 0,-19-77 29,0 0 1,-1 0-1,-1 1 0,1-1 1,-1 0-1,-1 0 0,1 0 1,-1 0-1,-1-1 0,1 1 1,-1 0-1,-1-1 0,1 0 0,-1 0 1,-1 0-1,1 0 0,-1 0 1,0-1-1,-1 0 0,1 0 1,-1-1-1,-1 1 0,1-1 1,-1 0-1,-10 5 0,-8 4 17,-1-1 1,-1-2-1,0 0 1,-1-2-1,-54 11 0,-9-4 25,0-4-1,0-4 1,-122-5-1,-277-49-1754,161-25-2609,116 9-1403,102 25 62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7.2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7 398 9305,'2'-4'599,"0"0"0,0 0 0,0-1 0,-1 1 0,1-1 0,-1 0 1,-1 1-1,1-1 0,0 0 0,-1-8 0,2-13 1214,0 9-1182,0 0-1,-2-1 0,0 1 0,-1 0 0,-5-29 1,2 12 58,-8-64 1024,8 49-1014,5 49-701,0 0 1,0 0-1,-1 0 1,1-1-1,0 1 1,0 0-1,-1 0 1,1 0-1,0 0 1,0 0-1,0 0 1,-1 1-1,1-1 1,0 0-1,0 0 1,-1 0-1,1 1 0,0-1 1,-1 0-1,1 1 1,0-1-1,1 1 1,-1 0-16,10 5-279,-1 0-1,1 1 1,-1 0 0,17 15 0,11 9-1039,107 77-7502,-48-40-1065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7.8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1 145 6469,'19'-6'858,"0"0"1,0 2 0,1 0-1,-1 1 1,33-1 0,104 9-87,-110-2-438,632 27 691,-164-19-878,-1-37-316,-455 19-370,0-3 0,-1-2 0,-1-3-1,67-26 1,-121 40 318,0 0 0,0 1-1,0-1 1,0 0-1,0 0 1,0-1 0,0 1-1,0 0 1,0-1-1,0 1 1,-1-1 0,1 1-1,-1-1 1,1 0 0,-1 0-1,0 0 1,0 0-1,0 0 1,2-3 0,10-19-3402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28.0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34 4912,'-7'-15'7513,"24"6"-6917,0 0 24,6 18-84,24 9-96,-10 9-60,7 0-64,-4 12-224,-3 7 156,0 5-24,-11 9-60,-2-223-4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30.2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0 12005,'0'0'7563,"-1"3"-7109,0-1-371,0 1 0,0-1 1,0 1-1,0-1 0,0 0 1,0 0-1,-1 1 0,1-1 1,-1 0-1,0 0 0,0 0 1,0-1-1,1 1 0,-2 0 0,1-1 1,0 1-1,0-1 0,0 0 1,-1 1-1,-4 0 0,4-1-18,7-1-3516,63-2-4017,-20 7-465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14:30.8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54 121 7709,'0'0'1038,"-2"-2"-84,1 0-751,0 0 0,-1-1 0,1 1 0,0 0 0,0-1 0,0 1 0,0-1 0,1 1 0,-1-1-1,1 0 1,-1 1 0,1-1 0,0 0 0,0 1 0,0-1 0,0 1 0,1-1 0,-1 0 0,1 1 0,0-1 0,-1 1 0,3-4 0,0-1 53,0-1 1,1 1-1,0-1 1,0 1-1,10-11 0,-12 16-231,-8 3-2501,-24 9-1548,-14 12-2424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0:20.2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36 1980,'0'0'1332,"2"2"-1300,3 2-207,-4-2 237,0-1 0,0 1 0,1-1 0,-1 0 0,1 0 0,-1 0 0,1 0 0,-1 0 1,1 0-1,0 0 0,-1-1 0,1 1 0,0-1 0,0 1 0,0-1 0,-1 1 0,1-1 0,0 0 0,0 0 0,3 0 0,52-9 161,-54 8 614,-2-2-820,0 0 1,0 0 0,0 0-1,0 1 1,1-1 0,0 0-1,-1 1 1,4-4 0,4-8-10,-6 9 65,-1 6 3,-1 15-124,-1-9-336,-1-1 1,0 0-1,0 0 0,0 0 0,-4 9 0,-3 2-129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0:06.2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1 402 5080,'0'-1'161,"1"1"-1,-1-1 0,1 0 1,-1 1-1,1-1 0,-1 0 1,1 1-1,0-1 0,-1 1 1,1-1-1,0 1 0,0-1 1,-1 1-1,1 0 0,0-1 1,0 1-1,0 0 0,-1 0 1,1-1-1,0 1 0,0 0 1,0 0-1,0 0 0,0 0 1,-1 0-1,3 1 0,36-2 3379,-22 1-4050,574-2 2708,-394 5-1838,58 1-217,428 0 96,1733-145-348,-1317 4-6,-765 91 110,354-21-50,133 57-45,-558 11 77,248 21 53,-188 22-190,-318-44 121,-37 1-101,-13-1 174,26-2-31,0 0-1,0 2 1,0 0 0,0 1 0,0 1-1,-23 5 1,40-7-1,-29 11 23,26-9-22,1 0 0,-1 0 0,0 0 0,0-1 0,0 0 0,-8 2 0,23 17 48,-8-16-50,1-1-1,0 1 0,0-1 1,0 0-1,1 0 0,-1 0 1,1 0-1,-1-1 0,1 1 1,0-1-1,0 0 0,0 0 0,0-1 1,8 3-1,64 14 22,-72-17-21,80 12-5,-1-4 0,1-4 0,1-3 0,117-12 0,-163 9 55,-36 1-48,20-2 29,-17 2-34,0 0 1,1 1-1,-1 1 0,0-1 0,1 1 0,-1 0 1,0 0-1,0 0 0,-1 1 0,1 0 1,0 0-1,5 5 0,-4-4 8,-4-1-5,1 0 0,0 0 0,-1 0 0,0 1 1,1-1-1,-1 1 0,-1 0 0,5 7 0,5 5-6,-12-14 7,1-1 0,-1 0 0,0 0 0,1 0 0,-1 0 0,0 0 1,0 1-1,0-1 0,0 0 0,0 0 0,0 0 0,0 0 0,-1 0 0,1 1 0,0-1 0,-1 0 0,1 0 0,0 0 0,-1 0 0,0 0 0,1 0 1,-2 1-1,-3 13-15,2-5 20,-1 0 0,0 0 0,0-1 0,-1 1 0,-7 9 0,3-3-2,8-14-2,0-1 0,0 1 0,1-1 1,-1 1-1,1-1 0,-1 1 0,1 0 1,-1-1-1,1 1 0,0 0 0,0-1 1,0 1-1,0 0 0,0 0 0,1 1 0,-1 2 6,0-2-6,1-1 0,-1 1 0,0-1 0,1 1 0,0-1 0,-1 1 0,1-1 0,0 1 0,0-1 0,0 0 0,1 0 0,-1 1 0,3 2-1,-1 0 5,4 3 0,-1 1 1,1-1 0,1-1-1,-1 1 1,1-1-1,1-1 1,-1 0 0,1 0-1,0 0 1,19 8-1,30 19 68,-53-29-79,0-2 0,0 1 0,0-1 1,1 1-1,-1-2 0,1 1 0,10 2 1,2 5 30,-17-9-30,0 1-1,-1-1 1,1 1 0,0 0-1,0-1 1,-1 1 0,1-1-1,0 0 1,0 1 0,0-1-1,0 0 1,0 1 0,-1-1-1,1 0 1,0 0 0,2 0-1,-7 36 33,4-34-29,-1 0 1,1 0 0,-1 0-1,0 0 1,0 0 0,0 0-1,0-1 1,0 1 0,0 0-1,-1-1 1,1 1 0,0 0-1,-1-1 1,-2 3 0,-4 4 29,-6 14 18,1 0 1,1 0 0,1 1 0,1 1 0,1 0-1,1 0 1,1 1 0,1 0 0,1 0 0,1 1-1,2-1 1,1 1 0,0 0 0,7 49-1,-1-29-46,2 1-1,3-1 1,20 64-1,-2-32 144,21 100 0,-46-165-111,-2 0 0,1 0 0,-2 0 0,0 0 0,0 0 1,-1 0-1,-1 0 0,0 0 0,-1-1 0,0 1 0,-1 0 0,-1-1 1,-9 19-1,3-10-25,-1-1 0,-2-1 1,0 0-1,-1 0 1,0-2-1,-29 25 1,19-19 21,0 1 0,1 1 0,1 1 0,2 1 0,0 1 0,-18 34 0,33-49 25,1 0 1,0 0-1,1 0 1,1 0 0,0 1-1,0 0 1,1-1 0,0 20-1,3-1 52,1-1-1,9 50 1,0-9-40,4 143 0,-17-196-63,0-1 0,-1 1 0,-1-1 0,-1 0 0,-1 0 1,-8 17-1,-10 36 1,18-52 9,-1-1-1,-18 34 1,14-32-12,2-1 0,-10 29-1,13-28-41,-4 12 89,1 1 1,-8 50-1,11-28 120,2 0 0,5 79-1,0-101-10,0-19-143,0 1 0,6 26 1,-6-38-127,-5 25-803,4-20-8312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24.5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1116 5051 3256,'-1'0'289,"-26"6"444,21-3 2765,5-5-3157,-2-4-249,-1 1-1,0 0 0,0 0 0,0 1 0,-1-1 0,1 1 0,-1 0 1,0 0-1,0 1 0,-1-1 0,1 1 0,-1 1 0,0-1 1,-11-3-1,-16-5 144,-47-10 0,66 18-202,-107-25 65,0 6 1,-1 6-1,-158-2 0,117 18 10,160 0 63,-21-2 31,23 2-184,-1 0-1,1 0 1,0 0-1,-1 0 1,1 0 0,0-1-1,-1 1 1,1 0-1,0-1 1,0 1-1,-1-1 1,1 1-1,0-1 1,0 1-1,-1-1 1,1 0 0,0 0-1,0 0 1,0 1-1,0-1 1,0 0-1,0 0 1,1 0-1,-1-1 1,0 1-1,0 0 1,1 0-1,-1 0 1,0-3 0,-2 0-9,2 2 169,2-4-138,1-18-30,-1 18 84,0 3-98,6-16 56,2 1 0,0 0 1,1 0-1,15-19 0,-14 20-42,-2 0 0,13-29-1,-1 3 82,58-142-87,-14 30 44,227-410-68,-80 165-38,108-287 850,-77 147 312,-207 479-946,-26 46-121,-1 0 0,11-23-1,-16 30-25,0-1-1,1 2 0,11-15 0,-10 14 15,0 0 0,-1 0 0,9-16 0,17-36-85,-25 51 55,0-1-1,-1 0 0,0 0 1,0 0-1,-1-1 1,0 1-1,-1-1 0,0 0 1,-1 0-1,1-15 1,-3 10 11,0 13-20,-7-9 5,-1 2 14,6 8-13,0 1 2,-5-5-9,4 3 22,-1 0 1,1 0-1,-1 1 1,0-1 0,0 1-1,0 0 1,0 0-1,0 0 1,-6-2-1,-9-20-10,10 9 10,-1 1-1,-19-20 1,17 21 9,1-1 0,-15-24-1,25 36-34,-2-19 22,3 16 3,0 0 0,0-1 0,0 1 0,1 0 0,0 0 1,0-1-1,4-8 0,-4 11-23,0 2 14,-1-1-1,1 1 0,0-1 1,-1 1-1,1 0 1,0-1-1,0 1 0,0 0 1,0 0-1,0 0 0,0 0 1,3-2-1,1-3-11,-10 23 10,0 1 0,1-1 0,-4 33 0,8-47 647,2-1-391,-2-1-238,0 0 1,0-1-1,1 1 0,-1-1 1,0 1-1,1 0 0,-1-1 1,0 1-1,1-1 0,-1 1 1,1-1-1,-1 1 0,1-1 1,-1 0-1,1 1 0,-1-1 0,1 0 1,-1 1-1,1-1 0,0 0 1,-1 0-1,1 1 0,-1-1 1,1 0-1,0 0 0,-1 0 1,1 0-1,0 0 0,-1 0 1,1 0-1,0 0 0,-1 0 1,1 0-1,-1 0 0,1 0 1,0 0-1,-1-1 0,2 0 1,10-25 342,-1-2-275,-8 18 38,-4 7-111,1 0 0,-1 0 0,1 0 0,-1-1 0,1 1 1,0 0-1,0 0 0,1-6 0,0-5-3,1 1 0,0 0 0,1 0 0,0 0 0,1 0 0,0 1 0,1-1 0,0 1 1,1 0-1,1 1 0,0-1 0,0 1 0,1 0 0,0 1 0,13-12 0,-6 4 18,0 0-1,-2-1 1,0 0-1,13-27 1,-1 1 25,46-95 58,-38 81 41,28-59 67,45-96 258,-85 175-353,-15 27-110,0 0 1,1 0-1,1 1 0,10-13 1,-5 10 10,0-2 0,1 1 0,1 0 0,0 1 0,1 1 0,33-22 0,-15 16-36,0 2 1,1 2 0,1 1-1,0 1 1,1 2 0,0 2-1,43-5 1,-9 3 88,166-15-100,-47 19-106,72 0 168,755 25-44,-752-12 46,139 7 136,-268-1-187,45 2 76,78 2-145,-129-5 88,154-8 1,-184-6-45,-42 2-63,82-12 1,-84 5 94,0 2 1,0 3-1,59 5 0,-52 5 46,57 5 16,-32-1-31,-10-2-69,198-2 54,-239-10 4,11 1-29,185 21 38,-14-3 3,-109-10-51,117-10-1,12-13 95,-175 9-156,110-27 1,25-11 81,-160 40-15,0 2 1,-1 2-1,52 2 0,30 12 107,34 0-56,165-12 14,-215-3 25,292-24-128,-313 13-13,47-6 24,-88 17 37,1 3 1,-1 0 0,49 9-1,-59-6-14,54-2-1,-50-1-63,141 5 165,-142-1-100,45 10 1,-47-7 51,54 4 1,-9-2-6,-50-4-29,39 0-1,28-2 37,-92-3-8,-1 1-21,4 1-5,-2-3 7,0 0 0,0 0 0,0 1 1,0-1-1,0 1 0,0 0 0,0 0 0,6 2 1,179 21 5,-131-15 93,90 6-198,-90-8 76,0-3 0,81-6 1,-85 8-116,-50 14 117,7 29-34,6 55 0,-2-13-10,-12-75 76,32 173-34,-31-154 20,-1 0 0,-1 0 1,-6 56-1,3-77 14,-1 8-11,-1-1 0,0 1 0,-2-1 0,0 1 0,-10 21 0,-21 37-34,18-43 46,2 0 1,2 1-1,1 1 0,1 0 1,-6 42-1,-28 172 52,15-88 30,9-83-42,4-18-1,-27 90-5,17-63 15,16-58-36,-1 0-1,-29 51 1,19-40-29,4-11 15,12-21 21,1 1 0,-10 23 0,-6 23-28,7-17 25,-19 77 1,5 11 5,-12 4 134,25-82-152,-37 81 1,15-43 50,18-42-118,9-22 103,0 1 0,2 1 0,-10 47 0,-16 181 15,23-200-60,-19 55 0,1-8 7,10-40 154,13-40-155,0 1 0,-5 28 0,-5 58 109,1 1-49,8-63-61,-7 34 144,-46 149-1,39-166-76,-60 119 0,78-173-69,-1 0 0,1 1 0,-4 16 0,6-17-10,-1-1-1,-1 1 1,1-1 0,-8 13 0,-60 119 132,26-76-75,35-51-50,0-1 0,0 2 1,-14 28-1,20-35 3,0-1-1,-1 0 1,0 0 0,0 0 0,-11 10-1,-13 18-155,23-26 172,-1-1 0,0 0 0,0 0 0,-12 9 0,7-7-6,-13 17-114,21-22 102,0 1 0,-1-2 0,0 1 0,0 0-1,-6 3 1,-6 6 21,1 1 0,0 0-1,0 1 1,-17 26 0,3-7-84,-81 86 103,107-117-32,0-1 0,1 0 0,-1 1 0,-1-1 0,1-1 0,0 1 0,-7 2 0,-7 5-61,16-9 161,-19 16 32,19-16-42,-1-2-128,-25-13 1,0 2 1,-60-18-1,-69-7-4,108 27 23,-65-12 10,-143-8 0,-117 18 50,11 24-45,300-9 63,59-3-110,0-1 0,0 1-1,1-1 1,-1 0 0,0 0-1,1 0 1,-1 0 0,1 0-1,-1-1 1,1 0 0,-4-2 0,-23-16-3080,3 3-3479,10 5-928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45.9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875 284 3256,'-54'-57'3030,"37"41"-2345,1 0 1,1-2-1,-16-23 1,22 29-451,0 0 0,0 0 0,-1 1 1,0 0-1,-1 0 0,-1 1 0,1 1 0,-1 0 0,-1 1 0,-25-13 0,33 19-187,0 0-1,0 0 1,0 1-1,-1 0 0,1 0 1,0 1-1,-1-1 1,1 1-1,-1 0 1,1 1-1,0-1 0,-1 1 1,-5 1-1,2 1 14,1 0 0,-1 1-1,1-1 1,0 2 0,0-1 0,0 1-1,-8 6 1,-5 8 156,1 0 0,0 1 0,-33 45 0,18-16 61,3 1-1,1 1 1,-32 79 0,-47 177 432,94-248-642,2-1 1,3 2-1,3 0 0,2 0 1,3 0-1,2 1 1,3-1-1,16 95 0,-10-114-39,2 0 0,2-1-1,2 0 1,1-1 0,30 55-1,-27-64-34,1-1-1,1 0 0,1-2 0,1 0 0,2-2 1,0-1-1,35 27 0,-26-27 21,1-2-1,1-1 1,1-2 0,1-1-1,0-2 1,1-1 0,1-3-1,0-1 1,0-1 0,1-3-1,57 5 1,-54-10-9,-1-1 0,1-3 1,-1-1-1,0-2 0,0-2 1,0-1-1,-1-3 0,-1-1 1,0-2-1,70-35 0,-87 36-2,-1 0 1,-1-1-1,-1-2 0,0 0 0,0-1 0,-2-1 0,0 0 1,-1-2-1,-1 0 0,16-27 0,-21 29-5,-2-1 1,0 0-1,-1 0 0,0-1 1,-2 0-1,-1 0 0,0 0 0,-1-1 1,-1 0-1,-2 0 0,0 0 1,-3-40-1,-4 22 2,-1 0 1,-2 1-1,-2 0 0,-1 1 1,-2 0-1,-2 1 0,-1 0 1,-22-32-1,-10-8-30,-3 4-1,-88-95 1,33 54-23,-4 5 0,-6 5 0,-4 5 0,-229-142 0,349 240 53,-144-78-11,131 71 12,0 1 1,0 1-1,-1 1 1,0 0-1,0 1 0,0 0 1,0 2-1,-24-1 0,34 2-2,0 0-1,0 1 0,0-1 1,1 1-1,-1 1 0,0-1 1,1 0-1,-1 1 0,1 0 1,-1 0-1,1 1 0,0-1 1,0 1-1,0 0 0,0 0 0,1 0 1,-7 6-1,7-3-27,-1-1 0,1 1-1,0-1 1,0 1 0,1 0-1,-1 1 1,1-1 0,1 0 0,-1 0-1,1 1 1,-1 10 0,2 5-156,0-1 0,2 0 1,0 0-1,2 0 0,0 0 0,14 39 1,-6-29-169,2 0 1,1 0 0,1-1 0,2-1 0,1-1 0,35 41-1,-18-31-868,1 0-1,2-3 0,69 49 0,15-4-2836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46.5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1805 1101 6137,'-170'-92'965,"146"80"-714,-1 1 0,-1 1-1,0 2 1,0 0 0,0 2 0,-1 1 0,-30-2-1,31 4-67,-21-3 71,-1 3 1,1 1 0,-1 3-1,0 1 1,1 3-1,0 2 1,0 2-1,0 2 1,1 2 0,1 2-1,0 1 1,2 3-1,0 2 1,1 1-1,-46 34 1,32-16-134,3 2-1,1 3 1,2 2 0,3 2-1,1 2 1,-57 85 0,77-96-75,2 1 1,2 1 0,1 1 0,3 0 0,1 2-1,3 0 1,1 1 0,3 0 0,1 0 0,-3 59-1,11-73-30,2 0-1,1 0 1,1-1-1,2 1 1,1-1-1,1 0 0,2-1 1,1 0-1,1 0 1,2-1-1,0 0 1,2-1-1,21 29 0,-28-48-17,0 1 0,0-1 0,0-1 0,1 1-1,1-1 1,-1-1 0,1 0 0,0 0 0,1-1 0,0 0-1,0-1 1,0-1 0,0 1 0,21 3 0,-23-6-3,1-1 0,-1 0 0,1-1 0,-1 0 0,1 0 0,0-1 0,-1-1 0,1 1 0,-1-2 0,0 1 0,0-1 0,0 0 0,0-1 0,0 0 0,-1-1 0,1 0 0,-1 0 0,14-13 0,10-10-19,-2-2 1,-2-2-1,0 0 0,37-61 1,74-158-62,-86 133 27,-4-3-1,33-132 1,35-260-35,-104 445 86,95-570 608,-93 531-192,13-126 624,-27 225-913,0 0-1,-1 0 1,0 0 0,-1-1-1,-2-11 1,3 20-110,0-1 1,0 1-1,0-1 0,0 1 1,0 0-1,0-1 0,-1 1 0,1-1 1,0 1-1,0 0 0,0-1 1,-1 1-1,1 0 0,0-1 1,-1 1-1,1 0 0,0-1 1,-1 1-1,1 0 0,0 0 0,-1-1 1,1 1-1,-1 0 0,1 0 1,-1 0-1,1-1 0,0 1 1,-1 0-1,1 0 0,-1 0 0,1 0 1,-1 0-1,0 0 0,-1 1 14,0 0 0,1 0 0,-1 0-1,0 0 1,0 0 0,1 0 0,-1 1-1,1-1 1,-1 1 0,1-1 0,-1 1 0,0 1-1,-13 18 109,1 0 1,1 1-1,1 0 0,0 0 0,-11 38 0,-35 133 192,51-167-298,-43 184 145,10 2 0,9 1 1,-6 397-1,72 329-901,23-473-2142,36-8-4394,-68-356 1536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46.8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27 4144,'0'0'89,"0"0"0,-1 0 0,1 0 0,0 1 0,0-1-1,-1 0 1,1 0 0,0 0 0,0 0 0,0 0 0,-1 0-1,1 0 1,0 1 0,0-1 0,-1 0 0,1 0 0,0 0 0,0 1-1,0-1 1,0 0 0,0 0 0,-1 1 0,1-1 0,0 0-1,0 0 1,0 1 0,0-1 0,0 0 0,0 0 0,0 1-1,0-1 1,0 0 0,0 0 0,0 1 0,0-1 0,0 0-1,0 0 1,0 1 0,0-1 0,0 0 0,0 1 0,12 8 1070,-6-6-980,0-1 1,0 0-1,0-1 0,0 1 0,9 0 0,277-1 1632,-170-4-1534,399-15-1350,-174-7-3933,-214 13 1871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47.1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882 13 6497,'-35'-6'357,"26"3"-213,0 2 1,0 0-1,-1 0 0,1 0 0,-1 1 1,1 1-1,-1 0 0,-11 2 1,-22 7 483,38-9-531,1 1-1,0 0 0,0 0 0,0 0 1,1 1-1,-1-1 0,0 1 0,1 0 1,0 0-1,-1 0 0,1 1 0,1-1 0,-1 1 1,0-1-1,1 1 0,0 0 0,-3 5 1,1-2 47,0 3-6,-1 0 1,2 0 0,-1 0 0,1 0 0,1 1-1,0-1 1,0 1 0,1 0 0,0-1 0,1 1-1,2 18 1,3 12 338,18 68-1,-13-66-149,115 648 1708,-110-556-1863,-6 0 0,-6 1 0,-16 158 0,-4-161-100,-49 198 0,40-239-349,-3-2 0,-80 166 0,49-141-755,-76 108 1,105-177-223,-3-2 0,-2-2 0,-2-1 0,-82 69-1,29-41-3066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49.3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394 1 10133,'-6'2'218,"0"0"1,0 1-1,0 0 0,1 0 1,-1 0-1,1 0 0,0 1 0,0 0 1,0 0-1,1 1 0,0-1 1,-1 1-1,1 0 0,1 0 1,-1 1-1,1-1 0,0 1 1,0-1-1,-3 11 0,-11 21 681,-83 209 2443,25-10-2402,61-186-923,-17 52-754,-20 122-1,46-191-351,1 0-1,2 0 0,1 0 0,2 0 1,1 0-1,1-1 0,2 1 0,10 37 1,8-2-4342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49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1042 0 10065,'-103'121'2730,"65"-72"-1124,-60 58-1,-250 248 1393,37 28-4230,285-346 108,1 1-1,3 1 1,-33 75 0,52-105 319,0 0 1,0 0 0,0 0-1,0 12 1,5 27-5465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4.2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593 112 4868,'0'-23'1362,"0"22"-1292,0 1 0,-1-1 0,1 0 0,0 1 0,-1-1 0,1 0 0,0 1 0,-1-1 0,1 1 0,-1-1 0,1 1 0,-1-1 0,1 1 0,-1-1 0,0 1 0,1-1 0,-1 1 0,0 0 0,1-1 0,-1 1 0,0 0 0,1 0 0,-1-1 0,0 1 0,1 0 0,-1 0 0,0 0 0,0 0 0,-1 0 168,-2-2 187,0 1 0,1 0 1,-1-1-1,0 0 0,1 0 0,-1 0 0,1 0 0,0-1 1,-6-4-1,8 5 544,-9-31 3749,8 31-4129,1 1-508,-1-1-1,1 1 0,0 0 0,-1 0 0,0-1 1,1 1-1,-1 0 0,0 0 0,1 1 0,-1-1 0,0 0 1,0 0-1,0 1 0,0-1 0,1 1 0,-1 0 1,0 0-1,0-1 0,0 1 0,0 0 0,0 1 1,0-1-1,0 0 0,0 1 0,0-1 0,0 1 0,0-1 1,1 1-1,-1 0 0,0 0 0,0-1 0,1 1 1,-1 1-1,1-1 0,-1 0 0,-2 3 0,0 1 12,-1 0 1,1 1-1,0-1 0,1 1 0,-1 0 0,-4 12 0,3-6 27,-36 67 652,10-19-352,2 1 0,-34 107 1,-131 558-2650,160-562-1774,17-54-2730,9-36-2100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4.7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1022 440 4708,'3'-69'2109,"-1"55"-1508,0-1-1,-2 1 0,0-1 1,0 1-1,-5-21 1,1 15-221,-2 0 1,0 1-1,-1 0 1,-1 1-1,-1 0 1,-1 0-1,0 0 1,-17-20-1,23 33-290,0-1-1,-1 1 0,0 0 1,0 0-1,-1 1 1,1 0-1,-1 0 0,0 0 1,0 0-1,0 1 1,0 0-1,-1 0 0,1 1 1,-1 0-1,0 0 1,0 1-1,0-1 0,0 1 1,0 1-1,0 0 1,0 0-1,0 0 0,0 0 1,1 1-1,-1 1 1,0-1-1,-9 4 0,-12 6 129,0 1-1,1 1 0,1 1 0,0 2 1,-34 26-1,10-2 110,-66 71-1,67-59-200,3 3-1,2 1 0,-68 115 1,89-128-96,1 1 1,2 1-1,3 1 1,1 1 0,2 0-1,-11 73 1,23-101-73,0 0 1,1 0 0,1 0-1,1 0 1,1 0 0,0 1-1,2-2 1,0 1 0,9 25-1,-11-37-23,1 0 0,1 0 0,-1 0 0,1 0 0,0 0 0,0-1 0,1 0 0,0 0 0,0 0 0,0-1 0,1 0 0,0 1 0,0-2 0,0 1 0,1-1 0,-1 0 0,1-1 0,0 1 0,0-1 0,1 0 0,-1-1 0,0 0 0,1 0 0,-1-1 0,13 1 0,-6-2-59,0 0 1,0-2-1,-1 1 1,1-2 0,-1 0-1,1 0 1,22-10-1,-11 2-57,0-1-1,44-29 0,-36 17 76,-2-2 0,0-1-1,49-57 1,69-105-146,-132 167 231,50-74 58,65-124 0,36-110 1579,-100 170 93,-43 97-295,-25 63-1399,0 0 0,0 0 1,0 0-1,1 0 0,-1-1 0,0 1 1,0 0-1,0 0 0,1 0 1,-1-1-1,0 1 0,0 0 0,0 0 1,0-1-1,0 1 0,0 0 1,0 0-1,1-1 0,-1 1 0,0 0 1,0 0-1,0-1 0,0 1 1,0 0-1,0 0 0,0-1 0,0 1 1,0 0-1,0 0 0,-1-1 1,1 1-1,0 0 0,0 0 0,0-1 1,0 1-1,0 0 0,0 0 1,0-1-1,-1 1 0,1 0 0,0 0 1,0 0-1,0-1 0,-1 1 1,1 0-1,-13 9 438,-18 24 59,3 5-203,2 1 0,2 0 1,-28 63-1,-45 135 83,70-165-292,-131 458-1931,91-279-4405,52-201 1605,7-19-2582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5.2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2202 405 5549,'-43'-30'357,"11"7"113,-1 2 1,-1 1 0,-52-23 0,10 13 423,-1 3 1,-1 4-1,-1 3 1,-1 3-1,-159-10 1,199 26-698,0 2 0,1 2 0,-1 1 0,1 2 1,0 2-1,0 2 0,1 1 0,1 2 0,0 1 0,0 3 1,2 0-1,0 3 0,1 0 0,1 3 0,1 0 0,-49 48 1,21-11 186,4 3 0,2 2 1,3 2-1,3 2 1,3 2-1,-47 102 1,43-64 84,4 1 1,6 3 0,-47 221 0,68-229-297,5 0 0,4 1 1,4-1-1,6 1 0,19 153 0,-9-182-128,4 0 0,3-1-1,3-1 1,3-1-1,4-1 1,3-1 0,3-2-1,47 72 1,-58-107-196,2-1 0,1 0 0,1-2 1,2-2-1,2 0 0,0-2 0,2-1 1,1-2-1,1-1 0,1-2 0,1-1 1,1-2-1,1-2 0,0-1 0,1-2 1,53 11-1,-52-17-114,1-3 0,0-1 0,-1-2 0,1-2 0,0-1-1,0-3 1,0-1 0,-1-2 0,76-23 0,-49 5-107,-1-2 1,-1-3-1,-2-4 0,114-78 0,-20-1 95,-6-7-1,-6-6 1,-5-7 0,180-219-1,-267 285 336,-4-3 1,-2-2-1,-4-2 0,57-132 0,-80 153 8,-2-1 0,-3-1 1,-2-1-1,-2 0 0,-3-1 0,-3 0 0,-2 0 0,-3-58 0,-6 55 12,-3 0 0,-2 0 0,-3 1 0,-3 1 0,-1 0 0,-4 1 0,-2 1 0,-2 1 0,-3 2 0,-62-91 0,35 70 31,-2 2-1,-4 3 0,-3 3 1,-2 3-1,-3 2 0,-112-74 1,144 110-53,-2 1 0,-1 3 0,0 0 0,-2 3 0,-48-15 1,73 28-65,-1 0 0,0 1 0,0 1-1,0 1 1,0 0 0,0 1 0,0 1 0,-1 1 0,1 1 0,0 0 0,0 1 0,0 1 0,0 1 0,1 0 0,-23 12 0,27-11-163,2 1 0,-1 1 1,1 0-1,0 1 0,1 0 0,0 1 0,0 0 0,1 0 1,0 1-1,1 0 0,0 1 0,-11 24 0,12-22-567,1 1 0,1 0 1,0 1-1,1-1 0,1 1 0,-3 26 0,6 56-5662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5.8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1850 166 4932,'-1'-2'213,"1"0"0,-1 1 0,0-1-1,1 0 1,-1 0 0,0 0 0,0 0-1,0 1 1,0-1 0,-1 1 0,1-1-1,0 0 1,-1 1 0,1 0 0,-1-1-1,1 1 1,-1 0 0,1 0-1,-3-1 1,-12-11 723,12 9-521,0-1 1,1 0-1,0 0 0,0 0 1,0 0-1,-3-10 1,4 10-233,0 0 0,0 1 0,-1-1 0,0 0 0,1 1 0,-2-1 0,1 1 1,-5-5-1,3 6-120,0-1 0,0 1 0,0 0 0,-1 0 0,1 0 0,-1 1 0,1 0 0,-1 0 0,0 1 0,0-1 0,0 1 0,0 1 0,0-1 0,0 1 0,0 0 0,-7 1 0,-14 2 52,0 1 1,-35 10-1,52-11-74,-67 19 70,1 3-1,2 4 1,-112 60-1,-197 143 105,322-192-201,-97 84 1,130-98 13,1 1-1,2 1 1,0 1 0,2 1-1,-23 40 1,36-51-32,1 0 1,1 1 0,1 0-1,0 0 1,2 0-1,0 1 1,2 0 0,0 0-1,0 27 1,4 18 25,15 108-1,-7-103-40,-1 84-1,-13-35 153,-38 219-1,-67 110-68,86-368-125,-58 216 53,67-228 99,3 1 0,-5 92 0,16-143-11,1 0 0,0 0 0,2 0 0,0 0 1,1-1-1,11 35 0,-11-45-48,0 0 1,1 0-1,0-1 0,0 1 0,1-1 1,0 0-1,0 0 0,1 0 0,0-1 1,0 1-1,0-2 0,1 1 1,0-1-1,0 0 0,0 0 0,16 7 1,-5-5-4,1-1 1,0 0 0,0-2 0,0 0 0,1-1-1,-1-1 1,24 0 0,11-3-176,74-11 0,-11-10-1926,-1-5 1,143-52-1,-182 54-245,116-37-4715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49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28 5412,'8'-23'1112,"-6"19"523,0 6-1071,2 2-461,0 1 1,-1 0 0,1 0-1,-1 1 1,0-1-1,-1 1 1,1-1-1,-1 1 1,0 0 0,-1 0-1,1 0 1,-1 0-1,1 11 1,0 15 139,-2 43 0,0-66-190,-9 108 185,-5-1 0,-5-1-1,-49 165 1,51-218-144,-45 183 304,52-191-239,1-1 0,-1 92 0,10-135-135,1 1 1,-1 0-1,2 0 0,3 16 1,-4-23-24,1 1 1,-1-1 0,1 0 0,0 0 0,0 0-1,0-1 1,1 1 0,0-1 0,-1 1 0,1-1-1,0 0 1,0 0 0,1 0 0,5 4 0,0-2-36,0-1 1,0 0-1,1 0 1,-1-1-1,1 0 1,0 0-1,0-2 1,0 1-1,0-1 1,20 0 0,11-3-528,53-8 0,-85 9 468,35-7-1660,68-22 0,-92 24 1050,87-24-3302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0.0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918 1 6709,'-100'75'1100,"53"-39"-64,3 3-184,11 1-168,-4-7-140,-3 6-80,-7 9-84,-7 6 64,1 16-184,-11 2-40,-3 9-204,-7 1-376,4 5-320,0-2-516,6-10-1924,11-3-1249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0.4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1551 10 6137,'-23'-9'2673,"19"27"-1762,1-8-743,0 0 0,-1 0-1,0 0 1,-8 15 0,-11 26 34,17-26-129,1 1 1,2 1 0,0-1 0,2 39-1,15 105 29,-1-27-99,-12-108 15,-1 1 0,-2 0 0,-2-1 0,-1 1 0,-1-1 0,-14 41 0,10-48-8,0-1 1,-2 0-1,-1-1 1,-2 0 0,0-1-1,-1-1 1,-2 0-1,-22 24 1,1-9-34,-2-2 1,-2-2-1,0-2 1,-57 32 0,-204 99-705,232-127 516,-312 139-2301,239-113 193,17-3-272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6.6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1354 202 4900,'-1'-1'144,"0"0"-1,0 0 0,0 1 0,0-1 0,1 0 1,-1 0-1,0 0 0,0 0 0,1 0 1,-1 0-1,1 0 0,-1 0 0,1 0 0,0 0 1,-1 0-1,1 0 0,0 0 0,0-1 0,-1 1 1,1 0-1,0-2 0,2 2 23,-1 0 0,0 0 1,0 0-1,1 1 0,-1-1 0,0 0 0,1 1 0,-1-1 1,1 1-1,-1-1 0,1 1 0,-1 0 0,3-1 0,14-3-147,58-13 659,1 4-1,156-7 1,-84 10-469,9-4-72,630-68 857,-782 81-978,64-6 172,-64 7-144,0-1-1,0 1 1,0 1-1,0-1 0,0 1 1,0 0-1,0 1 1,8 2-1,-13-3-25,0 0 0,0 0 0,0 0-1,0 0 1,0 0 0,0 0 0,0 0 0,0 0 0,0 0 0,-1 0-1,1 0 1,0 1 0,-1-1 0,1 0 0,-1 0 0,1 1 0,-1-1-1,0 0 1,0 1 0,1 1 0,-2 28 315,-4-13-168,0-1-1,-1 0 1,-1 0-1,0 0 1,-16 25 0,4-8 66,-36 81 242,5 2 0,5 2 0,6 2 0,-38 195 0,-24 516 175,88-664-522,-36 174-1,36-280-128,-3 0 0,-3-1 1,-2-1-1,-3-2 0,-2 0 0,-37 58 0,27-61-127,-2-2 1,-2-2-1,-3-1 0,-69 62 1,45-55-214,-2-3 0,-137 82 0,74-66-404,-2-6-1,-4-5 0,-238 66 0,-80-24-1854,147-60-1979,133-25-119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7.7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299 76 3980,'-13'-6'234,"9"5"-147,1-1 1,0 1-1,0 0 0,0-1 1,1 0-1,-1 0 0,0 0 0,-3-3 1,6 4-34,0 1 1,-1-1-1,1 0 1,0 0 0,-1 0-1,1 0 1,0 0 0,0 0-1,0 0 1,0 0-1,0 0 1,0 0 0,0 0-1,0 0 1,0 0-1,1 0 1,-1 0 0,0 0-1,1 0 1,-1 0 0,1 1-1,-1-1 1,1 0-1,-1 0 1,1 0 0,-1 1-1,1-1 1,0 0-1,-1 0 1,1 1 0,1-1-1,-1-1 1771,9-8-300,-1 0-954,-8 8 763,-1 6-745,1 44 771,-1 20-344,-13 122 0,-99 342-2386,-1-186-5242,66-225 1595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8.2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225 1 6441,'0'0'1304,"-7"15"-228,-3 0-168,4 3-212,-1 3-188,-3 0-108,-10 13-80,6-4-56,4 6 0,-3 3-76,0 6-52,-8 10-280,1 8-356,-3 0-632,-27 70-6613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8.8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638 87 4216,'19'-12'475,"0"0"-1,2 2 0,-1 0 1,1 2-1,0 0 0,1 1 1,0 1-1,0 1 0,42-3 0,-54 8-431,-1 0 0,0 1-1,1 0 1,-1 0-1,0 1 1,0 0-1,0 1 1,0 0 0,0 0-1,-1 1 1,1 0-1,-1 1 1,0 0-1,-1 0 1,1 0 0,-1 1-1,0 1 1,0-1-1,-1 1 1,1 0-1,-2 0 1,1 1 0,-1-1-1,0 1 1,-1 1-1,0-1 1,0 1-1,-1-1 1,0 1 0,0 0-1,-1 0 1,2 15-1,-3-4 0,-1-1-1,0 1 1,-2-1-1,0 1 0,-1-1 1,-1 0-1,-1 0 1,0 0-1,-2-1 1,0 1-1,-12 19 0,-5 7 19,-3 0-1,-1-3 0,-37 44 0,15-28-13,-3-3 0,-1-1-1,-76 55 1,-199 115 40,248-173-81,-100 80-1,145-104 39,51-12-66,-13-14 24,0 1 1,1-1-1,0 1 0,-1-1 1,1 0-1,0 0 1,-1 0-1,1 0 0,0 0 1,0-1-1,0 1 1,0-1-1,0 0 0,0 0 1,0 0-1,0 0 1,0 0-1,4-2 0,2 2 1,431-52-219,-159 16-1142,-39 5-2355,-116 17 564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8:58.9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865 0 5256,'-71'24'1149,"45"-3"-141,-4-5-100,6 5-72,-6-3 64,-4 3-44,-6 3-252,-3 6-148,-118 91 508,104-70-936,-3 6-492,-1 9-288,-12 1-588,-8 8-1764,8 4-1217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0.1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734 130 3404,'0'-3'171,"-1"1"0,1-1 0,0 0 0,0 1 0,0-1-1,0 0 1,1 1 0,-1-1 0,1 1 0,-1-1 0,1 1-1,0-1 1,0 1 0,0-1 0,0 1 0,1-1 0,2-3-1,-1 2-47,1 1 0,0-1 0,-1 0 0,2 1-1,-1 0 1,0 0 0,0 0 0,8-3-1,5-1 6,-1 1-1,1 1 0,1 0 0,23-3 1,0 1 13,0 3 1,-1 1 0,1 1-1,0 3 1,69 9-1,-94-7-93,-1 1 0,1 0 0,-1 2 0,0-1 0,0 2 0,0 0 0,20 13 1,-26-13-4,0 0 0,-1 0 0,0 0 0,0 1 0,-1 1 0,0-1 0,0 1 0,-1 0 0,0 1 0,-1-1 0,0 1 0,4 11 0,-5-8-14,-1-1 0,-1 0-1,0 1 1,0 0 0,-1-1-1,-1 1 1,0 0 0,-1 0-1,-1-1 1,1 1 0,-2 0-1,0-1 1,-1 0 0,0 0-1,-10 20 1,-8 14 35,-3-1-1,-44 62 0,67-104-63,-146 186 57,88-118-5,-55 88 0,86-114-51,2 0-1,3 2 1,1 1 0,2 1 0,3 1 0,-23 97 0,21 6 63,4-17-79,14-126 19,0-1 0,0 0 0,-1 0 0,0 0 0,-1-1 0,0 1 0,-1-1 0,1 0 0,-2 0 0,1 0 0,-9 9 0,4-7-5,-1 0 0,1-1 0,-1 0 0,-1-1 0,0 0 1,-25 11-1,8-7 12,0-1 0,-1-2 1,-1-1-1,0-1 1,0-2-1,-36 2 0,-210 6-1330,210-12-2477,47-2 747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0.3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671 37 5613,'-47'-21'1112,"23"15"-332,-2 6 0,-5 3-156,1-3-76,7 3-132,-17-9-68,-17 3 76,16 0-248,-5 3-52,-1-3-148,3 6-204,-3 3-332,-3-6-556,-7 0-1520,-3 0-761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0.9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1270 7545,'8'-11'444,"0"1"1,1 0-1,0 0 1,1 1-1,0 0 0,0 1 1,1 0-1,17-9 1,105-49 725,-82 43-776,40-16 11,117-34 0,99-11-106,-303 83-295,730-165 225,-333 79-465,904-183-1814,12 66-194,-249 113-195,-1016 87 2297,-25 2 28,93-5-1486,198-39 0,-270 32 558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1.5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332 13 2640,'-30'-5'594,"0"1"0,0 1 0,-51 3 0,60 1-387,7-1-121,1 1 0,-1 0 1,1 1-1,-1 1 1,-13 4-1,24-6-82,1-1-1,-1 1 1,1 1 0,0-1-1,-1 0 1,1 0-1,0 1 1,0 0 0,0-1-1,0 1 1,0 0-1,0 0 1,0 0 0,1 0-1,-1 0 1,1 0-1,0 0 1,-1 1 0,1-1-1,0 1 1,0-1-1,0 1 1,1-1 0,-1 1-1,1-1 1,-1 1-1,1 0 1,0-1-1,0 1 1,0-1 0,0 1-1,1 4 1,1 0-154,1 0-1,-1 0 1,1 0 0,0 0 0,1 0 0,-1-1 0,1 0-1,1 1 1,-1-1 0,1-1 0,0 1 0,1-1-1,-1 0 1,8 6 0,32 24-473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2.0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211 362 5637,'0'-8'370,"0"-1"0,-1 0 0,0 1 0,-1-1 1,1 1-1,-2 0 0,1 0 0,-1 0 1,-5-10-1,0-7 865,7 23-201,1-2-550,1-3-358,0 0-1,0 0 1,1 0-1,-1 1 1,2-1-1,-1 0 1,1 1-1,0 0 1,0-1-1,1 1 1,-1 0-1,2 1 1,-1-1-1,0 1 1,1 0-1,0 0 1,6-5-1,-8 8-61,-2 0 8,16-21 72,-15 21-48,-1-1-273,13-19-310,-12 20 183,-6 1 44,-7-2 33,-135-30-2954,62 11-740,47 14 735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7.1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530 88 4544,'-3'-4'195,"-1"1"1,0 0-1,0 0 0,0 0 0,0 0 0,0 0 0,0 1 0,-1 0 0,1 0 0,-1 0 0,1 1 0,-1-1 0,0 1 0,0 0 0,-5 0 0,7 1 208,-5-5 278,7 5-609,1-1 1,-1 1-1,0 0 0,0 0 1,0-1-1,0 1 0,0-1 1,0 1-1,1-1 0,-1 1 1,0-1-1,0 1 0,1-1 1,-1 0-1,1 0 0,-1 1 1,0-1-1,1 0 0,-1 0 1,1 1-1,-1-3 0,-2-27 116,3 27 291,-8 18-608,-21 39 157,-70 132 437,50-64 46,-41 155-1,41-115-218,-28 105 127,54-165-48,22-99-352,1-6-9,6-17-1,0 1-1,1 0 1,18-33-1,-12 24-18,52-87-13,-24 45 2,-39 67 18,22-40-105,1 1 1,34-42 0,-58 82 83,33 7-42,-31-4 65,26 12-875,20-43-3452,-45 25 2146,1-16-515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7.6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9 3836,'-57'-9'3453,"54"9"-2097,7 0-1206,5 1-74,0 0 0,-1 1-1,1 0 1,0 1 0,-1-1 0,0 1-1,1 1 1,-1 0 0,8 5-1,11 7 204,33 27-1,-37-21-80,0 0 0,-2 2 0,0 1 1,20 34-1,-15-19 76,-3 1 0,24 57-1,-14-27-66,-23-49-117,-1 1 0,-1 0 0,-1 0 0,-1 1 0,-1 0 0,-1 0 1,-1 0-1,0 35 0,-4-39-55,0 0 0,-1 0 0,0 0 1,-2 0-1,-1 0 0,0-1 0,-1 0 0,-1 0 0,-1-1 1,-16 29-1,-70 86 42,82-117-71,-54 56-74,64-70 77,2 8-2,0-8-6,-1-1 0,1 1 0,0-1 0,0 1 0,0-1 0,0 0 0,0 1 0,0-1 0,0 1 0,0-1 0,0 1 0,1-1 0,-1 0 0,1 1 0,-1-1 0,1 1 0,-1-1 0,1 0 0,0 0 0,0 1 0,0-1 0,0 0 0,0 0 0,0 0 0,0 0 0,0 0 0,0 0 0,0 0 0,0-1 0,0 1 0,1 0 0,-1-1 0,0 1 0,1 0 0,-1-1 0,1 0 0,-1 1 0,0-1 0,1 0 0,2 0 0,23 6-24,0-2 0,45 0 0,-49-2 7,33-2-343,-1-2 0,57-9 0,-11 0-415,-50 6-208,-2-1 0,1-3 0,-1-2 1,0-2-1,88-37 0,-69 18-1605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8.0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626 557 4360,'-5'3'202,"0"0"-1,0-1 0,0 0 0,0 0 0,-1-1 0,1 0 1,0 1-1,-1-2 0,1 1 0,-1-1 0,0 0 0,1 0 0,-10-1 1,-24 2 760,27 1-752,0 0 0,0 2 1,0-1-1,0 2 0,1 0 0,0 0 1,0 1-1,-18 12 0,-7 8 240,-35 34 0,41-34-364,8-4 10,1 0 0,1 2 0,1 0 0,-19 33 0,-2 0-61,-23 51 90,60-103-133,-14 21 57,17-26-48,0 0-1,0 0 0,0 1 1,0-1-1,0 0 1,0 0-1,0 0 1,0 0-1,0 0 0,0 0 1,-1 1-1,1-1 1,0 0-1,0 0 1,0 0-1,0 0 0,0 0 1,0 1-1,0-1 1,0 0-1,0 0 0,0 0 1,0 0-1,0 0 1,0 1-1,0-1 1,0 0-1,1 0 0,-1 0 1,0 0-1,0 0 1,0 1-1,0-1 1,0 0-1,0 0 0,0 0 1,0 0-1,0 0 1,0 0-1,1 0 1,-1 1-1,0-1 0,0 0 1,0 0-1,0 0 1,1 0-1,14-8-21,0-4 15,0-2-1,-1 0 1,-1 0 0,22-32-1,-17 23-43,181-277-525,-138 201 337,247-372 136,-299 458 108,-5 6 4,0 1 0,0 0 0,0 0-1,1 0 1,0 0 0,0 1-1,1 0 1,0 0 0,0 0 0,0 1-1,10-6 1,-15 10 0,-1-1 0,1 1 1,-1 0-1,1 0 0,0 0 0,-1 0 1,1 0-1,-1-1 0,1 1 0,-1 0 1,1 0-1,-1 0 0,1 1 0,0-1 1,-1 0-1,1 0 0,-1 0 0,1 0 1,-1 0-1,1 1 0,-1-1 0,1 0 1,-1 1-1,1-1 0,-1 0 0,0 1 0,1-1 1,-1 0-1,1 1 0,-1-1 0,0 1 1,1-1-1,-1 1 0,0-1 0,1 0 1,-1 2-1,7 28 146,-7-16-105,-1 1 0,-3 24 0,-13 50 182,-49 142 0,-52 81-35,115-305-191,-142 286-864,143-289 718,-1 1 0,0-1 0,0 0 0,0 0-1,-1 0 1,1 0 0,-1-1 0,-7 6 0,10-9 81,1 0-1,-1 0 1,0 0-1,0-1 1,0 1 0,1 0-1,-1 0 1,0-1 0,0 1-1,1 0 1,-1-1-1,0 1 1,1-1 0,-1 1-1,0-1 1,1 1-1,-1-1 1,1 1 0,-1-1-1,1 0 1,-1 1 0,0-2-1,-1 0-154,-17-20-945,7-14-833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8.5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1157 985 4152,'-22'9'355,"1"2"1,0 0-1,0 0 0,1 2 0,0 1 0,1 0 0,1 2 0,0 0 0,-17 21 0,-77 88 816,6 5 0,5 5 0,-151 267 1,187-276-714,5 3 0,6 3 1,5 1-1,-57 263 0,91-310-202,4 0 0,4 1-1,4 1 1,3-1 0,19 142-1,-8-160-171,2-1 0,4 0 1,2-1-1,3 0 0,4-2 0,2-1 0,53 89 0,-64-127-89,1-1 0,0-1-1,2 0 1,1-1 0,1-2-1,0 0 1,2-1 0,51 32-1,-51-38-62,2-1 0,0-1 0,0-2-1,1 0 1,1-2 0,-1-1 0,1-2 0,0 0-1,52 1 1,-29-7-136,0-2 0,0-2 0,-1-2 0,0-3 0,0-1 0,77-30 0,-48 9-201,-1-3 0,-2-4 0,84-57 0,-19-3-34,-4-7 0,-5-5 0,140-155 0,318-416-167,-112 59 324,-398 504 241,-6-4 0,-5-2 0,78-198 0,-126 268 53,-3-1 1,-3-1-1,-2 0 1,-2-1-1,5-99 0,-15 121-6,-3 0-1,0 0 0,-2 0 1,-2 1-1,-1 0 0,-2 0 1,-1 1-1,-2 0 0,-2 1 1,-27-51-1,21 50 1,-3 1 1,0 0-1,-2 2 0,-1 1 1,-37-32-1,21 26 9,-1 2 1,-1 2 0,-62-33-1,12 18 11,-1 4-1,-3 3 1,-154-39-1,93 39-44,-195-24 0,242 51-10,0 6 1,-186 10-1,252 2-157,0 1 0,1 2 1,-85 28-1,100-25-384,0 1 0,1 2 0,0 1-1,1 1 1,1 1 0,-35 29 0,2 11-2223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8.8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70 4396,'50'-3'860,"-27"9"-247,14-12-265,-3 6-132,2-3-224,25-3 84,-21-3-104,7 0-128,-4-4-276,1-2-1325,6 3 613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09.7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261 25 2436,'-27'-21'576,"21"17"3013,8 6-3441,21 11 208,-21-12-194,-22 22 279,-40 12 36,1 3 0,-55 47 0,112-83-294,6 20-122,-4-21-63,1 1 0,-1 0 0,1-1 0,0 1 0,0 0 0,0-1 0,0 1 0,0-1 0,0 0 0,1 1 0,-1-1 0,0 0 0,1 0 0,-1 1 0,1-1 0,-1 0 0,1 0 1,-1-1-1,1 1 0,0 0 0,0-1 0,-1 1 0,1-1 0,3 1 0,53 7 178,-39-7-187,-1 1-112,0-1-1,0-1 1,34-4 0,-29 2 16,-7 0-305,-1-1 1,0 0 0,0-1-1,0-1 1,-1 0-1,16-9 1,-16 8-312,33-15-1589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14.2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1433 286 5380,'0'0'4226,"-2"-3"-3820,-4-6-109,5 7-244,0 0 0,0 0 0,0 0 0,-1 1 0,1-1 0,-1 0 0,1 0 0,-1 1 0,0-1 0,0 1 0,0 0 0,1-1 0,-1 1 0,-1 0 0,1 0 0,0 0 0,0 0 0,-4 0 0,-138-49 935,-135-40 359,121 53-543,-253-26 0,379 59-743,0 3 0,1 0-1,-1 2 1,0 1-1,-39 9 1,66-10-49,0 0 0,1 0 0,-1 1 0,1 0 0,0 0 0,-1 0 0,1 1 1,0-1-1,0 1 0,1 0 0,-1 0 0,0 0 0,1 1 0,-5 5 0,4-3 8,0 1 0,0 0 0,1-1 0,0 1 0,0 0 0,0 0 0,1 1 0,-2 9 0,1 8 82,1-1 0,1 1 0,2 0 0,4 35 0,25 665 2091,-58 0-1067,-6-364-734,-5 149-13,39-497-365,1 0-1,0 0 1,0 0 0,2 1 0,5 20-1,-6-29-17,0 0-1,0 0 1,0-1-1,0 0 1,1 1 0,0-1-1,0 0 1,0 0-1,0 0 1,1-1-1,-1 1 1,1-1-1,0 0 1,0 0-1,0 0 1,0 0-1,1-1 1,5 3-1,3-1-152,-1 0-1,1-2 0,0 1 0,0-1 1,0-1-1,0 0 0,0-1 1,24-3-1,8-3-1024,50-15 1,-71 15 758,52-12-3444,110-43 1,-94 22-1793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14.8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1478 67 4148,'-111'-22'3146,"-5"3"-1373,62 9-1227,0 3 0,-99-2 0,120 9-481,-85 5 261,108-5-320,2 1 1,-1 1 0,0-1 0,0 1 0,0 1-1,1 0 1,-1 0 0,1 1 0,0 0 0,0 0-1,0 1 1,1 0 0,0 0 0,-1 1 0,2 0-1,-1 0 1,1 0 0,0 1 0,-10 15 0,-23 45 255,3 2 1,-32 85 0,-173 528 1003,50 16-584,168-608-521,-28 117 132,42-161-128,2 1 0,0 71 0,6-113-145,1 0-1,0 0 0,1 0 0,-1 0 1,1 1-1,0-1 0,0 0 0,1 0 1,-1 0-1,1-1 0,0 1 0,1 0 1,-1-1-1,1 1 0,0-1 0,0 0 1,0 0-1,0 0 0,1 0 0,0-1 1,-1 1-1,2-1 0,-1 0 0,0 0 1,0 0-1,1-1 0,0 1 0,-1-1 1,9 2-1,9 2-46,-1-2 0,1 0 0,0-1 0,1-1 0,-1-1 0,30-3 0,137-23-1725,-123 15 583,66-8-3907,-68 15 751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16.3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898 129 4360,'11'-10'370,"0"1"-1,1 0 0,0 1 0,1 0 0,0 1 1,0 0-1,0 1 0,1 1 0,0 0 0,20-4 1,19-2 148,78-6 0,-103 14-351,68-6-15,1 4 0,-1 4 0,1 5-1,-1 4 1,124 25 0,-198-28-142,1 1 0,-1 0-1,0 2 1,-1 0 0,24 14 0,-38-18 2,-1 0 0,1 0 1,-1 1-1,-1 0 0,1 0 0,-1 0 1,0 1-1,0-1 0,0 1 0,-1 1 1,0-1-1,0 1 0,0-1 1,-1 1-1,0 0 0,-1 0 0,1 1 1,-1-1-1,1 12 0,0 6 108,-2 1 0,-1 0 0,-1-1 0,-1 1 0,-1-1 0,-9 34 0,-53 150 788,44-147-633,-105 285 910,-52 161-120,-50 257-414,70-300-454,123-367-180,4-13 16,-4-2 0,-60 104 0,74-152-22,-1-1-1,-2-1 1,-1-1 0,-1-1 0,-2-2-1,-1 0 1,-51 38 0,45-44 0,0-2-1,-2-1 1,0-1 0,-1-2 0,-54 15 0,15-11 3,-144 20 0,153-32-833,-1-3 0,-99-3 0,145-2-190,17-1 399,1 0 0,0 0-1,0 0 1,-1 0 0,1-1 0,0 0-1,0 0 1,-8-3 0,-7-2-3704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17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2041 195 3324,'3'-5'292,"1"1"1,0 0-1,0 0 0,1 1 0,-1-1 0,1 1 0,10-5 0,-15 7-240,1 0 1,0 1-1,-1-1 0,1 0 0,-1 0 1,1 0-1,-1 0 0,1 1 0,-1-1 0,0 0 1,1 0-1,-1 0 0,0 0 0,0 0 0,0 0 1,0 0-1,0 0 0,0 0 0,0-1 1,0-1 112,1 0-90,0 0-1,0 0 1,0 0 0,-1 0 0,1-1 0,-1 1 0,0 0 0,0 0 0,0 0 0,-1 0 0,1-1 0,-1 1 0,0 0 0,1 0 0,-1 0 0,-1 0 0,1 0-1,0 0 1,-1 1 0,1-1 0,-1 0 0,0 1 0,0-1 0,0 1 0,0 0 0,-4-4 0,-3 1-38,0-1 1,0 2-1,0-1 1,0 1 0,-1 1-1,1 0 1,-15-3-1,-9-1 79,-1 1 0,0 3 0,0 0 0,0 2 1,0 2-1,-49 6 0,-11 8 109,-97 28 1,42-2 24,-255 107 0,323-111-120,1 4-1,3 3 1,1 4 0,-106 87-1,147-104-66,0 2-1,2 1 0,2 1 0,1 2 0,2 2 0,1 0 1,-38 78-1,51-86-21,1 0 1,2 1-1,1 1 1,2 0-1,1 0 0,1 1 1,2 0-1,2 0 1,1 0-1,1 0 1,8 55-1,4-27 21,2-1 0,34 92-1,63 112 61,-58-146-60,46 153-1,-68-157 8,16 121 1,-38-166 3,-3 0 0,-3 0 0,-6 78 0,-5-66-6,-3 0 0,-4-1 0,-4-1-1,-3 0 1,-3-2 0,-4-1 0,-3-1 0,-50 87 0,81-162-67,-20 33 18,2 1-1,2 2 1,-23 63 0,40-98-22,-1-1 1,1 1-1,-1-1 1,1 1 0,0 0-1,-1-1 1,1 1-1,0 0 1,0-1 0,0 1-1,0 0 1,1-1-1,-1 1 1,0 0 0,1-1-1,-1 1 1,1-1-1,0 1 1,-1-1 0,1 1-1,0-1 1,0 1-1,0-1 1,0 0 0,0 1-1,0-1 1,0 0-1,0 0 1,3 2 0,1-1-45,0 1 0,0-1 0,0 0 0,0-1 1,1 1-1,-1-1 0,0 0 0,7 0 1,12 0-339,0 0 1,-1-2 0,1-1 0,0-1 0,38-10 0,-36 5-798,0-1 1,42-20 0,-41 16 104,64-25-2605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18.2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865 69 4372,'7'-6'205,"0"-1"0,0 1 0,0 1 0,1 0 0,0 0 0,0 0 0,0 1 0,1 0 0,-1 1 0,1 0 0,0 0 0,0 1 0,0 0 0,9-1 0,20-1-97,0 2-1,44 3 1,-28 1 122,598 39 147,-476-25-423,217 31 115,-333-39-55,-40-5-4,5 0 42,0 1 0,35 10 1,-53-12-7,0 1 0,0-1 0,-1 2 0,1-1 1,-1 1-1,1 0 0,-1 0 0,0 0 0,-1 1 1,1 0-1,-1 0 0,0 1 0,5 6 1,-2 1 39,-1 0 0,-1 0 0,0 1 0,0 0 0,-1 0 1,-1 0-1,4 28 0,6 111 641,-12-116-619,1 78 406,-13 133 0,-31 114 189,-58 229 100,43-284-543,29-159-129,-6-1 0,-78 212-1,82-287-97,-2 0 1,-3-3-1,-4 0 0,-2-3 0,-3-1 0,-87 99 0,80-114-22,-1-3 0,-3-1 0,-2-3 0,-1-3 0,-105 56 0,48-40 4,-3-5 1,-151 44-1,160-64-80,-1-6 0,-1-4-1,-212 11 1,249-32-687,-143-19 0,197 16 538,5 2-325,1-1 1,0 0-1,0-1 0,0 0 0,0-1 0,1-1 1,-1 0-1,1-1 0,-15-9 0,1-8-3392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19.0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3337 157 3804,'-1'-6'243,"0"0"0,0-1-1,1 1 1,0 0-1,1 0 1,-1 0 0,1 0-1,0 0 1,1 0 0,1-5-1,-2 10-202,-1 0 0,1 0-1,0 0 1,0 0 0,0 0 0,-1 0-1,1 0 1,0 0 0,0 1-1,0-1 1,0 0 0,0 1 0,0-1-1,1 1 1,-1-1 0,0 1 0,0-1-1,0 1 1,2 0 0,1-2 85,12-4 13,-1 0 1,1 1-1,0 0 1,1 2-1,31-4 1,85 3 216,-112 4-305,339 7 253,356-14-101,-655 2-24,83-19 0,-141 23-173,-1 0-1,0 1 0,0 0 0,1-1 1,-1 1-1,0 0 0,1 0 1,-1 0-1,0 0 0,0 0 1,1 1-1,-1-1 0,0 1 1,0-1-1,1 1 0,-1 0 0,0 0 1,0 0-1,0 0 0,0 0 1,0 1-1,0-1 0,-1 1 1,1-1-1,0 1 0,-1 0 1,1-1-1,-1 1 0,1 0 0,-1 0 1,0 0-1,0 0 0,0 0 1,0 0-1,0 0 0,0 1 1,-1-1-1,1 4 0,2 8 84,-1 0-1,0 1 0,-1-1 1,-2 25-1,-92 865 2635,39-497-2014,-55 330 191,70-499-768,2-29 8,-9-1 0,-77 210 0,68-269-102,-6-3 0,-6-3 1,-122 193-1,130-251 2,-4-3 1,-4-3 0,-3-3 0,-3-3 0,-127 99-1,139-127-33,-2-2 0,-2-3 0,-2-3 0,-96 39 0,56-36 17,-1-5 0,-140 27 0,-268 18 44,404-71-141,-1-6 0,-187-18 0,167-1-194,-183-18-1332,-192 6-1320,-1 36-1598,297 12 1505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22.2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 91 2264,'-11'-4'495,"1"-1"0,0 0 0,-14-9 0,22 12-284,2 1-192,0 1 1,0-1-1,-1 0 1,1 0-1,0 0 0,0 1 1,-1-1-1,1 0 1,0 0-1,-1 1 0,1-1 1,-1 0-1,1 1 1,-1-1-1,1 1 0,-1-1 1,1 0-1,-1 1 0,-1-1 1,-2-5 245,17-1-168,-5 5-98,-1 1-1,1 0 1,0 0 0,-1 1-1,1 0 1,0 0 0,0 1-1,-1 0 1,12 2 0,30 3 279,-18 0 17,-28-6 359,25 14-658,-22-11 7,1 0 1,0 0-1,-1-1 1,1 0 0,0 0-1,12 1 1,-2 0-6,14 4-84,-29-7-22,-16-5 91,-14-1-6,-42-4 1,11 2 108,13 5 33,42 2-7,-25-5 327,69 9-413,0 1 0,62 16 0,-7-1 18,-49-11-61,67 8-17,100-1 6,-143-19-353,-94-22 114,3 18 204,0 1-1,0 1 0,-40-5 1,9 1 37,-149-25-32,76 15 130,122 20-62,-26-6 43,27 6-30,8 0-10,3 0-14,50 3 68,113 20 0,-115-13-1499,112 5-1,-141-15 983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23.1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2196,'27'3'552,"-3"0"-112,-4 3-112,0 3-72,10-3 0,17 6-92,-10 0-40,3-3-28,4 0-52,2 3-220,-2-6-396,3 6-520,6-3 332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40.4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1128 413 6909,'3'-19'347,"1"0"0,0 1 0,1-1 1,1 1-1,1 0 0,1 1 0,0-1 1,1 2-1,1-1 0,14-18 0,6-2 260,1 1 0,1 2 0,45-36 0,-57 51-343,-16 16 203,-6 8-85,-16 26 79,-1-1-1,-24 29 1,8-12-162,-209 253 729,103-135-736,-69 101 902,-313 519 0,494-734-1131,1 1 0,4 1 1,1 1-1,3 1 0,-16 67 1,31-99-48,1 0 0,1 1 1,1-1-1,1 1 0,1 0 1,1-1-1,2 1 0,0-1 1,1 0-1,1 0 0,1 0 1,1 0-1,1-1 0,1 0 1,20 33-1,-9-26-63,1 0 0,2-2 0,0-1 0,2-1-1,1-1 1,0-1 0,2-1 0,1-1 0,54 28 0,-16-14-385,2-4 1,1-2-1,109 28 1,-86-34-715,1-4 0,174 12 1,41-32-5726,-220-5 2061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41.4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654 253 3668,'-13'-6'513,"0"0"201,-1 0-1,1-1 1,-15-11 0,9 8-125,0-1 1,-1 2-1,0 1 0,0 0 0,-1 2 1,0 0-1,-23-2 0,-37-13 582,-145-45 1951,147 40-1083,76 25-1682,6-1-49,1-2-270,0 1 0,1 1-1,-1-1 1,1 1 0,-1 0 0,1 0 0,0 0 0,0 0-1,0 1 1,0 0 0,1 0 0,7 0 0,11 0 21,37 3 1,-40-1-22,477 52-901,-231-20-916,176 21-4815,-202-24-582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42.0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335 373 6305,'-5'-7'400,"1"-1"0,0 0 1,0 0-1,1-1 0,0 1 1,1-1-1,-3-15 0,4 19-197,1 0-1,0 0 1,0-1 0,1 1-1,0 0 1,-1 0-1,2 0 1,-1 0-1,1 0 1,-1 0-1,1 1 1,1-1-1,-1 0 1,1 1-1,5-7 1,5-6 32,2 1-1,0 0 1,0 2 0,2 0 0,0 0 0,0 2 0,1 0-1,1 1 1,0 1 0,0 0 0,1 2 0,0 0 0,0 1-1,38-7 1,9 3-88,0 3-1,0 3 1,95 5-1,-125 1-126,-1 2-1,1 1 1,-1 1-1,0 3 1,0 1-1,-1 1 1,62 28-1,-88-33-19,0 0 0,0 0 0,0 1-1,-1 1 1,0-1 0,0 1 0,-1 1 0,0-1-1,0 1 1,0 0 0,-1 1 0,-1 0-1,0 0 1,0 0 0,7 17 0,-7-9 23,-1-1 0,0 1 0,-2-1 0,0 1 0,0 0 0,-2 0 0,0 0 0,-4 32 0,-60 722 2137,66-441-1741,-4 325-92,-5-503-322,-33 186 0,19-229-128,-4-2 0,-57 152-1,63-213 86,-1-1-1,-2-1 0,-3 0 0,-1-2 0,-54 66 0,57-81 20,-2-1 1,0-1 0,-2-1 0,-1-2 0,0-1 0,-2-1-1,0-1 1,-58 25 0,5-11 52,-139 37 0,177-59-9,0-3-1,0-1 0,-1-2 1,0-2-1,-47-4 0,90 1-55,-4 0-34,0 0 0,0-1-1,0 1 1,1-1 0,-1-1-1,0 1 1,1-1 0,-1 0-1,1-1 1,-1 1 0,1-1-1,0-1 1,0 1 0,-6-6-1,10 8-117,1 0-1,0-1 1,0 1-1,0-1 0,0 0 1,0 1-1,0-1 0,0 0 1,0 1-1,1-1 1,-1 0-1,1 0 0,-1 0 1,1 1-1,0-1 1,0 0-1,0-3 0,3-91-12095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43.6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1898 83 4788,'-19'-60'3326,"19"58"-3233,-1 1 0,1 0 0,-1-1 0,0 1-1,0 0 1,0 0 0,1 0 0,-1 0 0,0 0 0,0 0 0,0 0-1,-1 0 1,1 0 0,0 0 0,0 0 0,0 1 0,-1-1 0,1 0-1,0 1 1,-1-1 0,1 1 0,-1-1 0,1 1 0,0 0 0,-2 0 0,-36 3 523,31-2-410,-17 4-13,1 1-1,-1 2 1,2 0-1,-1 1 1,1 1-1,-33 21 0,-125 94 271,140-94-359,-165 130 172,117-84-144,-65 70 306,96-91-134,1 4-1,3 2 1,3 2-1,3 2 1,-42 78-1,60-88-59,2 2 0,3 0 0,3 2 0,2 1 0,-18 95 0,18-35 196,-7 234 0,25-296-362,-1 1 0,-4-1 0,-2 0 1,-3 0-1,-26 79 0,-74 128 41,-5 13-102,102-235 76,2 1-1,2 0 0,1 0 1,-4 68-1,14-98-57,-1-1 1,2 0-1,0 0 0,1 0 1,0 0-1,1 0 0,1 0 1,0 0-1,8 18 0,-7-22-13,1 0-1,0 0 1,0-1-1,1 0 1,0 0-1,1 0 1,0-1-1,0 0 1,1-1-1,0 0 1,0 0-1,12 6 1,13 5-16,1-2 0,0-2-1,1-1 1,1-2 0,71 13 0,196 7-579,-264-28 409,405 4-2555,-1-30-2713,-323 15 2692,27-1-2659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44.8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1813 131 3908,'-2'-1'156,"1"0"0,-1 0 0,1 0 1,0 0-1,-1 0 0,1 0 0,0-1 0,0 1 0,0 0 0,0-1 0,0 1 0,0 0 0,0-1 0,1 1 0,-1-1 0,0 1 0,1-1 0,-1 0 0,1 1 0,0-1 0,-1 0 0,1-2 0,-1 1-55,0-1-1,0 1 0,-1 0 1,1 0-1,-1-1 0,1 1 0,-1 0 1,0 0-1,-1 0 0,1 1 1,0-1-1,-1 0 0,1 1 1,-1 0-1,0 0 0,0-1 1,0 2-1,0-1 0,0 0 0,-7-2 1,-6-3 182,1 1 1,-34-8 0,28 10-207,-1 1 0,1 0 0,-1 2 0,0 1 0,0 0 0,0 2 0,-31 5 0,-149 47-62,79-18 22,68-20-26,0 2 0,1 2 0,1 2 0,1 3 0,-59 39 0,87-47 114,1 1 0,1 1 1,0 1-1,2 1 0,0 0 0,2 2 0,0 0 1,2 2-1,0-1 0,2 2 0,1 0 0,1 1 1,1 0-1,1 0 0,2 1 0,0 1 0,-3 32 1,-1 64 803,5 187 0,6-76-139,-21 46 14,12-218-634,-2 0 0,-28 82 0,10-51 4,-5-1 0,-74 142 1,73-171-85,3 1 0,2 2 1,-36 122-1,62-171-94,1 0 1,1 0-1,0 0 0,1 0 1,2 0-1,0 1 0,1-1 1,0 0-1,2 0 0,5 19 1,-5-26 13,0 0 0,2-1 1,-1 1-1,1-1 0,1 0 1,0-1-1,1 1 0,0-1 1,0 0-1,1-1 0,0 0 1,1 0-1,0-1 0,0 0 1,1-1-1,19 12 0,2-4-258,0 0-1,2-2 1,0-2 0,0-1-1,1-1 1,0-2-1,37 3 1,-1-5-2385,0-2 1,106-11-1,-86 0-2922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45.7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204 156 5000,'4'-8'188,"1"0"-1,-1 0 1,2 1-1,-1 0 1,1 0-1,0 0 1,0 1-1,1 0 1,0 0-1,0 1 1,0-1-1,1 1 1,0 1-1,-1 0 1,18-7-1,13-1 126,0 1 1,1 3-1,-1 0 0,2 3 1,43-1-1,-53 6-256,1 1 0,-1 2 0,0 1 1,0 1-1,-1 2 0,0 1 0,34 13 1,-28-7-44,-2 1 0,1 2 0,-2 1 1,0 2-1,34 27 0,-53-36-13,0 1 0,0 1 0,-1 0 0,0 1 0,-1 0 0,-1 0 0,-1 1 0,0 1 0,0-1 0,-2 1 0,0 1 0,9 33 0,0 34 364,-3 2-1,-4 0 0,-5 158 1,-21-27 140,1-45-226,-26 148 73,10-102-233,-29 119 28,36-212-141,15-82 7,-1 0 1,-3-1-1,-1 0 0,-2-1 1,-1-1-1,-3-1 1,-1 0-1,-1-2 0,-3-1 1,-41 48-1,10-26 18,-111 89-1,105-97-26,-18 15 129,-123 74 1,149-110 5,-63 25 1,107-51-347,0 0 0,0-1 1,0 0-1,0-1 0,-22 0 0,32-2-27,0 1 0,0-1 0,0 0 0,0 0 0,0 0-1,0 0 1,0 0 0,1 0 0,-1 0 0,0 0 0,1 0 0,-1-1 0,1 1-1,-1 0 1,1 0 0,-1 0 0,1-1 0,0 1 0,0 0 0,-1-3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29:57.3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982 12 5485,'10'-11'14433,"-15"18"-12900,-2 3-3671,5-7 2571,2-1-367,0 0-1,1 1 1,-1-1 0,0 0-1,1 0 1,-1 1 0,1-1 0,0 0-1,0 0 1,0 0 0,0 0 0,0 0-1,0 0 1,0 0 0,1 0 0,-1 0-1,1-1 1,-1 1 0,1-1 0,0 1-1,0-1 1,0 1 0,0-1 0,-1 0-1,2 0 1,1 1 0,6 2 4,0-1 1,0 0 0,0-1-1,16 2 1,-5-1 30,364 35 377,-206-26-393,894 19-280,-949-33 135,154-22 1,-143 9 28,-132 14 39,1 1-24,62 5 29,-1 3-1,106 26 1,-133-26-21,345 61-10,-320-61 68,-59-7 78,-5 2-88,1 2-23,0 1-1,-11 21 33,-17 14 77,4-6 42,3-2-34,15-24-57,0 1-1,0 0 1,1 0-1,-5 13 1,-5 26 546,-12 82 0,17-75-47,-18 54 0,-38 161 577,50-133-827,-2 11-156,-9 36-63,11-63-41,-26 134 241,-78 256 0,33-252 391,27-89-216,-49 151 358,57-183-634,4-16-65,46-116-142,0-1 0,0 1 0,0 0 1,1 0-1,0 11 0,0-12 9,1 0-1,-1 0 1,0 0 0,-1 0-1,-2 7 1,-1 6-8,0-1 0,1 1 0,1 0 0,0 0 0,2 0 0,0 22 0,0-10 20,0 27-10,-1 3-19,-11 86 1,-11 56-20,-3-89 36,15-65 23,-35 90 0,40-108-38,6-24 10,1-3 3,-1-2 0,-8 26-12,9-25 20,-11 27-19,7-22 7,0 0 0,0 0-1,-1 0 1,-1 0 0,1-1 0,-1 0-1,0 0 1,-1-1 0,1 0 0,-1 0-1,-14 9 1,9-6-14,0 1 0,-18 19-1,28-26 18,-4 2 6,-20 7 9,6 1-30,-6 1 33,24-13-18,-1 0 0,0 0 0,1 0 0,-1 1 0,1-1 0,-1 0 0,1 1 0,0 0-1,0-1 1,-2 3 0,-17 11 36,-140 67-40,130-71 153,-2-1 0,1-1 0,-1-2 0,0-1 0,-52 2 0,15-1 156,58-5-298,-520 44 764,86-53-842,-227 9-680,403 30-2994,137-4-582,5 12-4692,50-8-2881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0:00.0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37 237 4664,'12'-7'806,"-11"4"520,-18-1 831,8 3-2256,6 1 2984,-7 9-1869,-1 3 3403,14-13-4083,10-4-163,1 1 1,1 1 0,-1 0 0,0 1 0,1 0 0,-1 1 0,23 2 0,-2-2-35,901-33 276,-446 8-425,-181 7-10,177-21 49,-440 35-30,150-20 34,-80-3-249,-112 27 76,-6-2-606,0 0 399,0 1 1,0-1-1,0 1 1,-1-1-1,1 1 1,-1 0-1,0 0 1,-4-3-1,-26-12-5740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0:00.9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67 4296,'-22'5'1084,"17"-4"-143,6 4-580,1 1 0,-1-1 0,1 1 0,0-1 0,0 0-1,0 0 1,1 0 0,0 0 0,0 0 0,0-1 0,1 1 0,-1-1 0,8 7 0,-9-9-76,1 20 129,-2-19-312,-1 0 0,1 0-1,-1 0 1,0 0 0,0 0 0,0 0 0,0 0-1,-1 6 1,0-5 45,-1 0 1,1 0-1,-1 0 0,0 0 0,0-1 0,-1 1 0,1 0 1,-1-1-1,0 0 0,0 1 0,-4 3 0,-8 9 659,13-14-275,1 1-25,-3 4-58,1 0 0,0 1 0,0 0 0,0 0 0,-2 16 0,5-22-394,-1-1 1,1 1-1,0 0 1,0 0-1,-1-1 1,1 1-1,0 0 1,0-1-1,1 1 1,-1 0-1,0 0 1,1-1-1,-1 1 1,1 0 0,-1-1-1,1 1 1,0-1-1,-1 1 1,1-1-1,0 1 1,0-1-1,0 1 1,0-1-1,1 0 1,-1 0-1,0 1 1,0-1-1,1 0 1,-1 0-1,1 0 1,-1-1-1,1 1 1,-1 0-1,1 0 1,0-1-1,-1 1 1,4 0-1,58 3 206,0-1 1,-1-4-1,73-10 0,-31 3-196,683-73 157,-547 52-160,771-71-88,-932 95 27,976-92 95,-874 70 50,-176 26-113,-27 3-22,-1 0-1,1 2 0,-25 6 0,-13 2-363,57-11 75,1-3-1950,-22-26-1105,10 5-2714,13 22 5624,-8-12-6950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2:39.9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145 287 3228,'0'0'736,"2"-2"-15,20-10 673,-19 11-286,-3-2-611,1-3-243,0 1 0,1 0 0,0-1 0,0 1 1,0 0-1,0 0 0,1 0 0,3-6 0,-4 9 1891,-4 0-2005,-1 0 0,1 0 1,-1 0-1,0 1 0,1-1 1,-1 0-1,0 1 0,-5-2 1,-154 29 2942,159-25-2497,19 10-389,-12-7-160,-1-2-27,1 0 0,0 0 1,0 0-1,0 0 0,0 0 1,0-1-1,0 0 0,0 0 1,0 0-1,0 0 1,0-1-1,1 1 0,5-2 1,0 2-11,226 12 74,268-21-1,-467 6-52,427-34 31,-4-28 14,-394 49 39,-2-4 0,113-48 0,-173 66-91,-1-1 0,-1 0 0,1 1 1,0-1-1,0 0 0,-1-1 1,1 1-1,-1 0 0,0-1 0,3-3 1,-4 5-12,-1 0-1,0 1 1,1-1 0,-1 1 0,0-1 0,0 1-1,1-1 1,-1 0 0,0 1 0,0-1-1,0 1 1,0-1 0,0 0 0,0 1 0,0-1-1,0 0 1,0 1 0,0-1 0,0 0 0,0 1-1,-1-1 1,1 1 0,0-1 0,0 0 0,-1 0-1,0 0 1,0 0 0,-1 0-1,1 0 1,-1 0-1,1 0 1,0 0-1,-1 1 1,1-1-1,-1 0 1,0 1 0,1-1-1,-1 1 1,1 0-1,-1-1 1,-2 1-1,-26-3-22,-1 1 0,0 2-1,1 1 1,-1 1-1,-49 11 1,-165 49-573,166-40 372,-49 15-198,-115 28-85,230-62 456,-19 5-29,0-2 0,1-2 0,-2 0 0,1-2 0,-59-4 0,81 0 55,0 0-1,0 0 1,1-1-1,-1 0 1,0 0-1,1-1 1,0 0-1,0-1 0,0 0 1,1-1-1,-15-11 1,21 15 23,0-1 1,1 1-1,0 0 1,0-1-1,-1 1 1,1 0-1,1-1 0,-1 1 1,0-1-1,0-3 1,0 1 6,1 4-8,-1 0 0,1 0 0,0 0 0,0 0 1,1 0-1,-1 0 0,0 0 0,0-1 0,0 1 1,1 0-1,-1 0 0,1 0 0,-1 0 0,1 1 0,-1-1 1,1 0-1,-1 0 0,1 0 0,1-1 0,0-1-9,-1 0 4,1 1 0,1-1 1,-1 0-1,0 0 0,1 1 1,-1-1-1,1 1 0,0 0 1,0 0-1,0 0 0,0 0 1,0 0-1,0 1 1,0-1-1,1 1 0,4-1 1,6-2 20,1 1 1,23-2 0,-24 4-28,50-4-354,0 4-1,0 2 1,0 3 0,-1 2-1,90 22 1,-127-21-1027,41 17 1,-30-11-2624,-11-4 352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2:40.6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241 251 3936,'-13'-5'429,"-1"1"-1,1-2 0,0 1 1,0-2-1,1 0 0,0 0 1,0-1-1,1-1 0,-17-15 0,-2-5 995,-15-19 390,26 31-1300,14 12-65,24 2-292,7 2-153,-1 1 0,0 1-1,1 1 1,-1 1 0,26 7-1,27 4 4,90 6-141,1-7 0,243-13-1,-383-2 0,0-2 0,0-1 0,0-1 0,30-11 0,-60 15 116,1 1 0,-1 0 0,0-1 0,1 1 1,-1 0-1,0 0 0,0 0 0,0-1 0,0 1 1,0 0-1,0 0 0,0 0 0,-2 0 0,-6-5-22,0 0 0,0 1 0,0 1 0,-1 0-1,0 0 1,0 1 0,0 0 0,-12-2 0,-92-10-18,66 10 27,-251-13-420,295 18 336,4 2-288,0-1 342,0 0 0,1 0 0,-1 0 1,0 1-1,0-1 0,1 0 0,-1 0 1,1 0-1,-1 0 0,1 0 0,-1 0 0,1 1 1,0-1-1,-1 0 0,1-1 0,0 1 1,0 0-1,0 0 0,0 0 0,0 0 1,0-1-1,0 1 0,0 0 0,0-1 0,2 1 1,33 8-2091,-25-8 1173,20 5-1054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2:41.4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0 107 3964,'0'0'2645,"3"-1"-2090,27-10-108,-1 2 1,1 1-1,0 1 1,37-4-1,23-4-58,-10-1-97,0 3-1,103-2 0,-130 15-252,0 2 0,1 2 0,-1 2-1,80 21 1,213 77-2042,-159-46-825,-16-5-215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2:41.7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30 3628,'0'0'792,"3"0"-51,2-1-276,0 0-1,0 0 1,-1-1-1,1 0 1,0 1-1,8-6 1,-9 5-417,0 0 1,0 0 0,0 0 0,0 1-1,0 0 1,1-1 0,-1 1-1,1 1 1,-1-1 0,8 1-1,51 3 106,-39 0-90,393 54 243,-2 30-225,-346-72-73,213 49-497,272 57-3166,-323-74 1216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2:43.4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2048 324 5280,'1'-6'199,"-1"1"-6,0 1 0,1 0-1,-1 0 1,1 0 0,0 0 0,0 0 0,0 0 0,1 1 0,2-7 0,-2 7 726,-4 0-124,-3-7-393,-2-1 0,1 1 0,-1 0 1,-1 0-1,0 1 0,-11-11 1,3 5-143,3 2-13,-2 0 1,0 1-1,0 1 1,-21-11-1,5 6-11,0 2-1,-2 2 1,0 0-1,-50-9 1,34 12-104,-1 1 1,0 4 0,1 1 0,-1 2-1,0 3 1,0 2 0,0 2 0,-80 20-1,113-21-111,0 1 0,1 0 0,-1 1-1,1 1 1,0 0 0,1 2 0,0-1-1,1 2 1,0 0 0,0 1-1,1 0 1,-17 21 0,17-15-6,1 0 1,0 1 0,1 0-1,1 0 1,1 1-1,1 1 1,1-1 0,1 1-1,-7 40 1,-2 64 54,3 218 0,5-60 116,-1-153-192,-44 218-1,16-199-6,-6-1 0,-108 251 0,-76 48 6,45-96 2,160-307 45,1 2 0,2 0 0,3 1 0,-12 54 0,25-84 6,0 0 1,1 0-1,1 0 1,0-1-1,2 1 1,3 22-1,-3-28-25,0-1 0,1 0 0,1 0 0,-1 0 0,1-1-1,1 1 1,0-1 0,0 0 0,1 0 0,0-1 0,10 11 0,-15-18-19,6 7 11,0 0 1,1-1 0,0 0-1,0-1 1,1 1 0,0-1 0,0-1-1,0 0 1,1 0 0,14 4 0,20 3-73,1-2 1,0-2 0,0-1 0,1-3 0,58-2-1,65-12-2201,0-8-3633,-78 6-44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2:44.5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1487 150 3484,'-4'-3'372,"0"-1"-1,0 0 1,0 0-1,0 0 1,1-1-1,-1 1 1,1-1-1,0 0 0,0 0 1,1 0-1,0 0 1,-1 0-1,2 0 1,-1-1-1,-1-6 1,3 10-327,-1 0 0,1-1 0,0 1 1,0 0-1,0 0 0,0-1 0,0 1 0,0 0 1,0-1-1,1 1 0,-1 0 0,1 0 0,0 0 1,-1 0-1,1 0 0,0-1 0,0 2 0,0-1 1,1 0-1,-1 0 0,0 0 0,1 0 0,-1 1 1,1-1-1,0 1 0,0-1 0,-1 1 0,1 0 1,0-1-1,0 1 0,0 0 0,0 0 0,0 0 1,0 1-1,1-1 0,-1 1 0,0-1 0,0 1 0,4-1 1,43-1 51,-1 1-1,1 3 1,59 9 0,-38-3 18,532 65-52,117 12-284,-201-35 93,-498-48 145,78 8-41,-86-8 13,0 1 1,0-1-1,-1 2 0,0 0 0,22 11 0,-29-13 13,0 1 0,0 0 0,-1 0 0,1 1-1,-1-1 1,0 1 0,0 0 0,0-1 0,0 1 0,-1 1-1,0-1 1,0 0 0,0 1 0,0-1 0,0 1-1,-1-1 1,0 1 0,1 8 0,0 8 9,0 0 0,-2 0 0,-2 22 0,1-13 15,-54 605 997,52-601-953,-33 224 299,-89 330 0,58-358-232,-9-3 1,-117 238-1,128-329-48,-149 223-1,151-270-56,-4-3-1,-4-3 0,-98 89 1,-473 328 82,332-275-94,21 9 23,118-92-15,97-77-4,52-44-10,-1 0 0,-1-1 0,-1-2 0,-41 24 1,61-40-12,-1 0 1,0 0-1,0 0 1,0-1-1,-1 0 1,1 0-1,0-1 1,0 0-1,-1 0 1,1 0-1,-9-2 1,0-1-62,0 0 1,1-1 0,-23-9-1,-8-9-198,1-1 0,-64-47 0,34 21 44,-246-143-1024,102 72-3499,130 74 527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18.9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3156 429 5428,'-6'-16'823,"1"0"0,1 0-1,0-1 1,1 1 0,1-1-1,0 1 1,2-1 0,0 0-1,4-31 1,-1 34-529,0 0-1,1 1 1,0-1 0,1 1-1,0 0 1,2 0-1,10-17 1,25-28 632,-40 56-852,10-27 120,-12 27-199,-1 1 0,0 0 0,0-1 0,0 1 0,0 0 0,0 0 1,0 0-1,0 0 0,0 0 0,0 0 0,0 0 0,-1 0 0,1 0 1,0 1-1,-1-1 0,1 0 0,0 1 0,-1-1 0,-2 0 0,-36 3 52,37-2-50,-885 141 191,351-20-64,11 45 56,281-54-155,-130 101 64,320-179-28,-65 52 0,88-57-40,-36 41 0,52-52-25,-20 22 5,3 0-1,1 3 0,2 0 0,2 2 0,2 1 1,-27 66-1,38-74 0,2 1-1,2 0 1,1 1 0,2 0 0,2 1-1,2-1 1,1 1 0,6 72 0,6-35 9,34 134 1,41 74-40,-64-222 40,116 399 90,-33 9-120,-80-315 136,-6 1 0,-8 0 0,-12 177-1,-15-184-54,-23 97 117,-24 46 90,22-107-50,38-163-176,1 1 1,2-1-1,0 0 1,2 1-1,4 41 0,-3-54-33,1-1 1,1 1-1,0-1 0,1 0 0,0 0 0,1-1 0,0 1 0,0-1 1,1 0-1,0 0 0,1-1 0,0 0 0,1 0 0,10 10 0,1-4-70,0-1 0,1-1 0,1 0 0,0-2 0,0 0 0,1-1 0,0-2 0,24 7 0,5-2-821,1-2 0,86 8 0,-56-14-2379,107-8 0,-51-10-3606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19.6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3610 930 4252,'-7'-16'321,"1"3"34,1 1 0,1-1 1,0 0-1,-4-18 0,-33-127 2860,38 147-3114,-16-41 1014,-43-89-1,-11-26-138,54 112-785,-28-95 54,45 142-236,-1 0 0,1 0 0,-1 0 0,-1 0 0,-7-13 0,9 18-8,0 1 0,0-1 0,0 0 0,0 1 0,-1 0 1,1-1-1,-1 1 0,1 0 0,-1 0 0,0 0 0,0 1 0,0-1 1,0 1-1,0-1 0,0 1 0,0 0 0,0 0 0,-1 1 0,-2-1 1,-20 0 10,1 2 1,0 1-1,0 1 1,0 1 0,-42 12-1,40-9-7,-996 300 156,674-193-125,-150 57-13,17 45 13,422-183-23,-92 68-1,124-79 1,0 1-1,2 1 1,1 1-1,1 2 1,-21 30-1,33-39 6,1 1-1,1 0 0,1 0 1,1 1-1,0 1 1,2-1-1,-8 37 0,12-47-7,-6 31 59,2 0-1,2 0 1,2 1-1,3 49 1,0-51-5,9 185 200,1 35-48,-44 326 67,-46-5-83,43-298-152,10-66-1,17-150 7,0 115-1,10-155-43,0 0 0,2 0 0,1 0 0,2 0 0,0-1 0,2 0-1,11 27 1,-13-41-2,1 0-1,0 0 0,1-1 0,0 0 1,1-1-1,0 1 0,0-2 1,1 1-1,1-1 0,-1-1 0,2 0 1,-1 0-1,17 7 0,3 0-136,1-2-1,0-1 0,1-1 1,38 6-1,-21-7-471,0-3-1,82 1 0,102-13-4337,-219 4 4355,89-5-4177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27.8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1 203 2284,'4'-2'231,"-1"1"0,1-2 0,-1 1 0,1 0 0,-1-1 0,0 1 0,0-1 0,0 0 0,0 0 0,-1 0 0,1-1 0,-1 1 0,1-1 0,1-3 0,23-58 505,-22 52-508,-3 10-205,-1 1 1,1 0-1,0-1 1,0 1-1,0 0 1,0 0-1,0 1 1,0-1-1,0 0 1,1 1-1,-1-1 1,1 1-1,4-2 1,-6 2-12,11-4 5,-1 1 0,1 0 0,0 1 0,0 0 0,1 1 0,-1 0-1,1 1 1,16 1 0,105 12 98,-69-5-120,468 80 173,-180-23-158,-333-61 3,408 48-29,-7-39-28,-294-16 14,167-28 1,-195 11 3,141-50 0,-109 30-109,173-33 170,-245 65-43,0 2 0,0 4 0,75 3 1,655 85 59,-504-49-110,-78-13 62,-194-21-24,1-1 1,-1-1-1,1-1 1,17-2-1,25-1 72,8 0-29,1-3 0,108-27 0,-124 24 10,8 1-44,0 2-1,0 3 0,1 3 1,-1 2-1,94 13 0,-87-6-81,71 11-14,-61-7 173,-71-11-53,20 2-18,37 5 60,94 10-16,15 5-111,-35-12 48,143 30 78,-127-36 71,-113-6-100,-33 1-25,-1 0-3,62-17-202,-62 16 339,-19 16-154,4-2 26,6-8 0,0-1 0,0 1 0,0-1 0,0 0 0,-1-1 0,1 0 0,-1 0 0,0 0 0,0-1-1,0 0 1,0 0 0,-1-1 0,1 0 0,-9 1 0,-11 2-11,14-2 0,0 0 0,-1-2 0,1 1 0,0-2 0,-17-1 0,-69-16 89,73 13-56,-136-34 106,152 37-117,4 1 4,0-1 0,-1 2 0,1-1 0,0 1 0,-7 0 0,10 0-6,0 1 0,0 0 0,0 0 1,0 0-1,0 0 0,0 1 0,1-1 0,-1 1 0,1-1 0,-1 1 0,1 0 1,-4 3-1,4-2 7,0-1 0,0 1 0,0 0 0,1-1 0,-1 1 0,1 0 0,-1 0 1,1 0-1,0 0 0,0 0 0,1 0 0,-1 0 0,0 0 0,1 0 0,0 1 0,0-1 1,0 0-1,0 0 0,0 0 0,1 0 0,0 1 0,0 2 0,4 11 85,0 0 0,13 28 0,-13-33-46,61 128 232,-57-119-213,-8-18-7,0-1 0,0 1 0,0 0 0,0-1 0,1 1 0,-1-1 0,1 0 0,3 4 0,-4-5-34,0 0 0,0 0-1,0 0 1,0 0 0,1-1 0,-1 1 0,0 0 0,1-1-1,-1 1 1,0-1 0,1 0 0,-1 1 0,1-1-1,-1 0 1,0 0 0,1 0 0,-1 0 0,1 0 0,-1 0-1,1 0 1,-1 0 0,1-1 0,-1 1 0,0 0 0,1-1-1,-1 1 1,0-1 0,3-1 0,-4 2-50,3-1 25,-1-1-3,1 0 0,-1 1 0,1-1 0,-1 0 0,1 1 0,0 0 0,0 0 0,0 0 0,-1 0 0,5-1 0,1 0-9,-1 0 0,0 1 0,1 0 1,-1 1-1,1-1 0,0 1 0,-1 1 0,1-1 0,10 4 0,17 3-1,42 16 0,98 29-13,-76-23 62,-55-23-130,-41-5 198,15 2-161,38-3 6,-53 0 5,0-1 10,5-1 24,0 0-1,0 1 0,0 0 0,0 0 1,0 1-1,0 0 0,10 1 0,-14 0 85,20-4-153,-2 3 34,-18 0 10,-1-1 32,28-6 81,-28 6-67,0 0-49,6-1-11,5 0 23,-13 3 14,-1-1 0,0 1-1,0-1 1,0 0 0,0 1 0,0-1 0,0 1-1,0-1 1,0 1 0,0-1 0,0 0-1,0 1 1,0-1 0,-1 1 0,1-1-1,0 1 1,0-1 0,0 0 0,0 1 0,-1-1-1,1 0 1,0 1 0,0-1 0,-1 1-1,1-1 1,0 0 0,-1 0 0,1 1-1,0-1 1,-1 0 0,1 0 0,-1 1 0,1-1-1,-9 11-9,0 1-1,2 0 0,-1 0 1,2 1-1,0 0 1,-8 23-1,-18 88 8,22-82 30,-33 177-67,29-140 10,7-48 39,-2-1 0,0 0 0,-17 33 0,-3-11-34,21-39 31,0 0 0,1 0 1,-7 21-1,-8 10 178,17-37-200,1 0 1,0 0 0,1 0-1,0 1 1,0-1-1,-3 13 1,3 1-993,-8 0-1689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28.5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1 419 8461,'0'0'1147,"4"0"-739,39 3 465,4-21-362,-38 15-423,3-2 23,12-20-96,9-21 17,-31 44 57,1-2-119,1 1 25,0 1-1,-1-1 0,1 0 0,8-3 0,62-3-15,-71 9-2,0-1 23,28-7 78,-28 7-121,17-2-5,-4 1 65,1 1 0,-1 1-1,0 0 1,23 3 0,-36-3-21,21-3-47,-16 2 59,0 0 1,-1-1-1,1-1 1,-1 1-1,9-5 0,-13 5-46,-1 0-14,-1 1 24,0 0 0,0-1 0,0 1 0,0 0 0,0-1 0,0 1 0,0-1 0,0 0 0,0 1 1,-1-1-1,1 0 0,-1 1 0,1-1 0,-1-2 0,0 2-23,0-1-1,-1 1 1,0 0-1,0 0 1,0-1 0,0 1-1,0 0 1,0 0 0,0 0-1,0 0 1,-1 0-1,-2-2 1,-16-18-849,0 2 0,-41-32 0,-18-17-2156,42 30 1275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29.2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16 3504,'-9'18'784,"8"-15"-54,3-5-105,4-2-445,-1 0 0,2 0 0,-1 1 0,0 0 0,1 0 0,-1 0 0,1 1 0,0 0 0,0 0 0,0 1 0,0-1 0,0 2 0,0-1 0,0 1 0,1 0 0,7 1 0,16 3-66,0 1 1,39 11-1,-66-15-87,69 22 115,-2 4 0,123 63-1,-193-90-139,348 201 484,-230-129-330,-59-32-93,12 8 4,-4 1-181,-66-47 152,23 17 49,-23-17-76,13 3 26,1-1-1,0 0 1,0-1 0,0 0 0,0-2 0,0 0 0,17-1 0,-30 0 15,-2 1-159,1-1 109,-1 1 1,0 0-1,0 0 1,0 0 0,1-1-1,-1 1 1,0 0 0,0 1-1,0-1 1,-1 0-1,1 0 1,0 0 0,0 0-1,-1 1 1,1-1 0,0 0-1,-1 1 1,0-1-1,1 0 1,-1 1 0,0-1-1,1 1 1,-1-1-1,0 1 1,0-1 0,0 0-1,-1 1 1,1-1 0,0 1-1,0-1 1,-1 2-1,-2 6-5,0-1-1,-1 0 1,1 0-1,-8 10 0,0 1 9,-59 108 61,-8 14-68,45-55 43,-44 171-1,64-205-30,9-41-13,-1-1 0,1 1 0,-2-1 0,-11 18 0,-7 13-1035,17-13-1575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29.7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 5180,'30'-9'-1524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30.5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2384,'178'46'2030,"-38"-8"-1480,-30-8-333,34 7-19,-66-17-133,-74-19-81,1 12-78,-4-12 93,0 0 1,0 0-1,-1 0 1,1 0-1,-1 0 0,1 0 1,-1 0-1,1 0 1,-1 0-1,1 1 1,-1-1-1,0 0 0,0 0 1,0 0-1,0 0 1,0 1-1,0-1 1,0 0-1,0 2 0,-54 187 112,-125 291 0,87-285 47,-103 235 198,170-362-285,20-50-25,-2 0 0,-13 27 0,19-46-48,1 1 1,0-1-1,-1 1 1,1-1-1,0 1 1,-1-1 0,1 1-1,0-1 1,-1 1-1,1-1 1,-1 0 0,1 1-1,-1-1 1,1 0-1,-1 0 1,1 1-1,-1-1 1,1 0 0,-1 0-1,0 0 1,1 1-1,-1-1 1,1 0 0,-1 0-1,1 0 1,-1 0-1,0 0 1,1 0-1,-1 0 1,1-1 0,-1 1-1,0 0 1,-10 1-530,10 0 446,0 0-1,0 1 1,0-1 0,0 1-1,0-1 1,0 1 0,0-1-1,1 1 1,-1-1 0,1 1-1,-1 0 1,1 1 0,-17 99-1511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3:30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1062 0 4804,'-174'36'296,"101"-18"-76,-741 0-43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25.4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44 233 3428,'0'0'1235,"-3"-1"-781,-7-2-446,-4-1 1409,14 4-1398,0 0-1,0-1 0,0 1 1,0 0-1,0 0 0,-1-1 1,1 1-1,0 0 0,0-1 1,0 1-1,0 0 0,0-1 1,0 1-1,0 0 0,0 0 1,0-1-1,0 1 1,0 0-1,0-1 0,0 1 1,0 0-1,0-1 0,1 1 1,-1 0-1,0-1 0,0 1 1,0 0-1,0 0 0,1-1 1,-1 1-1,0 0 0,0 0 1,0-1-1,1 1 0,-1 0 1,0 0-1,0 0 0,1 0 1,-1-1-1,1 0 34,0 0 0,0 0 0,-1 0 0,1 0-1,0 0 1,-1 0 0,1 0 0,-1 0 0,1 0 0,-1 0 0,0 0 0,0 0-1,1-1 1,-1 1 0,0 0 0,0 0 0,0 0 0,0-1 0,0 1 0,-1 0-1,1 0 1,0 0 0,0 0 0,-1-1 0,1 1 0,-1 0 0,0-1 0,-19-27 1244,18 26-1242,0 1 916,36-9-729,-31 10 35,34-5 522,-17 4-756,-12 1-7,19-4 115,-5-1-186,-19 5 57,0 0-27,0 0-1,0-1 0,0 1 0,0 1 1,0-1-1,0 0 0,0 1 0,7-1 1,-7 1-1,1-1-9,0 1 12,32 0 61,-33 0-77,1 0 3,0-2 19,36 1 19,76-10 115,-112 10-118,0 1-76,112-15 36,-112 15 23,16-3-35,34-1 45,-1 3 1,74 7-1,-67-4-26,-56-2 20,15 1-9,38 1 23,-13-5-1,-40 3-22,19-2-45,-6 1 70,-14 1 63,1 0-114,38-3 17,-37 3 50,15-3-145,83-12 98,-99 15-37,-1-1 62,164-16 90,-163 17-122,29-6-15,-29 6 105,62-4-162,-50 2 91,1 1 0,-1 1 0,1 0 0,22 4 0,71 1 8,-106-4 14,18-1 42,39 3-120,-57-3 130,17 3-108,-12-3 17,1 1 0,-1-2 0,0 1 0,10-3 0,-16 3 6,18-3-24,82-3-20,-100 6 33,18 0 55,20-1 46,27 1-122,-64 1 122,33 1-144,-34-1 154,1-2-199,9-4 130,-6 2 121,1 0 0,-1 0 0,0 1 0,14-2 0,13 12-181,-31-7 120,-6-2-3125,-24-12-1043,24 12 866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29.8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34 3624,'3'0'906,"19"1"-447,-4 1 5731,-9-12-6000,-9 9-103,0 0 1,0 0-1,1 1 0,-1-1 0,0 0 0,1 1 0,-1-1 1,1 0-1,-1 1 0,1-1 0,-1 0 0,1 1 0,0-1 1,-1 1-1,1-1 0,0 1 0,-1 0 0,1-1 0,0 1 0,0-1 1,-1 1-1,2 0 0,26 10-74,-24-9 73,-1 1-77,0-1 1,0 1 0,1-1 0,-1 1 0,1-1 0,-1 0-1,4 1 1,73 4 46,-76-6-84,0 0 6,35 2 62,-35-1-51,13-1 14,12 3 9,48 11 0,-73-13-42,16 5 88,-6-3-76,0-1 1,0 0 0,1 0 0,22-2 0,-28 0 11,-5 0-6,19 0-40,34 0 68,-53 0 71,16-3-38,70-9-15,-86 12-3,16-1 34,84-4-7,-101 5-59,34-3-66,-17 0 57,-1 0 30,-15 3-18,0-1-46,66-4 76,-67 5 3,1-1-64,0 1 21,1-1 1,0 0-1,-1 0 1,1-1-1,5-1 27,-7 2-38,19-3-2,-1 0 29,0 1 0,0 1-1,35 1 1,-36 1-10,-16 0 9,-1-1-13,8-1 7,0 1 0,0 0 0,0 0 0,0 2 0,0-1-1,0 1 1,20 5 0,-28-5 98,11-6-189,-13 4 88,1 0 0,-1 0-1,1 0 1,-1 0 0,1 1 0,-1-1 0,1 1-1,0-1 1,-1 1 0,1 0 0,0 0-1,1 0 1,16 1 523,33 1-2544,-45-4 380,-32-5 122,-15 3-1991,17 4 953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34.8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87 3608,'17'-30'12207,"-20"31"-11995,-1 0-310,-15 7 763,26-2-217,26-1-270,234 17-100,-90 0-181,-119-12 56,100 3-1,-75-10 1,-49 0 84,1-2 0,46-5 0,201-23 77,-179 18-130,-62 7 55,-32 2-44,-1-1 0,1 0 0,0 0 0,9-2 0,-15 2-7,-1 1 0,1 0 0,-1-1 0,0 1 0,1 1 0,-1-1-1,1 0 1,-1 0 0,0 1 0,1 0 0,2 0 0,1 1-59,-3-1 51,1-1 44,290 15 25,-89-12 54,-82 0-51,-91-5-127,-25 2 23,0-1 0,0 1 0,1 0 0,9 2 0,-15-1 75,85-7-51,-83 6 50,19 0-21,21 1-4,10-3-49,13-5-93,26 0 31,-90 7 129,1-1 99,66-16-204,-66 16 75,-2 1-26,24-5-66,-1 2 0,37-1 0,57 10 194,-116-6-106,17 3-207,-3 0 232,-13-3-40,-1 1-74,104 19 190,-104-19-51,31-12-1799,-31 10 1735,34-11-51,-34 11 63,0 0-42,7-1 68,-1 0 0,1 1 0,-1 0 0,1 0 0,-1 1 0,15 2 0,6-2 82,4-15-108,-34-3-122,0 16 100,0 0 1,0 0-1,-1 0 0,1 0 0,0 0 0,-1 0 1,1 0-1,-1 0 0,0 1 0,0-1 0,0 0 1,0 0-1,0 1 0,0-1 0,0 1 0,0-1 1,0 1-1,-1-1 0,1 1 0,-1 0 1,1-1-1,-1 1 0,0 0 0,1 0 0,-1 0 1,0 0-1,0 1 0,1-1 0,-1 0 0,0 1 1,0-1-1,0 1 0,0 0 0,-3-1 0,-8 0-370,-1 1 0,0 0 0,1 1 1,-16 3-1,2-1-296,-65 1-3938,64-1 2442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57.8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1859 332 7801,'-9'-33'2569,"8"30"-1708,3 0-171,6-7-315,0 0 0,0 0 0,1 1 1,0 0-1,1 0 0,0 1 0,16-9 0,-22 14-282,35-23 426,1 3 1,1 1-1,1 1 1,68-21-1,-46 22-309,2 4-1,91-12 0,-125 24-170,0 1 1,0 1 0,0 2-1,-1 1 1,1 1 0,0 2-1,58 15 1,-85-17-37,-1-1 0,1 1 0,-1 0 0,0 0 0,0 1 0,0-1 0,0 1 0,0 0-1,0 0 1,0 0 0,-1 1 0,0-1 0,3 5 0,-4-6 1,-1 1-1,0-1 1,1 0-1,-1 1 1,0-1-1,-1 1 1,1-1-1,0 1 1,-1 0-1,1-1 1,-1 1-1,0 0 1,0-1-1,0 1 1,0 0-1,-1-1 1,1 1-1,-1 0 1,1-1-1,-1 1 1,0-1-1,0 1 1,0-1-1,-2 4 1,-6 7 1,0 0 0,0 0-1,-2-1 1,1-1 0,-1 0 0,-1 0 0,0-1 0,-25 16 0,-122 60-38,102-58-7,-159 89-40,164-85 92,1 2 0,-47 41-1,83-62-20,1 0-1,1 1 1,0 0 0,0 1-1,1 1 1,1 0-1,1 0 1,0 1-1,-9 24 1,17-36-5,1-1 0,0 1 0,1-1-1,-1 1 1,1 0 0,0-1 0,0 1 0,0 0 0,0-1 0,1 1 0,0-1 0,0 1 0,0-1 0,1 1 0,0-1 0,2 6 0,1-2 4,0 1 0,0 0 0,1-1 0,1 0 0,-1-1 0,9 9 0,0-3 0,0-1 0,1 0 0,0-1 0,31 15 0,79 28-97,-11-4 224,12 22-268,-122-69 126,1 1 0,-1 0-1,0 0 1,0 0-1,-1 0 1,1 1 0,3 6-1,1-2 45,-9-8-18,0-1 1,0 0-1,0 0 0,0 0 0,1 0 0,-1 0 1,0 0-1,0 1 0,0-1 0,0 0 0,0 0 1,0 0-1,0 0 0,1 1 0,-1-1 0,0 0 0,0 0 1,0 0-1,0 1 0,0-1 0,0 0 0,0 0 1,0 0-1,0 1 0,0-1 0,0 0 0,0 0 0,0 0 1,0 1-1,0-1 0,0 0 0,0 0 0,0 0 1,-1 0-1,1 1 0,0-1 0,0 0 0,0 0 0,0 0 1,-2 6 22,-1 0 0,0 0 0,1-1 1,-2 0-1,1 1 0,-1-1 0,1 0 1,-1-1-1,-1 1 0,1-1 0,-1 0 1,0 0-1,0 0 0,0 0 0,0-1 1,0 0-1,-1 0 0,-7 2 0,-32 10 48,0-3-1,-1-1 1,-94 8-1,-539 13-2699,77-9-521,-119 76-1387,607-75 2141,14 0-541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6:07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6 2240,'-10'8'169,"16"-7"565,32-9 1229,-11 2-1247,-24 5-15,0 2-477,-2-1-154,0 0 0,1 0 0,-1 0 0,0 0 0,1 0-1,-1 1 1,0-1 0,1 1 0,-1-1 0,0 1 0,0-1-1,0 1 1,0 0 0,1-1 0,-1 1 0,0 0 0,0 0-1,0 0 1,0 0 0,-1 0 0,1 0 0,0 0 0,0 0 0,0 2-1,0 1 133,-1 0 1,0 1-1,0-1 0,0 0 0,0 0 0,-1 0 0,-2 7 0,2-3-321,0-1 155,-10 50 328,-3 66 1,6 5-203,-5 227 8,13-312-135,3 97-74,2-81 98,2 0 0,24 89 0,-25-128-24,50 163-53,-47-158 1,-1 1 1,-1 0-1,5 52 1,-11-56 65,-3 41 0,0-18 88,2-42-155,-2 3-30,-3 54 21,5-57 56,0 1-40,0 31 2,0-31 18,0-1-19,-6 63-58,5-63 84,-11 30 20,5 28 116,4-54-145,3-5 13,-1 0-1,1 0 0,-1 0 0,1 0 0,0 0 0,0 0 0,0 1 0,0-1 0,0 0 1,0 0-1,1 2 0,2 24-56,-1-1 53,-1-18-7,0 1 0,0 0 0,-1-1 0,-1 1 0,-2 16 0,2-12-5,1-11 62,-1 0-60,-11 35-75,4-1 86,-7 30 28,2-16 134,-9 81-1,13 46-61,5-84-46,-5 32-110,8-122 50,-2 17 53,-23 91-201,25-110 142,-8 10-3,-3 4-18,7-2 23,1 1 1,1-1 0,1 1 0,-2 18-1,-3 23 100,6-53-140,-2 15 49,0-3-138,3-11-51,0-8-2441,-3-37-998,6 10 717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6:16.3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13 3088,'0'0'612,"-17"-3"-952,0-6-664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48.6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62 8797,'-12'14'11466,"17"-22"-10358,-4 7-1085,1-1 1,0 1-1,-1-1 1,1 1-1,-1 0 1,1 0 0,0 0-1,0 0 1,0 0-1,0 0 1,0 0-1,0 1 1,0-1 0,0 1-1,3-1 1,34-1 121,-22 2-91,962-41 124,-919 39-304,676-4-4252,-519 6 1698,-34 2-1953,-4 5-2691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49.1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54 10381,'0'-2'184,"0"0"1,-1 0-1,0 0 0,1-1 1,-1 1-1,0 0 0,0 0 1,0 1-1,0-1 1,-1 0-1,1 0 0,0 0 1,-1 1-1,0-1 0,1 1 1,-1-1-1,0 1 0,1 0 1,-1-1-1,0 1 1,0 0-1,0 0 0,0 0 1,0 1-1,0-1 0,-3 0 1,37-4 1185,-27 3-1264,0 1 1,1 0 0,-1 0-1,1 0 1,-1 1 0,1 0 0,6 0-1,17 5 68,0 2 0,-1 0 0,1 2 0,-2 1 0,1 1 0,39 22 0,149 104 138,-175-107-264,-2 1 0,-1 2 0,-1 2 0,-2 1 0,-1 2 0,-3 1 0,-1 1 0,-1 2 0,29 59 0,-52-88-33,0 1 0,-1-1-1,0 1 1,-1 0 0,-1 0-1,0 1 1,-1-1 0,0 1-1,-1-1 1,-1 1 0,0 0-1,-2-1 1,-3 23-1,3-27-7,-1 0-1,0-1 1,-1 1-1,0-1 0,0 0 1,-1 0-1,0 0 1,-1-1-1,0 0 0,0 0 1,0 0-1,-1-1 1,-1 0-1,1 0 0,-1-1 1,0 0-1,0 0 1,-1-1-1,0 0 0,-14 6 1,3-3 35,-1-1 1,-1 0-1,-33 5 1,46-11-21,-1 1 1,1-2-1,0 1 1,-1-1-1,1-1 1,0 0 0,0 0-1,-1-1 1,1 0-1,-15-6 1,20 7-22,1-1 1,-1 0 0,1-1-1,0 1 1,0-1 0,0 1-1,0-1 1,1 0-1,-1 0 1,1 0 0,0 0-1,-1-1 1,1 1-1,1 0 1,-1-1 0,0 0-1,1 1 1,0-1-1,0 0 1,0 0 0,0 0-1,1 1 1,-1-1-1,1 0 1,0-6 0,1-3-6,0-1 0,1 1 0,0 0 0,1 0 0,9-24 1,5-7-312,2 2 0,3 1 0,1 0 1,1 2-1,44-54 0,7 6-2328,88-80 0,-89 101-1361,5 2-2202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49.3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768 1 9785,'-34'65'3945,"-32"84"1,29-61-1431,-77 166 1623,-25 56-3037,77-171-1720,-41 99-1707,0 35-2950,25-80-2237,47-99 801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50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4788,'0'0'1149,"1"3"-171,2 3-636,0 1-1,0-1 0,0 0 1,1 0-1,0-1 0,0 1 1,0-1-1,1 1 0,0-1 1,0-1-1,0 1 0,1-1 1,-1 0-1,1 0 0,0 0 1,0-1-1,0 0 0,8 2 1,23 6 284,1-2 0,71 7 1,84-5 172,-99-7-494,489 9 379,-166-7-324,273 15-281,880 23-764,-1550-43 647,428-4-1325,-448 3 1342,1 0 0,-1 0-1,0 0 1,1 0-1,-1 0 1,1 0 0,-1 0-1,0 0 1,1 0-1,-1 0 1,0 0-1,1 0 1,-1 0 0,1 0-1,-1-1 1,0 1-1,1 0 1,-1 0 0,0 0-1,1-1 1,-1 1-1,0 0 1,1 0-1,-1-1 1,0 1 0,0 0-1,1 0 1,-1-1-1,0 1 1,0 0 0,0-1-1,1 1 1,-1-1-1,-10-9-803,7 8 682,-1 0 1,0 0-1,0 0 1,0 1-1,0-1 1,0 1-1,0 0 1,0 0 0,-9 0-1,-126 10-5215,114-9 1257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50.7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9477,'22'5'2321,"-1"-1"1,31 3 0,-32-6-2087,0 2 0,-1 1 0,1 0 0,19 7 0,-15-1-90,-1 0 1,0 2 0,0 0-1,-1 1 1,-1 2-1,0 0 1,-1 1-1,-1 1 1,24 27-1,-29-25-80,-1 1 0,0 0 0,-1 1 0,-2 0 0,0 1-1,9 32 1,-7-14 24,-2 1 0,8 76 0,-17-92-71,-1-1 0,-1 1 0,-2-1 0,0 1 0,-1-1 0,-1 0 0,-2-1 0,-13 36 0,8-27-87,-29 54 1,39-83-24,2-7-638,3-10 520,0 1-1,1 1 0,0-1 0,0 0 1,2 1-1,-1 0 0,2 0 1,-1 1-1,15-19 0,13-11-837,45-44 0,-7 8-510,-10 0-40,-33 38-820,56-55 1,-17 35-1401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51.0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603 0 5965,'-9'18'938,"-1"0"0,-1-1 0,-1-1 1,0 0-1,-26 26 0,-81 61 1896,50-46-1863,29-22-608,2 1-1,2 2 1,1 1 0,2 2 0,2 2 0,1 0 0,-34 70 0,62-109-354,-1 1 1,1-1-1,1 1 1,-1-1 0,1 1-1,-1 0 1,1-1 0,1 1-1,-1 0 1,1 0-1,0 0 1,0 0 0,0 0-1,0-1 1,1 1-1,0 0 1,0 0 0,0-1-1,1 1 1,0 0-1,0-1 1,0 0 0,0 1-1,5 6 1,-2-6-70,0 0 0,0-1 0,0 1 0,1-1 0,-1 0-1,1-1 1,0 1 0,0-1 0,0 0 0,1-1 0,-1 0 0,1 0 0,0 0 0,-1-1 0,1 1 0,9-1 0,40 2-897,1-3 0,0-2 1,106-18-1,166-58-6085,-253 55 3374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52.2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79 7 4576,'0'0'2153,"-3"0"-1656,-31-3 395,31 3 518,-1-1-1354,1 1 28,-23-3-282,21 4-131,16 5-43,-10-6-1,11 4 622,-8-2-4076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53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31 131 3552,'111'-29'2827,"-109"28"-2348,2 2-202,40 5 1176,-72 4-1360,25-9-22,-1-1 17,-82-2 614,82 1-598,-9-5 142,8 4-116,0-1 1,1 0 0,-1 0-1,1-1 1,0 1 0,0-1 0,-4-4-1,-5-5 222,11 11-314,3 1-214,-1-1 174,0 1 0,0 0 0,1-1 0,-1 1 0,1 0 0,-1-1 0,1 1 0,0 0 0,-1 0 0,1 0 0,0 0 0,0 0 0,0-1 0,0 1 0,0 1 0,0-1 0,0 0 1,2-1-1,21-11-40,-22 12 42,0 0 551,-3-2-444,-1-16 206,2 19-300,0 0-1,0-1 1,0 1-1,0 0 1,0 0-1,0 0 1,0 0-1,0 0 1,0 0-1,0 0 1,0 0-1,0-1 1,0 1-1,0 0 1,0 0 0,0 0-1,0 0 1,0 0-1,0 0 1,0 0-1,0 0 1,0 0-1,0-1 1,0 1-1,0 0 1,1 0-1,-1 0 1,0 0-1,0 0 1,0 0 0,0 0-1,0 0 1,0 0-1,0 0 1,0 0-1,0 0 1,1 0-1,-1 0 1,0 0-1,0 0 1,0 0-1,0 0 1,0 0-1,0 0 1,0 0-1,1 0 1,-1 0 0,0 0-1,0 0 1,0 0-1,0 0 1,0 0-1,0 0 1,0 0-1,0 0 1,0 0-1,1 0 1,-1 0-1,0 0 1,0 0-1,0 1 1,0-1 0,22 28 1367,-9-11-1520,113 153 1033,239 246 0,384 234-463,-619-550-370,557 400 36,-128-172 255,-496-295-279,40 19 130,150 56 0,-245-105-209,1-1 0,-1-1 0,0 0 0,1 0 0,-1-1 0,0 1 0,1-2 0,-1 1 0,15-4 0,-22 3 7,-1 1 1,1-1-1,0 0 0,-1 0 1,1 0-1,-1 1 1,0-1-1,1 0 1,-1 0-1,1 0 1,-1 0-1,0 0 1,0 0-1,0 1 1,1-1-1,-1 0 1,0-2-1,0 2-12,1-7-85,0 1-1,0-1 1,0 0 0,-1 1-1,0-1 1,-1 0-1,0 1 1,0-1-1,0 1 1,-6-15 0,-1-2-797,-22-45 0,-65-111-6790,77 143 4013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53.9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0 202 7037,'12'-28'809,"-9"17"-250,1 1-1,1 0 0,-1 0 1,2 0-1,6-8 0,-4 10-375,0 2 0,0-1 0,1 1 1,0 0-1,0 1 0,1 0 0,-1 0 0,1 1 0,0 1 0,0-1 0,1 2 0,10-3 0,-12 4-142,0 0-1,1 0 1,-1 1 0,0 0 0,1 0-1,-1 1 1,0 1 0,0-1 0,0 2 0,0-1-1,0 1 1,0 0 0,0 1 0,-1 0-1,0 0 1,0 1 0,13 10 0,-4-1 63,0 0 0,-1 1 0,0 1-1,-1 1 1,-1 0 0,15 24 0,-12-12 55,-1 0-1,-1 1 1,-2 1-1,-1 0 1,-1 1-1,10 51 1,-11-23 157,-2 0-1,0 103 1,-10-130-257,0 0 1,-2-1-1,-2 1 0,-14 48 0,3-29 226,-45 95 0,49-122-174,-2-1 0,0 0 0,-1-1 0,-1-1-1,-2 0 1,0-2 0,-1 0 0,-1-1 0,-32 23-1,42-36-47,1 0 0,-2 0 0,-12 4 0,0 0 79,22-9-132,1-1 0,0 0 0,0 0 0,-1 0 0,1 0 0,0 0 0,-1 0 0,1 0 0,0 0 0,-1 0 0,1 0 0,0-1 0,0 1 0,-1-1 0,1 1 0,-1-1 0,-4-1 24,4 1-28,1 2-3,0-1 1,0 0-1,0 0 1,0-1-1,-1 1 1,1 0-1,0 0 1,0 0 0,0-1-1,0 1 1,0-1-1,0 1 1,0 0-1,0-1 1,0 0 0,0 1-1,0-1 1,0 0-1,0 1 1,1-1-1,-1 0 1,0 0-1,0 0 1,1 0 0,-1 0-1,1 0 1,-1 0-1,1 0 1,-1 0-1,1 0 1,-1 0 0,1 0-1,0 0 1,0 0-1,0 0 1,-1 0-1,1 0 1,0-1-1,0 1 1,1 0 0,-1-2-1,0-12-25,1-1 0,1 1 0,0 0 0,1 0-1,0 0 1,2 0 0,9-24 0,57-104-227,-35 76 34,22-41-783,125-174-1,104-74-2907,-69 93-2951,-174 208 3421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5:54.4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509 28 6585,'25'-14'1982,"-23"13"85,0-1-1784,0 1-236,0-1-1,1 1 1,-1 0-1,0 0 1,0 0-1,1 0 1,-1 1-1,1-1 1,-1 0 0,1 1-1,-1 0 1,1-1-1,3 1 1,35 10 207,-37-9-265,14 6 38,1 0-1,-1 2 1,-1 0 0,1 1 0,-2 1 0,0 0 0,0 1-1,-1 1 1,0 1 0,19 23 0,11 17 28,58 94 1,-95-136-61,5 10 45,0 1-1,-1 1 0,15 43 1,-22-52 3,0 0 1,-2 1-1,1 0 1,-2 0-1,0 0 1,-2 0-1,0 21 0,-1-28-1,0-1 0,-1 1 0,0-1 0,-1 1 0,0-1-1,0 0 1,-1 0 0,1 0 0,-2 0 0,1-1-1,-1 1 1,-1-1 0,1 0 0,-1-1 0,0 1-1,-1-1 1,-10 7 0,-8 5 85,0-3 0,-2 0 0,-48 19 1,68-31-119,-35 13 26,-2-3 0,1-1-1,-85 10 1,74-14-14,0 3 0,-54 17 0,102-26-26,-19 6-36,0 2-1,0 1 1,-24 13-1,43-20-35,0 0-1,0 0 1,0 0 0,0 1-1,1 0 1,0 0-1,0 1 1,0-1-1,1 1 1,-1 0-1,2 0 1,-1 0 0,0 1-1,1-1 1,1 1-1,-4 10 1,1 8-296,0 1 1,2-1-1,1 1 0,1-1 1,1 1-1,2 0 1,4 28-1,-6-51 290,1 0 0,-1-1 0,-1 1 1,1 0-1,0 0 0,-1-1 0,1 1 0,-1 0 0,-1 3 1,1 0-116,0-6 158,1 1-1,-1 0 1,1-1-1,-1 1 1,0-1-1,1 1 0,-1-1 1,1 1-1,-1-1 1,0 1-1,0-1 0,1 1 1,-1-1-1,0 0 1,0 1-1,1-1 0,-1 0 1,0 0-1,-1 1 1,0-1-89,-6 4-342,-1 0-1,1-1 0,-1 0 0,0 0 1,0-1-1,-13 2 0,14-3-23,-18 5-481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6:20.1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 1 2900,'0'0'7207,"-2"2"-7186,-3 3 22,0 1 0,1 0 1,-1 1-1,1-1 0,1 1 1,-1-1-1,1 1 0,0 0 1,1 1-1,0-1 0,0 0 1,0 1-1,0 9 0,-3 48 126,2 0 0,12 117 0,-1-33-72,-2-35-65,-5-74-46,-1-26-1,1 1-1,0-2 1,5 22-1,20 95 15,-17-97 26,2 0 1,2-1-1,1 0 1,1 0-1,2-2 1,31 44-1,-47-72-38,4 27-25,8 20-8,-12-44 47,0 0 0,1 0 0,0 0 0,0-1 0,0 1 0,1 0 0,-1-1 0,7 8 0,-7-10 104,1 5-92,1-1 0,0 0-1,0 0 1,0 0 0,8 8 0,-8-10-11,-2-2-42,-2 1 7,29 132 5,-28-133 26,-1 1 0,1-1 1,0 1-1,0-1 0,0 0 0,0 1 1,0-1-1,0 0 0,1 0 1,-1 0-1,1 0 0,-1 0 0,1 0 1,2 1-1,-2-1 1,0 0 0,0 1-1,0-1 1,0 0 0,0 1 0,-1-1 0,1 1 0,-1-1 0,2 5-1,68 256 86,-64-233-57,13 45-10,-17-64-21,-1 0-1,-1 0 1,0 0 0,-1 0 0,0 0-1,0 1 1,-1-1 0,-1 0 0,0 0-1,0 0 1,-7 16 0,3-14-81,5-10-17,-2 22-127,0-8-4348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6:22.2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 2760,'0'0'8308,"0"3"-8264,-16 265 620,13-227-669,-1 92 16,1-4 23,2-123-36,1 0-1,-1 0 1,0 0 0,0 0 0,-1-1 0,0 1 0,-3 7-1,3-9 1,0 1 0,1-1 0,0 0-1,-1 1 1,1 0 0,1-1 0,-1 1-1,1 0 1,0 6 0,0-5 5,1 0 1,-1 0-1,0 0 1,-1 0 0,1 0-1,-3 8 1,3-13 6,-1 1-1,1-1 1,0 1 0,0-1 0,0 1-1,0 0 1,0-1 0,0 1 0,0-1-1,0 1 1,0 0 0,1-1 0,-1 1-1,2 2 1,8 68 19,12-21 56,-22-49-70,1-1 0,-1 0 1,1 1-1,-1-1 0,0 1 0,1-1 0,-1 1 0,0-1 0,0 1 0,0-1 1,0 1-1,-1-1 0,1 1 0,0-1 0,-2 3 0,1 19 60,4 30 72,-3-43-161,0-7 10,0 1 1,0 68 2,0-69-16,0 0 9,6 35-6,-6-34 15,0 15 26,1-15-23,-1 0-1,1 0 0,0 1 0,0-1 0,0 0 0,1 0 0,2 6 0,-2-7-6,-1-1 63,15 53-36,-16-50-31,1 1 0,0 0 0,1 0 0,-1-1-1,1 1 1,0-1 0,1 1 0,-1-1-1,1 0 1,0 0 0,6 8 0,-7-11 76,5 56-41,-7-53-15,0 0 0,0 0 0,1 0 0,-1 0 0,1 0 0,1-1 0,2 10-1,-3-12 7,2 19 91,-4 69 482,-1-44-558,2-43-13,1 18-62,18 136 72,-12-116 41,-5-32-86,0 1 0,-1-1-1,1 18 1,-3-23 3,2-2-7,8 20 103,-8-19-92,11 30-22,-11-30 58,0 18-58,14 109 27,-14-127-22,0-1-12,7 23 92,-7-22-10,1-1-101,55 57-14,-56-57 215,-25-19-6819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6:25.2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 4148,'25'-7'761,"-20"5"3155,3 7-3742,-7-5-155,0 0-1,-1 0 1,1 0-1,0 0 1,-1 1 0,1-1-1,0 0 1,-1 0 0,1 1-1,-1-1 1,1 0-1,0 1 1,-1-1 0,1 0-1,-1 1 1,1-1-1,-1 1 1,1-1 0,-1 1-1,1-1 1,-1 1 0,0 0-1,1-1 1,-1 1-1,0-1 1,0 1 0,1 0-1,-1-1 1,0 1 0,0 0-1,-16 136 590,4 66-474,4-57-245,7-44 207,-1 9-211,-1-67 180,3 0 0,1 0 0,10 59 0,-10-99-38,-1 15 56,3 40-207,-2-57 121,0 1 0,0-1 1,0 1-1,1-1 0,-1 0 0,1 1 1,-1-1-1,1 0 0,0 0 1,0 0-1,0 0 0,0-1 1,3 3-1,0 1-7,24 34 4,-28-36-3,1-1-30,52 69-126,-53-69 166,16 11 91,-3-1-54,-11-10 112,-3 1-162,3 10 15,-1 0 0,2 0 0,0 0 0,0-1-1,1 0 1,1 0 0,9 15 0,-6-17 2,2 0 1,-1-1-1,1-1 0,0 0 1,25 13-1,5 5-4,-36-23-10,1 0 0,0 0 0,-1-1 1,1 0-1,1 0 0,6 2 0,12 4 43,-22-7-32,-1 0-38,-1-1 34,1 0 1,0 1 0,0-1 0,0 1-1,-1 0 1,1 0 0,0-1-1,-1 1 1,1 0 0,-1 0-1,1 1 1,-1-1 0,1 0 0,-1 0-1,0 1 1,1-1 0,0 3-1,22 35 162,-12-19-174,-9-16 19,0 0-1,1-1 0,0 1 0,-1-1 0,2 0 1,-1 1-1,0-2 0,0 1 0,1 0 0,0-1 1,-1 0-1,1 0 0,0-1 0,0 1 0,9 1 1,10 0-26,0 0 1,28-1 0,-12 0-24,-39-3 39,0 1-1,0 0 1,0 0 0,0 0 0,-1 1-1,1-1 1,0 0 0,0 0-1,0 0 1,-1 0 0,1 1 0,0-1-1,0 0 1,0 1 0,-1-1 0,1 1-1,0-1 1,-1 1 0,1-1-1,0 1 1,-1 0 0,1-1 0,-1 1-1,1-1 1,-1 1 0,1 0 0,-1 0-1,0-1 1,1 1 0,-1 0-1,0 0 1,1 0 0,-1-1 0,0 1-1,0 0 1,0 0 0,0 0-1,0 0 1,0-1 0,0 1 0,0 1-1,5 20 35,-14-4 29,5-8-19,1 1 0,0-1 0,0 0 0,-1 19 0,1-5-28,2-21-35,2 18 77,-1-16-82,1 0 0,0-1 0,1 1 0,-1 0 0,1-1 0,0 1 1,4 5-1,-5-8-296,-1-22-4027,0 1 1629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9:36:26.5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 1 4208,'0'0'1296,"-1"2"-761,-2 19 117,1 1 0,0-1 0,3 28 0,0-32-549,-1 0 0,0 0 1,-1-1-1,-1 1 0,-1 0 1,-8 28-1,7-31-32,0-1 0,1 1 1,1 0-1,0-1 0,1 1 0,0 17 0,-3 31 103,-5 4-179,3 1 0,3-1 0,8 100 0,-4-148 33,-1-1 0,-2 22 0,0 25-87,2-11 214,-1-40-116,1-1-1,1 1 1,0 0-1,4 19 1,4 18-11,-7-40-20,-1 1 0,2-1 0,-1 1 0,2-1 0,-1 0 0,8 14 0,-6-15-9,-2-2-2,0 6-42,-2-13 44,-1 1 0,0 0 0,1 0 0,-1 0 0,1-1 0,-1 1 0,1 0 0,-1-1 0,1 1 0,-1 0 0,1-1 1,0 1-1,-1 0 0,1-1 0,0 1 0,-1-1 0,1 1 0,2 0 0,-2-1 2,0 1 1,-1-1-1,1 1 1,0-1 0,0 1-1,0 0 1,0-1-1,0 1 1,-1 0 0,1 0-1,0 0 1,0 0-1,-1 0 1,2 1 0,4 11-4,-4-10 1,0 0-1,0 0 1,-1 1 0,1-1-1,-1 0 1,0 1-1,1 6 1,0 5 10,-1-12-54,-1 0-106,1-1 149,-1 0 0,0 1 0,0-1 0,1 0 1,0 0-1,-1 0 0,1 1 0,0-1 0,0 0 0,0 0 1,0 0-1,0 0 0,0-1 0,1 1 0,-1 0 1,1 0-1,-1-1 0,1 1 0,0-1 0,0 0 1,-1 1-1,1-1 0,0 0 0,0 0 0,0 0 0,0 0 1,1 0-1,-1-1 0,0 1 0,0-1 0,3 1 1,28 4 52,0-1 1,0-1 0,1-3 0,64-5 0,12-1-66,-24 1 125,-55 2-143,46 2 0,-16 1-57,-46-1 89,0 0 0,-1 2-1,1 0 1,-1 0-1,24 6 1,-35-6-9,-2-1 6,0 0 0,1 0 0,-1 0 1,0 1-1,0-1 0,0 0 0,1 1 1,-1-1-1,0 0 0,0 1 0,0-1 1,0 1-1,0 0 0,0-1 0,2 2 1,25 28-28,-28-30 30,49 63-164,-14-32 436,-33-29-122,-2-2-162,1 1 12,-1 0 1,0-1-1,1 1 1,-1-1-1,1 1 1,-1-1-1,1 1 1,-1-1 0,1 1-1,-1-1 1,1 0-1,-1 1 1,1-1-1,0 0 1,-1 0-1,1 1 1,0-1 0,-1 0-1,1 0 1,1 0-1,-1 1 0,0-1 0,-1 0 0,1 0 0,0 0 0,0 0-1,0 1 1,-1-1 0,1 0 0,0 1 0,0-1 0,-1 1 0,1-1-1,0 1 1,-1-1 0,1 1 0,0 0 0,-1-1 0,1 1 0,-1 0-1,1-1 1,-1 1 0,1 0 0,-1-1 0,1 2 0,-2 3 2,5 23 21,-4-25-14,1 0-7,17 58 10,-17-59 510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11.7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0 4544,'-47'3'8076,"50"0"-7923,0 0-1,0-1 1,1 0 0,-1 0 0,1 0-1,-1 0 1,7 1 0,28 7 134,0-2 0,1-2 0,75 2 0,-111-8-276,48 2-4,55 5 101,-66-5-258,-34-3-31,-23 1 101,-216 3-92,229-3 198,-12-6 6,15 6-27,0 0 0,0 0 0,1 0-1,-1 0 1,0 0 0,0 0 0,1 0 0,-1-1 0,0 1 0,1 0-1,-1-1 1,0 1 0,1 0 0,-1-1 0,0 1 0,1-1 0,-1 1 0,1-1-1,-1 1 1,1-1 0,-1 0 0,1 1 0,-1-1 0,1 1 0,0-1 0,-1 0-1,1 0 1,0 1 0,0-1 0,-1 0 0,1 1 0,0-1 0,0 0 0,0 0-1,0 1 1,0-1 0,0 0 0,0 0 0,0 1 0,1-2 0,-1 0-19,0 1 0,0 0 0,0 0 0,0 0 0,0 0 0,1 0 0,-1-1 0,0 1 0,1 0 0,-1 0 0,1 0 0,-1 0 0,1 0 0,0 0 0,-1 0 0,1 1 0,0-1 0,0 0 0,0 0 0,0 0 0,-1 1 0,2-2 0,1 1-46,0-1 0,0 1 0,0 0 0,-1 0 1,1 0-1,0 1 0,0-1 0,5 0 0,1 0-914,-1 1 0,0 1 0,1-1 0,-1 1 0,1 0 1,8 3-1,6 4-3155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15.1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25 3012,'1'0'245,"0"0"0,0 1 0,0-1 0,0 0 0,-1 0-1,1 0 1,0 1 0,0-1 0,0 0 0,0 0 0,0 0 0,0 0-1,0-1 1,0 1 0,0 0 0,-1 0 0,1 0 0,0-1 0,0 1-1,0 0 1,1-2 0,3-9 1647,-4-1-6142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6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8409,'0'0'7224,"3"1"-6189,115 84 3522,52 61-3412,-136-112-1069,-2 2 0,-1 2 0,-2 1 0,-1 1 0,-2 1 0,25 56 0,-40-72-59,-1 1 0,12 49 0,-20-66-13,-1-1 0,0 1-1,0 0 1,-1 0 0,0 0-1,-1 0 1,0-1 0,0 1-1,-1 0 1,0-1 0,-1 1-1,1-1 1,-2 1 0,1-1-1,-1 0 1,-8 13-1,10-19 23,1-2-26,0 0 0,0 0 1,0 0-1,0 1 0,0-1 1,0 0-1,0 0 1,0 0-1,0-1 0,0 1 1,0 0-1,0 0 0,0-1 1,0 1-1,0 0 0,0-1 1,0 1-1,0-1 0,0 1 1,0-1-1,0 1 0,1-1 1,-1 0-1,0 1 0,0-1 1,1 0-1,-1 0 0,1 0 1,-1 0-1,0 1 0,1-1 1,-1 0-1,1 0 0,-1-1 1,1-2-2,1 0 1,-1 0-1,1 0 1,0 1-1,0-1 1,0 0-1,0 1 1,2-4-1,1-4 1,9-20-33,1 0-1,1 1 1,2 1 0,39-53-1,97-94-597,-120 143 353,2 0 0,1 3 1,1 1-1,2 1 0,1 2 0,1 2 1,83-35-1,-109 54 179,-1-1 0,21-3 0,-30 8 82,0 0 0,0 0 0,-1 1-1,1 0 1,0 0 0,0 0 0,-1 0 0,1 1 0,0 0 0,0-1 0,7 4 0,-12-3 12,1 0 0,0 0 0,-1 0 0,1 0 0,-1 0 0,1 0 0,-1 0 0,0 0 0,1 0 0,-1 0 0,0 0 0,0 0-1,0 0 1,1 0 0,-1 0 0,0 0 0,-1 2 0,1-1-6,1 4 42,-1-1 0,0 1-1,0-1 1,0 1-1,-1-1 1,0 1-1,0-1 1,0 0-1,-1 0 1,-2 6 0,-28 53 435,24-49-345,0 0 0,-8 20 0,9-14-50,1 1 0,0 0 0,2 0 0,1 0 0,0 1 0,2-1 0,0 1 0,5 34 0,-3-50-61,0-1-1,1 0 1,0 0-1,0 0 1,1 0-1,-1 0 0,1 0 1,1-1-1,-1 0 1,1 1-1,4 4 1,-6-7-7,1-1 1,-1 1-1,1-1 0,0 1 1,0-1-1,0 0 1,0 0-1,0 0 1,0 0-1,0-1 0,0 0 1,1 1-1,-1-1 1,1 0-1,-1 0 0,1-1 1,-1 1-1,1-1 1,0 0-1,6 0 1,-6-1-4,0 0 1,1 0 0,-1 0 0,0 0 0,0-1 0,1 1-1,-1-1 1,0 0 0,-1 0 0,1-1 0,0 1 0,-1-1-1,1 0 1,-1 0 0,4-4 0,-3 1 8,1 0 0,-1-1-1,-1 1 1,1-1 0,-1 0 0,0 0 0,-1 0-1,3-11 1,0-6 8,-1-1 1,0 0-1,-2-1 0,-2 1 0,0 0 0,-1 0 1,-1 0-1,-2 0 0,-1 0 0,0 0 0,-2 1 0,-10-24 1,12 36-124,-1 0 1,-1 1 0,0 0 0,0 1 0,-1 0-1,-11-12 1,16 20-24,2 1 14,-1 0 0,0 0-1,0 0 1,0 0 0,0 0 0,0 1-1,0-1 1,0 1 0,0-1 0,0 1-1,0 0 1,0 0 0,-3 0-1,2 0-232,1-1-636,1 4-1348,1 1 2128,0-1 0,0 0 1,0 1-1,0-1 1,0 0-1,1 0 1,-1 1-1,1-1 0,0 0 1,0 0-1,1 0 1,-1 0-1,0 0 1,1 0-1,0 0 0,0-1 1,0 1-1,0 0 1,0-1-1,0 1 1,0-1-1,1 0 1,0 0-1,-1 0 0,1 0 1,0-1-1,0 1 1,0-1-1,3 2 1,93 36 1839,-92-35-1113,-1 1 0,1 0 0,-1 0 0,0 0 0,0 1 0,-1 0 0,0 0 0,0 1 0,5 8 0,-4-6 52,-1 1 0,-1-1 0,0 1 0,5 14-1,8 20 274,-4-14-442,-12-27-389,0 0 1,-1 0-1,2 0 1,-1 0-1,0 0 1,1 0-1,-1-1 1,1 1 0,0 0-1,0-1 1,0 1-1,0-1 1,0 0-1,0 0 1,1 0-1,-1 0 1,1 0-1,-1 0 1,4 1 0,3 0 4,0 0 1,0-1-1,0 0 1,0 0-1,0-1 0,0 0 1,0 0-1,0-1 1,1-1-1,-1 1 1,0-2-1,0 1 1,0-1-1,0 0 1,0-1-1,-1 0 1,1-1-1,-1 1 1,16-11-1,-7 2-669,0 0 0,0-2 0,-2 0 0,1 0 0,-2-2 0,0 0 0,18-27-1,11-16-5903,-14 29-11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49.0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1076 106 6649,'-26'-102'8102,"25"102"-8006,0-1 0,0 1-1,0-1 1,0 1 0,0 0 0,0-1-1,-1 1 1,1 0 0,0 0-1,0-1 1,0 1 0,0 0 0,-1 0-1,1 0 1,0 0 0,0 1-1,0-1 1,0 0 0,0 0 0,-3 2-1,3-2 88,-12 4 171,1 0 0,0 0-1,0 1 1,0 1 0,0 0 0,1 1-1,-17 13 1,-74 65 1132,97-81-1429,-46 45 811,3 3 1,-51 67-1,-70 125 889,5 50-500,74-78-713,-38 174 135,111-332-528,-15 100 1,28-111-66,2 61 1,2-94-71,3 36-83,1 0 0,2 0 0,3 0 0,2-1 0,2 0 0,2-1 0,2-1 0,2-1 0,3 0 0,1-1 0,42 60 0,-31-58-469,1-1 1,3-3-1,1 0 0,3-3 0,1-1 0,1-2 0,3-3 0,0-1 1,91 46-1,-56-42-2549,2-4 0,99 27 1,1-15-7167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49.7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85 5781,'-9'-2'726,"-1"-1"1,1 0 0,0 0 0,0-1 0,-12-7 0,20 11-615,0-1 0,1 0 0,-1 1 0,0-1 0,1 0 0,-1 0 0,1 0 0,-1 1 0,1-1 0,-1 0 0,1 0 0,-1 0 0,1 0 0,0 0 0,0 0 0,-1 0 0,1 0 0,0 0 0,0-1 0,-1-2 272,1 3-270,-1 0 0,1 1-1,-1-1 1,1 0 0,0 0 0,-1 0 0,1 0 0,0 0 0,0 0 0,0 0 0,0-1-1,0 1 1,0 0 0,0 0 0,0 0 0,0 0 0,0 0 0,0 0 0,1 0 0,-1 0-1,0 0 1,1 0 0,-1 0 0,1 0 0,-1 1 0,1-1 0,-1 0 0,1 0-1,0 0 1,-1 0 0,1 1 0,0-1 0,0 0 0,0 1 0,-1-1 0,1 1 0,0-1-1,0 1 1,0-1 0,0 1 0,0-1 0,0 1 0,0 0 0,0 0 0,0-1-1,0 1 1,0 0 0,0 0 0,0 0 0,0 0 0,0 0 0,0 1 0,0-1 0,2 0-1,9 2 13,-1-1 0,1 2-1,19 6 1,-28-8 54,22 7 103,-1 2 0,-1 1-1,0 1 1,43 29-1,77 73 384,-88-65-478,-2 2-1,-2 2 0,87 119 1,34 107 48,-148-232-206,-2 2 0,-2 0 1,-3 2-1,14 60 0,-19-58-23,-3 1 1,-2 0-1,-3 0 0,-2 1 1,-2-1-1,-3 1 0,-13 78 1,14-122-6,0 1 0,-1-1 0,0 0 0,-1 0 0,0 0 0,-1 0 1,0-1-1,0 0 0,-1 0 0,-1 0 0,-8 10 0,15-20 0,0 1-1,-1-1 0,1 1 1,0-1-1,-1 1 1,1-1-1,0 1 1,-1-1-1,1 1 1,-1-1-1,1 1 0,-1-1 1,1 0-1,-1 1 1,1-1-1,-1 0 1,1 1-1,-1-1 0,0 0 1,1 0-1,-1 0 1,1 1-1,-1-1 1,0 0-1,1 0 1,-1 0-1,0 0 0,1 0 1,-1 0-1,1 0 1,-1 0-1,0-1 1,1 1-1,-1 0 1,1 0-1,-1 0 0,0-1 1,1 1-1,-1 0 1,1-1-1,-1 1 1,1 0-1,-1-1 1,1 1-1,-1-1 0,1 1 1,-1 0-1,1-1 1,0 0-1,-1 1 1,1-1-1,0 1 1,0-1-1,-1 1 0,1-1 1,0 0-1,0 0 1,-2-4 0,1 0 0,0 0 1,0 0-1,1 0 0,0 0 1,0 0-1,0-7 0,9-35 18,1 0 0,3 1 0,26-65 0,-26 74 27,37-90-227,4 3 0,130-212 0,-133 256-737,113-133 0,-130 176 211,1 1 0,1 2 0,2 2 0,2 1-1,54-32 1,-66 48 67,0 0 0,1 2 0,1 2 0,1 0 0,56-11 0,-58 17-1605,48-1-1,-8 8-3078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49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453 1 7989,'10'15'2016,"3"6"-204,-23-9-72,0 6-232,-7-3-200,-13 12-239,3-3-197,-10 9-236,7 1-124,-10 5-216,3 9-184,-3 6-448,-7 10-832,0 2-676,-6 6-3013,2 4-3824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3.9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920 148 3660,'0'0'5111,"0"-2"-4634,-6-26 457,6 25 1437,-2 5-2276,-3 2-171,4-2 123,-1 0 0,0 0 1,0-1-1,1 1 0,-1-1 0,0 0 1,0 0-1,0 0 0,-1 1 1,1-2-1,0 1 0,0 0 1,0 0-1,-5 0 0,-43-4 712,47 2-538,-14-11-132,15 11-89,-1-2 2,0 0 0,-1 1 0,1 0 0,0 0-1,-1 0 1,0 0 0,1 0 0,-1 1 0,0 0 0,-6-2 0,9 4 0,0-1 0,0 1 0,0-1 0,0 1 0,0-1 0,0 1 0,0 0 0,0 0 0,0 0-1,1-1 1,-1 1 0,0 0 0,0 0 0,1 0 0,-1 0 0,0 0 0,1 0 0,-1 0 0,1 0 0,0 1 0,-1-1 0,1 0 0,-1 2 0,-1 26 40,2-27-62,0 2 31,14 20 155,-13-28-159,-1 0 1,1 1 0,0-1 0,0 1 0,1-1 0,-1 1-1,1 0 1,0-1 0,-1 1 0,1 0 0,1 0-1,-1 0 1,4-3 0,-5 4 25,-1 2-43,3-5-18,10-9-9,-12 12 12,1 4-60,0 0 88,0 0-1,0 1 1,-1-1-1,1 0 1,-1 0 0,1 1-1,-1-1 1,0 1 0,0 0-1,0-1 1,0 1-1,0 4 1,0-5-5,-1-2 4,0 1 0,0 0 0,0-1-1,0 1 1,1-1 0,-1 1 0,0-1 0,0 0 0,0 1-1,1-1 1,-1 1 0,0-1 0,1 1 0,-1-1 0,0 0-1,1 1 1,-1-1 0,0 1 0,1-1 0,-1 0 0,1 0 0,-1 1-1,1-1 1,-1 0 0,1 0 0,-1 0 0,1 1 0,-1-1-1,1 0 1,-1 0 0,1 0 0,-1 0 0,1 0 0,-1 0-1,1 0 1,-1 0 0,1 0 0,-1 0 0,2-1 0,0 1 12,-1-1 0,1-1 0,0 1 0,-1 0 1,1 0-1,-1 0 0,1-1 0,-1 1 0,0-1 0,0 1 1,1-1-1,-1 0 0,1-3 0,12-15 361,-12 18 127,0 0-294,0-2-30,4-4 284,-1 1 0,0-1 0,0 0 0,-1-1 0,-1 1 1,1-1-1,3-15 0,-6 23-414,-1 0 0,0-1-1,1 1 1,-1 0 0,0 0 0,0-1 0,0 1 0,0 0-1,0 0 1,-1 0 0,1-1 0,0 1 0,0 0 0,-1 0 0,1 0-1,-1-1 1,1 1 0,-1 0 0,0 0 0,1 0 0,-2-1-1,0 1-13,0 1 0,0 0-1,1 0 1,-1 1-1,0-1 1,0 0-1,0 1 1,1-1-1,-1 1 1,0-1-1,1 1 1,-1 0-1,0 0 1,1-1 0,-1 1-1,-1 2 1,-39 22 576,2 2 0,-64 54 0,-66 78 1004,167-157-1597,-70 72 806,-91 118 0,123-136-560,2 2 1,3 1 0,-34 76 0,52-94-173,3 0 1,0 1-1,3 0 0,2 1 0,-9 85 0,17-92-78,1-1 1,2 0-1,2 0 0,1 0 0,2 0 1,1-1-1,2 0 0,16 42 0,-9-38-374,1 0 1,2-2-1,46 68 0,-56-91 215,26 38-992,2-1 1,78 81-1,-95-113 310,1 0-1,0-1 0,1 0 1,33 16-1,-24-17-2518,44 16 0,15-1-6119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4.2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513 48 10465,'17'-38'3612,"-12"30"-2528,-4 8-942,0 0 0,0-1 0,0 1 0,1 0 0,-1 0 0,0 0 0,0-1 0,0 1 0,0 1 0,1-1 0,-1 0 1,0 0-1,0 0 0,2 1 0,0 0 163,16 1 43,0 2-1,0 0 1,0 1 0,0 1-1,-1 1 1,0 0 0,0 2-1,-1 0 1,0 1 0,-1 0-1,0 1 1,20 19 0,-7-4 30,-1 2 0,-1 1 1,-2 0-1,-1 2 1,26 44-1,-24-29-10,-2 1-1,-2 2 1,-2 0-1,-2 1 1,14 64 0,-17-39-55,-3 0 0,-4 1 0,0 84 0,-14-8-16,-6-1 1,-7-1 0,-42 166 0,-5-53-853,-12-3 0,-170 384 0,200-537-985,-6-2 0,-3-3 0,-5-3 0,-5-2-1,-101 114 1,57-103-4243,-8-12-3580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5.6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15 5657,'-13'-3'1199,"14"-6"4,1 6 17,-7 4-60,-34 4 1147,36-5-1236,-31-5 1878,24 4-2399,-1 1 1,1 1-1,0-1 1,-1 2-1,1-1 1,-17 6 0,26-7-526,0 1 21,-1-1 1,1 1-1,-1-1 0,1 1 0,0 0 0,-1-1 0,1 1 1,0 0-1,-1 0 0,1 0 0,0 0 0,0 0 1,0 0-1,0 0 0,0 1 0,0-1 0,0 0 0,0 0 1,0 1-1,1-1 0,-1 1 0,0-1 0,1 1 0,0-1 1,-1 1-1,1-1 0,0 1 0,0-1 0,-1 1 1,1-1-1,0 1 0,1-1 0,-1 1 0,0 0 0,0-1 1,1 1-1,-1-1 0,1 1 0,-1-1 0,1 0 0,-1 1 1,1-1-1,0 1 0,0-1 0,0 0 0,0 0 1,0 0-1,0 1 0,0-1 0,0 0 0,0 0 0,1 0 1,-1-1-1,0 1 0,1 0 0,-1 0 0,3 0 0,44 15 415,2-2 0,88 13 0,108-2-102,-124-14-257,-72-6-71,296 24 106,109 3-48,11-3-41,118 6 14,288 14-1088,-849-48 654,0 0 0,0-2 0,28-5-1,-36 1-295,-21-1-13,-36-5-418,30 8 919,-236-46-3814,-428-30 1,-259 50 1802,592 24 1682,-709-94 4451,1020 95-3557,21 4-190,-1-2 0,1 1 0,-1-1 0,1-1 0,0 0 0,-12-5 0,9-2 136,13 10-325,1 0 1,0 0-1,0 0 0,0 0 1,0-1-1,0 1 0,0 0 0,0 0 1,0 0-1,0 0 0,0 0 1,0-1-1,0 1 0,0 0 1,0 0-1,0 0 0,0 0 1,0-1-1,0 1 0,0 0 1,0 0-1,0 0 0,0 0 1,0 0-1,0-1 0,0 1 1,0 0-1,0 0 0,0 0 1,0 0-1,0 0 0,0-1 0,1 1 1,-1 0-1,0 0 0,0 0 1,0 0-1,0 0 0,0 0 1,0 0-1,1 0 0,-1-1 1,0 1-1,0 0 0,0 0 1,35-3 328,708 79 480,-593-55-691,150 20-209,677 85-1214,-322-63-5495,-443-47 664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6.7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767 1612 10421,'-4'5'708,"-5"5"-396,6-3 6381,-18-7-4484,20 0-1984,0 0-1,0 0 0,0 0 1,0 0-1,0 0 1,0 0-1,0 0 1,0 0-1,0-1 1,0 1-1,0 0 0,0-1 1,0 1-1,0 0 1,0-1-1,0 1 1,1-1-1,-1 1 0,-2-2 1,2-19 1485,2 15-1637,0 1-1,0-1 1,1 1 0,0 0 0,0 0-1,1 0 1,0 0 0,-1 0 0,1 0 0,8-8-1,0-3 41,117-183 511,-67 95-578,-5-4 0,47-122 0,-67 140-43,41-157 0,-63 183-13,-2 0 0,-3-1 0,0-93 0,-9 143 9,0 0-1,-2 0 0,1 0 1,-2 1-1,0-1 0,-1 1 1,-8-21-1,10 31 10,1 1 0,-1-1 0,1 1-1,-1 0 1,-1-1 0,1 1 0,0 0 0,-1 1 0,1-1-1,-1 0 1,0 1 0,0-1 0,0 1 0,0 0-1,0 0 1,0 0 0,-1 0 0,1 1 0,-1-1 0,1 1-1,-1 0 1,0 0 0,1 0 0,-1 1 0,0-1-1,0 1 1,1 0 0,-1 0 0,0 0 0,0 0-1,1 1 1,-1 0 0,-7 2 0,-2 2 48,0 0 1,0 1-1,0 1 1,1 0-1,0 0 1,0 2-1,1-1 1,0 1-1,1 1 1,0 0-1,0 0 1,1 1-1,0 1 1,-12 21-1,0 3 79,2 1-1,2 0 1,-24 74-1,15-16-41,3 1-1,5 1 0,5 0 1,3 1-1,5 0 0,8 118 1,9-79-39,5 0 1,6 0-1,76 244 0,-68-286-52,59 200-74,-77-241 38,-3 0 0,-2 0 1,2 85-1,-10-120 27,-1 0 0,0-1 0,-2 0 1,0 1-1,-1-1 0,-1 0 0,0-1 0,-2 1 0,0-1 0,-15 27 0,13-31-7,0 0 0,-1 0 0,-1-1 0,0 0-1,0-1 1,-1-1 0,0 1 0,-1-2 0,0 0 0,-1 0-1,0-1 1,-23 9 0,3-5-191,-2-1 1,1-2-1,-1-2 0,-60 6 0,-141-2-1508,190-10 1245,2 0-441,-47-5 0,80 2 370,-1 1 0,1-2 0,-1 0 0,1-1 0,0 0 1,1 0-1,-16-9 0,22 10 166,1 0-1,0 0 1,0 0 0,0 0 0,0-1-1,0 1 1,1-1 0,0 0-1,-1 0 1,1-1 0,-2-5 0,3 6-264,0 0 1,0 0-1,1 0 1,0 0-1,0 0 1,0 0-1,0 0 1,0-9-1,8-30-7057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7.0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496 19 11085,'1'-19'3093,"-5"22"-636,-11 34 937,4-11-1776,-4 5-513,-95 206 2807,-80 322-1313,142-386-2203,-34 229 0,70-296-1084,2 174 0,36 105-5399,-11-282 2193,-11-87 1494,0 0 0,9 18 0,6 4-6114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7.1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37 127 11725,'-36'-18'1960,"93"-45"2393,-17 48-3525,20 6-140,14 6-140,20-6-128,13 9-120,13-3-216,14 0-268,7 0-280,6 3-328,4 6-264,0-3-444,13 3-281,-10-6-571,-7 0-1368,-6 0-2353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7.5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549 0 6909,'-80'12'1596,"50"-9"83,0 1-1,-56 17 1,70-14-1366,1 0 0,0 1 0,0 1 0,1 0 0,0 1 0,1 1 0,0 0 0,0 1 0,1 0-1,-14 20 1,7-7-118,2 1 0,0 1 0,2 0 0,-20 50 0,23-44-90,1 1-1,-12 64 0,20-79-171,1 0 0,1 0 0,0 0 0,1 0 0,1 0 0,7 35 0,-7-47 39,1-1 1,0 1 0,0-1-1,1 1 1,0-1 0,0 0-1,0 0 1,1 0 0,5 6-1,-7-10 14,0 0 0,0 0 0,1 0-1,-1 0 1,1 0 0,0-1-1,-1 1 1,1-1 0,0 1 0,0-1-1,0 0 1,0 0 0,0 0-1,0-1 1,0 1 0,0-1 0,0 0-1,0 1 1,0-1 0,1-1 0,4 0-1,3-1 19,-1 0 0,1-1 0,-1 0 0,1-1 0,-1-1 0,0 1 0,18-13 0,64-53 148,-7 3 396,-62 53-372,-10 4-62,0 2 0,1 0 0,0 0 0,16-5 0,-25 11-93,1 1 0,-1-1 1,0 1-1,1 0 0,-1 1 0,0 0 0,1-1 1,-1 2-1,1-1 0,-1 1 0,1-1 0,-1 1 1,0 1-1,0-1 0,1 1 0,6 3 0,-4-1-15,0 0 0,0 1 0,0-1 0,-1 2 0,0-1 0,0 1 0,0 0-1,0 0 1,-1 1 0,9 12 0,1 4-640,-2 1-1,0 1 1,14 35 0,-22-44-1028,-1 0 1,-1 0-1,0 0 1,1 20 0,-1-1-3628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7.8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81 220 6509,'0'0'2629,"3"0"-1617,-1-1-833,1 0 0,-1 0 0,1 1 0,-1-1 0,1 1 0,0 0-1,-1 0 1,1 0 0,-1 0 0,4 0 0,-3 37 223,-2 0-1,-1-1 1,-8 60-1,-78 350 252,71-378-595,6-17 82,9-46 66,1-6-184,0 1 1,1-1-1,-1 0 0,1 0 0,-1 0 0,0 0 0,1 0 0,-1 0 0,0 0 0,0 0 0,0 0 0,1-3 1,2 0 27,22-28 86,-2-1 0,22-40 1,-14 23-79,54-73-670,187-206 0,-229 283-260,2 2 0,85-63 1,-88 78-1581,82-43 0,-48 37-1407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8.3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668 745 5072,'-1'-2'1713,"-33"-46"5101,33 48-6749,1 0 0,-1 0 1,0 0-1,0-1 1,0 1-1,1 0 1,-1 0-1,0 0 0,0 0 1,0 0-1,1 0 1,-1 1-1,0-1 0,0 0 1,1 0-1,-1 0 1,0 1-1,0-1 1,1 0-1,-1 1 0,-1 0 1,0 0 131,-5 3 20,-1 0 0,1 0-1,0 0 1,0 1 0,1 0-1,-1 1 1,1 0 0,-8 9-1,-41 61 810,13-17-498,-58 72 176,-83 147 0,46-20-551,110-194-297,27-64 128,1 1 1,-1 0-1,0-1 1,0 1-1,1-1 1,-1 1-1,0-1 0,1 1 1,-1-1-1,1 0 1,-1 1-1,0-1 1,1 1-1,-1-1 0,1 0 1,-1 1-1,1-1 1,-1 0-1,1 0 1,0 1-1,-1-1 1,1 0-1,-1 0 0,1 0 1,-1 0-1,1 0 1,0 0-1,-1 0 1,1 0-1,-1 0 1,1 0-1,0 0 0,0 0 1,-1 0-20,4 0-11,0-1 0,0 1 0,0-1 0,-1 0 0,1 0 0,0 0 0,-1 0-1,1-1 1,-1 0 0,1 1 0,-1-1 0,0 0 0,0-1 0,6-4 0,42-45-623,-38 38 499,43-51-246,-3-3 0,-3-2 0,-3-3 0,-3-1 0,58-138-1,-48 73 584,-6-2-1,44-216 0,-33 93 1670,-57 255-1657,-1 0 0,0 0 0,0-16 0,-1 24-152,0-1 0,0 1 1,0 0-1,-1 0 0,1 0 0,0-1 1,0 1-1,-1 0 0,1 0 0,-1 0 1,1 0-1,-1 0 0,0 0 0,0-2 1,0 3-14,1 0 1,-1 0 0,1 0 0,-1-1 0,1 1-1,-1 0 1,1 0 0,-1 0 0,0 0 0,1 0-1,-1 0 1,1 0 0,-1 0 0,1 0 0,-1 0 0,1 0-1,-1 0 1,0 1 0,1-1 0,-1 0 0,1 0-1,-1 1 1,1-1 0,-1 0 0,1 0 0,0 1-1,-1-1 1,1 1 0,-1-1 0,1 0 0,-1 2-1,-7 5 99,1 1 0,0 0 0,0 0 0,1 1 0,0 0 0,1 0 0,-9 19-1,-25 78 293,36-97-376,-211 653-230,156-469-3423,-43 263-1,79-333-467,1-7-2217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8.6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0 155 9029,'16'-1'1004,"0"-2"1,-1 0 0,1-1-1,-1 0 1,0-2 0,22-10-1,9-3-337,1 1 0,0 2 0,1 3-1,55-9 1,-25 9-473,130-4 0,78 17-2369,-66 2-1795,-91-1-264,10 7-2186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9.5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902 94 5320,'36'-12'1219,"-36"12"-1165,0 0 0,1 0 0,-1-1-1,0 1 1,0 0 0,1 0 0,-1 0 0,0 0-1,0 0 1,0 0 0,1 0 0,-1 0 0,0-1-1,0 1 1,0 0 0,0 0 0,1 0-1,-1 0 1,0-1 0,0 1 0,0 0 0,0 0-1,0 0 1,0-1 0,0 1 0,1 0 0,-1 0-1,0 0 1,0-1 0,0 1 0,0 0-1,0 0 1,0-1 0,0 1 0,0 0 0,0 0-1,0 0 1,0-1 0,0 1 0,0 0 0,-1 0-1,1-1 1,-7-9 202,0 0 7460,8 6-7866,-5-26 3177,3 28-2917,1 1-1,-1 0 0,1 0 1,-1 0-1,0 0 1,0 0-1,1 0 1,-1 0-1,0 0 0,0 0 1,0 0-1,0 0 1,0 0-1,-1 1 0,1-1 1,0 0-1,0 1 1,0-1-1,-1 1 1,1-1-1,0 1 0,0 0 1,-1 0-1,1-1 1,-3 1-1,-3 0 34,1 1 1,-1 0-1,0 0 0,1 0 0,-1 1 0,1 0 1,-1 0-1,1 1 0,0 0 0,-8 4 1,-9 7 494,-27 21 0,3 3 134,1 2-1,-70 82 1,-63 108 368,15 18-481,129-186-523,2 1 1,-30 83 0,50-106-89,0 0 1,3 1-1,1 0 1,-5 84 0,13-93-29,1 0-1,2 0 1,2 0 0,1 0 0,1-1 0,1 0 0,17 43-1,-9-37-16,2 0 0,1-2-1,2 0 1,1-1 0,2-1-1,33 39 1,-35-50-142,1 0-1,1-1 1,0-1 0,2-1-1,0-2 1,1 0 0,1-1-1,50 20 1,-43-23-266,1-1-1,1-2 1,0-2 0,0-1-1,0-2 1,1-1-1,37-2 1,-47-3-53,1-1-1,0-1 1,-1-2-1,0-1 0,0-1 1,-1-1-1,1-1 1,-2-2-1,0 0 1,24-15-1,-22 9-364,-1-1 0,-1-1 0,0-2 0,-2 0 0,26-30 0,-25 21-2289,42-64 0,-18 8-3543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9.6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1 182 6857,'11'-14'623,"1"2"0,1 0-1,0 0 1,1 1 0,0 1 0,0 0 0,1 1 0,1 1 0,-1 0 0,22-7 0,2 1 105,1 2 0,0 2 0,52-7 0,-64 13-817,-1 2 1,1 1-1,0 1 1,0 1 0,-1 2-1,1 1 1,-1 1-1,1 1 1,-2 1-1,1 2 1,-1 0-1,33 18 1,-50-22-240,-1 0 1,0 0-1,-1 1 1,1 0 0,-1 0-1,0 1 1,-1 0-1,1 0 1,-2 1-1,1-1 1,-1 1-1,0 0 1,0 1-1,-1-1 1,0 1 0,-1 0-1,0 0 1,0 0-1,-1 1 1,0-1-1,-1 1 1,0-1-1,0 15 1,-6 54-4301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59.8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0 238 6857,'0'0'3256,"20"-6"-2000,0 6-268,7-15-184,17-6-172,3 9-140,6-6-420,4 0-200,10-3-300,7-3-228,6 5-232,-3-2-272,-7 0-504,-3-3-1116,0 6-889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00.4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158 763 5144,'-43'36'1414,"23"-20"391,-30 30-1,45-41-1533,0 1 0,0 0 1,1 0-1,0 0 0,0 0 0,1 1 1,-1-1-1,1 1 0,1 0 0,-3 9 1,4 21 430,2-28-536,-1-8-149,0 0 0,1 0-1,-1-1 1,0 1 0,1 0-1,-1-1 1,1 1 0,-1 0-1,1-1 1,-1 1 0,1 0-1,0-1 1,-1 1 0,1-1-1,0 1 1,-1-1 0,1 0-1,0 1 1,0-1 0,-1 0-1,1 1 1,1-1-1,0 1 37,2 1-31,-1-1 0,1 1 0,0-1 0,0 0 0,-1 0 1,1 0-1,0 0 0,0-1 0,0 1 0,0-1 0,0 0 0,0 0 0,0-1 0,0 1 0,0-1 0,-1 0 0,1 0 0,4-2 0,10-3 35,-1-2 0,26-15 1,-16 9-33,29-16-7,-40 20 22,1 1 1,0 0-1,0 1 1,0 1-1,1 1 1,35-7-1,7 7 22,-35 5-197,49-10 0,-68 10 91,1-1-1,0 0 0,-1-1 1,0 1-1,1-1 1,-1 0-1,0-1 1,0 0-1,-1 0 0,1 0 1,8-9-1,-9 8 107,-1 0-1,1-1 0,-1 0 1,0 1-1,-1-1 0,1 0 1,-1-1-1,0 1 0,-1-1 1,3-10-1,-4 14 39,0 0 1,0 1-1,1-1 1,-1 1-1,1 0 0,-1-1 1,1 1-1,2-3 0,0 0 81,-2 2 1217,-12 20-929,8-13-437,0 0 1,0 0-1,0 0 0,0 0 1,1 0-1,0 0 1,0 0-1,0 1 0,0-1 1,1 1-1,-1-1 0,2 8 1,0 3-57,1 0 0,6 21 0,-1-6-530,-7-27 248,4-4-327,-1 0 605,0 0 0,0 0 1,0-1-1,0 1 0,0-1 1,0 1-1,0-1 0,0 0 1,-1 0-1,1-1 0,3-3 0,19-35-89,-22 34 106,14-30-73,-2-2 0,13-55 1,0 1 162,16-30 95,69-228 2238,-97 298-1622,-15 51-300,-2 5-16,-12 69 232,-32 95 0,-38 71-514,31-94-451,7-10-1044,20-58-1275,-51 106 0,29-83-2360,2 3-2844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00.7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1 133 12829,'20'-24'3813,"-17"6"-1973,1-3-320,6 12-116,3 0-280,-6-6-200,0 3 176,3 0-988,0 0-432,6 21-3652,1 3 1484,-14 12-2833,8 27-4260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00.9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88 491 12253,'-30'-36'2396,"13"24"357,-3-6-209,3 3-332,14-12-368,3-15-204,3 27-380,4-22-271,6-17-205,1 15-300,2 0-428,1 3-552,7 2-692,-4 7-473,3-3-983,-13 15-752,7 9-2497,6-3-5060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01.5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24 12193,'-4'-17'1068,"9"11"76,21 13 889,-1 3-1249,11-1 222,1-2 1,0-1 0,42 1 0,-26-3-247,226 22 1594,1163 121 1565,2143 320-2096,-2012-258-1602,-87-34-17,-1-92-5,-934-100-144,-431 5-251,-1-4-1,173-49 0,-254 54-184,0-1 0,-1-2 0,-1-2 0,47-27 0,-71 34 39,0 1 0,0-1 0,0-1 0,-1 0 0,-1-1-1,11-13 1,-16 17-64,0 0-1,0-1 1,-1 0-1,0 0 1,0 0-1,-1 0 1,0-1 0,0 1-1,-1-1 1,0 0-1,0-9 1,-1 9-575,-1 0 0,-1 0-1,1 0 1,-1 0 0,-1 1 0,-3-15 0,-25-50-10184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3.7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169 49 3688,'0'0'4355,"-4"-1"-4325,-29-1-45,29 2 792,4-1-691,0-1 0,-1 1 0,1 0-1,-1-1 1,0 1 0,1 0-1,-1 0 1,0 0 0,0 0-1,0-1 1,0 1 0,0 0 0,0 1-1,0-1 1,0 0 0,0 0-1,0 0 1,0 1 0,-3-2-1,-21-9 626,23 11 9,-18-8-686,6 4-6,11 4 799,-23 13-337,25-12-459,0 0 0,-1-1 0,1 1 1,0 0-1,0 0 0,0 0 1,0 0-1,0 0 0,0 0 1,0 0-1,0 0 0,0 0 0,1 0 1,-1 0-1,0 1 0,1-1 1,-1 0-1,1 1 0,-1-1 1,1 0-1,0 1 0,0-1 0,-1 0 1,1 1-1,0-1 0,0 1 1,0-1-1,0 0 0,1 1 1,-1-1-1,0 0 0,1 1 0,-1-1 1,1 0-1,0 2 0,1-1 8,-1 0-1,1 0 0,0-1 1,0 1-1,0-1 0,0 0 1,1 0-1,-1 0 0,0 0 1,5 2-1,-6-3-7,23 8 84,0-1-1,44 6 1,-24-1-138,-41-12 57,2 1-7,112 19 97,-115-20 139,-39-3-285,-96-5 156,129 7-157,-19-2 13,9 1 47,34 3 229,14 0-332,43 2 218,-74-3-109,17 1-23,28-4-1645,-42 2 1849,1-14-7488,3 0 2675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4.9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13 3692,'0'0'7095,"-2"-1"-6986,-2-2-237,4 2 157,-1 1 1,0-1 0,1 0 0,-1 1 0,0-1 0,1 0 0,-1 1 0,0-1 0,0 1 0,1-1 0,-1 1 0,0 0 0,0-1 0,0 1 0,0 0 0,0 0 0,1-1 0,-1 1 0,0 0 0,0 0 0,0 0 0,0 0 0,0 0 0,0 0 0,0 0 0,0 1-1,0-1 1,0 0 0,1 0 0,-1 1 0,0-1 0,0 0 0,0 1 0,0-1 0,1 1 0,-1-1 0,0 1 0,1-1 0,-1 1 0,0 0 0,1-1 0,-1 1 0,0 0 0,1 0 0,-1 1 0,0-1 1166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5.7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527 34 4872,'-40'-18'11914,"52"12"-11370,5-3 2640,-176 269-275,17-25-2254,109-176-586,1 1 1,4 1 0,2 1-1,-31 115 1,31-78-148,14-43-1080,12-50-505,6-38-4920,-5 11 1857,-1 0-2508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7.5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42 4588,'3'-3'271,"0"1"0,0 0 0,1 0-1,-1 0 1,1 0 0,0 1 0,-1-1-1,1 1 1,0 0 0,0 0 0,7-1-1,-8 2 1605,25-17 798,-26 16-1819,0 0-720,0 1 0,-1-1 1,1 1-1,-1 0 1,1-1-1,0 1 1,-1 0-1,1 0 1,0 0-1,0 0 0,1 1 1,5 0 265,-5-1-260,0 0-1,1 0 1,-1 0-1,0 0 1,0 1-1,0 0 1,0-1-1,0 1 1,0 1-1,0-1 1,0 0-1,0 1 1,0-1-1,-1 1 1,1 0-1,0 0 1,-1 0-1,0 0 1,1 0-1,-1 1 1,0-1-1,0 1 1,0-1-1,-1 1 1,1 0-1,-1-1 1,1 1-1,0 3 1,16 35 971,1-2 1,27 42-1,-36-67-948,1-1 0,-1 0 0,2 0 0,0-1 0,0-1 0,1 0 0,1 0 0,22 12 0,9 1-18,0-3 0,2-1 0,0-3 0,66 16 0,202 27-48,-286-55-88,105 14-183,0-5 0,269-7 0,-356-11 132,0-3 0,-1-1 0,0-2 0,82-31 0,-121 39-71,-1-1 0,1-1 0,-1 1 0,0-1 0,0-1 1,0 1-1,0-1 0,-1 0 0,10-11 0,14-28-4074,-28 41 3448,0 0 1,0 0-1,0 0 1,-1 0-1,0-1 1,1 1-1,-1 0 1,-1-5 0,1 0-1988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7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15 9641,'27'-13'2755,"-30"12"502,-15 3-1120,15 2-1068,-1 7-703,1 0 0,1 0 0,0 1 1,1-1-1,0 1 0,1 16 0,1 46 560,-1-46-577,5 50-1,-2-62-309,0 0-1,1 0 1,1 0 0,0-1 0,1 1 0,1-1 0,0-1-1,1 1 1,10 12 0,-14-21-38,0-1 0,1 0 1,-1 0-1,1-1 0,0 1 0,0-1 0,0 0 0,1 0 1,0-1-1,-1 0 0,1 0 0,0 0 0,1-1 0,-1 0 1,0 0-1,1 0 0,-1-1 0,1 0 0,-1 0 0,1 0 1,0-1-1,-1 0 0,1-1 0,-1 0 0,8-1 0,8-4-44,0-2-1,0 0 0,0-2 0,-1 0 0,-1-1 0,35-25 1,37-20-64,-49 34 44,-33 15 53,1 1-1,-1 0 1,2 1-1,-1 0 1,0 1-1,1 0 0,0 1 1,0 0-1,0 1 1,23-1-1,-12 4 3,0 1 0,28 7 0,-31-6-17,-14-2-197,0-1 0,1 0 0,-1 0 0,0-1 0,1 1 0,-1-1-1,0-1 1,1 1 0,-1-1 0,0 0 0,0-1 0,-1 1 0,1-1 0,0-1 0,-1 1 0,0-1-1,7-5 1,35-36-8229,-27 32 1062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06.8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0 3524,'0'0'4244,"-2"2"-4137,-38 39 220,39-39-269,-4 1-48,1 1 0,0-1 0,0 1 0,0-1-1,0 1 1,0 0 0,-2 5 0,4-6 4,0-1-260,-3 5 599,2-4-4055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08.6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81 132 2880,'-3'1'611,"0"-1"-411,0 0 0,-1-1 0,1 1-1,0 0 1,0-1 0,1 0 0,-1 0 0,0 0 0,0 0 0,0 0 0,0 0-1,1-1 1,-5-2 0,5 2 836,-1 1-790,-11-2-753,1-1 4267,13 3-3699,0 1 1,0-1 0,0 1 0,0 0 0,0-1 0,0 1-1,1-1 1,-1 1 0,0 0 0,0-1 0,0 1 0,1-1 0,-1 1-1,0 0 1,0-1 0,1 1 0,-1 0 0,0 0 0,1-1-1,-1 1 1,0 0 0,1 0 0,-1-1 0,1 1 0,-1 0 0,0 0-1,1 0 1,-1-1 0,1 1 0,-1 0 0,0 0 0,2 0 0,5-3-31,1 1 1,0-1-1,0 2 1,0-1-1,1 1 1,-1 0-1,0 1 1,0 0-1,11 1 1,1-1 4,25 0 7,-41 0-61,2 0-5,47 0 6,-48 0 67,16 0-43,-12 0 19,32-1-35,-41 1 8,0 0-1,0 0 1,0 0 0,0 0 0,0 0 0,0 0-1,0 0 1,0-1 0,0 1 0,0 0-1,0 0 1,0 0 0,0 0 0,0 0 0,0 0-1,0 0 1,0 0 0,0 0 0,0 0 0,0 0-1,0 0 1,0 0 0,0-1 0,0 1 0,0 0-1,0 0 1,0 0 0,0 0 0,0 0-1,0 0 1,0 0 0,0 0 0,0 0 0,0 0-1,0 0 1,0 0 0,0 0 0,1 0 0,-1 0-1,0 0 1,0 0 0,0 0 0,0-1-1,-22-4-36,-1 3-53,0 0 0,-35 2 0,28 1 99,27-1-5,0 0 9,-10 0-26,-6 0 186,34-3-71,137-3-101,-141 6 1,-7 0-26,4 1 21,-1-1 0,0 0 0,1 0 0,-1 0 0,0-1 0,11-3 0,-6 2-1,-9 2-9,-26 3-606,-85 8 593,105-10 19,0-1 13,-37 3 168,46-14-145,-6 10-26,1 0 0,-1-1 1,1 1-1,-1 0 0,1-1 1,-1 1-1,1 0 0,0 0 1,0-1-1,0 1 0,-1 0 1,1 0-1,0 0 0,0 0 1,2-1-1,68-15 2,-67 17 55,-2-3-59,0 3-11,0 0 1,0 0 0,0 0 0,0 0 0,-1 0 0,1 0 0,0-1 0,0 1 0,-1-1 0,1 1 0,0-1 0,-1 0 0,4-1-1,-24-7 13,9 6-2,-1 1 1,1 0 0,-1 0-1,1 1 1,-1 0 0,1 1-1,-1 0 1,0 1 0,1 0-1,-1 1 1,-14 4 0,21-5-9,-36 1 102,36-1 192,28-1-289,41-3 18,-60 3 0,-2 0-85,80 3 104,-79-3-56,30 8-37,-31-7 204,-6-1-174,-31 3 2,31-3 90,-7-9-10153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18.2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 58 3428,'0'0'12775,"-2"-2"-12471,1 0-195,-1 0 1,1 0-1,-1 0 1,1 0-1,0-1 0,0 1 1,0 0-1,0-1 1,0 1-1,1 0 1,-1-1-1,1 1 1,-1-1-1,1 1 0,0-1 1,0 1-1,0-1 1,0 1-1,1-1 1,0-3-1,-1 4 180,-3 2-231,-28 5 108,29-4 2151,-1 0-2165,1 1-90,0 0 0,-1-1 1,0 0-1,1 1 1,-1-1-1,0 0 1,1 0-1,-1 0 0,0-1 1,0 1-1,0-1 1,0 1-1,0-1 0,1 0 1,-1 0-1,0 0 1,0-1-1,0 1 0,-3-2 1,3 2 368,16 7-147,2 2-208,0-1-1,0 0 1,1-1-1,0-1 1,1 0 0,-1-1-1,29 4 1,-16-2-16,704 144 266,-558-118-203,132 16-157,-155-26 45,693 58 639,-819-80-527,87 8 508,-109-9 134,12-15-6775,9-16-2808,-12 14-380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18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217 172 5877,'-1'-9'1133,"6"-23"11842,-3 24-14229,-1 6 3463,-1-1-1578,-4-26 1275,3 28-1763,1 0 1,0 0-1,0 0 1,-1 0-1,1 0 1,-1-1 0,1 1-1,-1 0 1,1 0-1,-1 0 1,0 1-1,1-1 1,-1 0-1,0 0 1,0 0-1,0 0 1,1 1-1,-1-1 1,0 0 0,0 1-1,0-1 1,0 1-1,0-1 1,0 1-1,-1-1 1,1 1-1,-2-1 1,-1 3-50,-1 0 0,1-1 0,0 2 0,0-1 0,0 0 0,0 1 0,0 0-1,1 0 1,-1 0 0,1 0 0,-5 6 0,-5 6 90,1 0 0,1 0-1,0 1 1,-13 28-1,5 1 42,9-25-152,1 1 0,1 1 0,2-1 0,-1 1 0,2 0 0,-3 32 0,7-34-49,0 1 0,1 0 0,1-1 0,0 1 0,2 0 0,1-1 0,0 0 0,2 0 0,10 28 0,-9-33-15,-1-1 0,2 0 0,0-1 0,1 1 0,0-1 0,1-1 0,0 0-1,1-1 1,22 19 0,-19-19 3,0-1 0,1-1 0,0 0 0,0-1 0,1 0 0,0-2 0,0 0 0,1-1 0,25 5 0,-33-8-8,0-1 0,0 0 0,1-1 0,-1 0 0,0 0 0,0-1 0,0 0 0,0-1 0,0 0 0,0 0 0,0-1 0,0 0 0,-1-1 0,1 0 0,-1 0 0,0 0 0,-1-1 0,1-1 0,11-10 0,-5 1-6,-1 0-1,-1-1 1,0-1-1,-1 0 1,-1 0-1,-1-1 1,0-1-1,-1 1 1,-1-1-1,-1-1 1,5-26-1,-2-1-19,-3-1-1,-1 1 1,-4-82-1,-1 107 21,0-5 10,-1 0 0,-1 0 1,-1 0-1,-2 1 0,-12-43 0,14 61-61,-1 1 0,1 0-1,-1 0 1,-1 0-1,1 1 1,-1 0-1,0 0 1,-1 0 0,0 0-1,0 1 1,0 0-1,0 0 1,-10-5-1,11 7-20,0 0 0,-1 1-1,1 0 1,-1 0 0,0 0-1,0 1 1,1 0 0,-1 0 0,0 0-1,0 1 1,0 0 0,0 0-1,0 0 1,0 1 0,0 0-1,0 0 1,0 0 0,-9 5-1,-3 1-1110,1 2-1,0 1 0,-29 21 0,-16 19-8020,17-14-2434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31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361 32 5905,'6'16'1342,"-1"-25"921,1-4 5593,-9-8-6255,2 21-1557,1-1 1,0 1-1,0 0 1,0 0-1,0-1 0,-1 1 1,1 0-1,0 0 1,0 0-1,0-1 0,-1 1 1,1 0-1,0 0 1,0 0-1,-1 0 0,1-1 1,0 1-1,0 0 1,-1 0-1,1 0 0,0 0 1,-1 0-1,1 0 1,0 0-1,0 0 0,-1 0 1,1 0-1,0 0 1,-1 0-1,1 0 1,0 0-1,0 0 0,-1 1 1,-2 0 217,0 2 0,0-1 1,0 0-1,0 1 1,0-1-1,-4 6 0,-6 5-400,-40 40 1564,2 1 1,-85 121 0,124-159-1329,2 0 0,0 1-1,1 0 1,1 0 0,0 1 0,2 0 0,0 0-1,0 1 1,2-1 0,1 1 0,-3 35 0,6-43-83,1 0-1,-1 0 1,2 0 0,0 0 0,0 0 0,1 0 0,0-1 0,1 1 0,0-1 0,1 0 0,0 0 0,0 0-1,1-1 1,0 0 0,1 0 0,0 0 0,0-1 0,1 0 0,0 0 0,1-1 0,15 10 0,-1-2-373,1-2 1,0-1 0,1-2 0,0 0 0,0-1 0,1-1 0,0-2-1,0 0 1,1-2 0,0-1 0,0-1 0,39-3 0,-38-1-1134,0-1 0,0-1 0,0-2 1,-1-1-1,0 0 0,-1-3 0,32-14 1,0-6-6914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31.5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1 168 6917,'0'-6'432,"0"3"-160,0-1 0,1 1 1,-1 0-1,1-1 0,-1 1 1,1 0-1,0-1 0,0 1 1,0 0-1,1 0 0,-1 0 1,1 0-1,0 0 0,0 1 1,0-1-1,0 0 0,0 1 1,3-3-1,30-28 2943,-25 23-2586,1 0 1,0 1-1,0 0 0,13-8 1,-20 15-597,-1 0 0,1 0 1,0 1-1,0-1 1,0 1-1,0 0 0,0 0 1,0 1-1,0-1 0,0 1 1,0 0-1,0 0 0,1 0 1,-1 0-1,0 1 0,0-1 1,0 1-1,6 3 0,-6-3-169,0 1 0,0 0 0,0 0 0,0 1 0,0-1 1,-1 1-1,1 0 0,-1 0 0,0 0 0,0 1 0,0-1 0,0 1 0,0-1 0,-1 1 0,0 0 0,0 0 0,3 6 0,-3-3-260,1 0 1,-1 0-1,-1 1 1,1-1-1,-1 0 1,-1 1-1,1-1 1,-1 1-1,-1-1 1,0 8 0,-9 36-3540,-2 8-1867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31.7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0 163 7757,'20'-18'1632,"10"3"-148,0 0-268,-9 0-252,2 3-152,7 0-224,20 0-312,-16 0-380,13-3-440,3 3-300,-3 3-408,3-1-2264,0 4-1969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32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31 890 5160,'-1'0'164,"0"0"-1,0-1 1,0 1 0,0 0-1,-1 0 1,1 0-1,0 1 1,0-1-1,0 0 1,0 0-1,0 1 1,0-1-1,0 0 1,0 1-1,0-1 1,1 1-1,-1-1 1,0 1-1,0-1 1,0 1-1,0 0 1,1-1-1,-1 1 1,0 0-1,0 0 1,1 0-1,-1 0 1,1-1-1,-1 1 1,1 0-1,-1 0 1,1 0-1,0 0 1,-1 0-1,1 0 1,0 0-1,0 0 1,0 0-1,0 0 1,0 1-1,0 0 1,-1 2-364,1-1 3097,1 0-2381,13 22 318,-13-23-564,3-3-41,48-15 282,109-29-88,-153 44-444,0 1-1,1 0 0,-1 0 1,0 0-1,0 1 0,0 0 1,14 4-1,57 23-13,62 22-68,-123-44-25,0-1 0,0 0 0,0-1 1,1-1-1,-1-1 0,1 0 0,0-2 0,-1 0 0,1-1 1,0-1-1,-1 0 0,0-2 0,1 0 0,-1-1 1,0-1-1,-1 0 0,17-10 0,-11 4 78,-10 7 76,-1-1 1,-1 0 0,1-1-1,-1 0 1,0-1 0,-1 0-1,0 0 1,17-20-1,-25 26-8,-1 1 0,1-1 0,-1 1 0,1-1-1,-1 0 1,0 0 0,0 0 0,0 0 0,0 0-1,0 0 1,0 0 0,0 0 0,-1 0 0,1 0-1,-1 0 1,1 0 0,-1-1 0,0 1 0,0 0-1,0 0 1,0 0 0,-1 0 0,1-1-1,0 1 1,-2-4 0,0 6-13,1 0 1,-1 0-1,1 0 0,-1 0 0,1 0 1,-1 0-1,1 0 0,0 1 0,-1-1 1,1 1-1,-1-1 0,-1 1 0,3 0 3,-10 2 4,0 2 0,0 0 0,1 0 1,-1 1-1,1 0 0,1 0 0,-1 1 0,-9 10 0,-2 3-22,-33 44 0,33-24-72,19-38 102,7 6-253,-6-7 219,0-1 0,1 1 0,-1 0 0,0-1 0,1 1 0,-1 0 0,0-1 1,1 1-1,-1-1 0,1 1 0,-1-1 0,1 1 0,0-1 0,-1 1 0,1-1 0,-1 1 0,1-1 0,0 0 1,-1 1-1,1-1 0,0 0 0,-1 0 0,1 1 0,0-1 0,0 0 0,-1 0 0,1 0 0,0 0 1,0 0-1,0 0 0,13-6-45,0-1 0,0 0 0,-1-1 1,0 0-1,-1-1 0,0-1 0,0 0 1,-1-1-1,0 0 0,-1 0 0,0-1 1,8-13-1,16-28 38,45-89 0,-67 117 11,109-228 634,-17 35 924,-11 29 1951,-96 224-2526,-47 189 33,27-133-840,3-12-476,-28 139-1926,42-182 321,2 1 0,2 0 0,1 0 0,4 38 0,9-9-4967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32.5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114 148 11769,'-26'-21'2160,"15"6"-300,1-3-327,0 2-353,-3 4 432,3-6-1152,0 3-496,-4-3-2216,4 3-513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19.1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158 137 6357,'-1'-6'698,"1"-1"0,-1 0 0,1 0 0,1 0 0,-1 1 1,1-1-1,0 0 0,1 0 0,-1 1 0,1-1 0,1 1 0,-1 0 1,6-11-1,-7 15 723,8-29 2386,-28 55-2689,0 1 0,2 0 1,-18 38-1,20-32-982,3 1 0,0-1 0,2 2 0,1 0 0,-6 45 0,-3 149-3736,14-75-3449,3-118 4410,1 65-7737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0.3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 0 4564,'0'0'6683,"-2"2"-5978,-4 6-384,4-5-31,1-1-1,-2 1 1,1-1-1,0 1 1,0-1 0,-1 0-1,1 0 1,-6 3-1,-13 4 1099,4 1 980,18-9-2276,1 0 0,-1 0-1,1 0 1,0 0-1,0-1 1,-1 1 0,1-1-1,0 1 1,0-1-1,0 0 1,-1 1 0,1-1-1,3 0 1,89 7 342,0-4 1,153-15-1,-182 8-349,211-20 228,-35 2-2712,-81 14-5429,-114 7-580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0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92 178 9841,'7'-16'471,"-2"5"137,1-1-1,0 1 1,0 1 0,12-14 0,-5 0 1839,-11 20-2220,-1 1 0,1 0 0,0 0 0,-1 0 0,1 0 0,1 1 0,-1-1 0,0 0 0,1 1 0,-1 0 0,6-5 0,1 2-80,0 1 1,0 0 0,0 0 0,1 1 0,-1 0-1,1 1 1,0 0 0,-1 0 0,1 1-1,0 0 1,0 1 0,0 0 0,0 1-1,0 0 1,0 0 0,0 1 0,-1 0-1,1 1 1,-1 0 0,1 1 0,14 7-1,-14-6-126,-1 0 0,1 1-1,-1 0 1,0 1-1,0 0 1,-1 0-1,0 1 1,-1 0-1,1 0 1,-1 1-1,-1 0 1,0 0 0,0 1-1,-1-1 1,0 1-1,-1 0 1,0 1-1,0-1 1,2 13-1,-5-8-3,0-1-1,0 1 0,-2-1 0,0 0 0,0 1 1,-1-1-1,-1 0 0,-1 1 0,0-2 1,-1 1-1,0 0 0,-1-1 0,-11 19 0,-3 0 47,-1 0-1,-2-1 1,-51 53-1,-104 72 479,8-8 243,168-146-770,1-1-1,-1 1 1,1 0 0,0-1 0,-1 1 0,1 0-1,0 0 1,0 0 0,0 0 0,1 0-1,-1 1 1,0-1 0,1 0 0,0 0 0,-1 0-1,1 0 1,0 1 0,0-1 0,0 0 0,0 0-1,1 1 1,-1-1 0,0 0 0,1 0-1,0 0 1,-1 0 0,1 0 0,0 0 0,2 3-1,0 0 4,0 0 0,0-1-1,1 1 1,0-1-1,0 0 1,0 0 0,0-1-1,1 1 1,-1-1-1,1 0 1,6 3 0,15 6-1,2-1 0,-1-1 1,2-2-1,38 7 1,123 11-406,-172-24 332,465 20-3469,-160-33-4944,-152 4-784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3.6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862 229 5953,'-25'-95'5252,"22"83"-4266,-2 0 0,1 1-1,-2 0 1,1 0 0,-2 0 0,-8-12 0,11 19-812,0 0 0,0 1-1,0-1 1,0 1 0,-1 0-1,1 0 1,-1 0 0,0 0 0,0 1-1,0 0 1,0 0 0,0 0-1,0 1 1,0 0 0,-1 0-1,1 0 1,0 1 0,-1-1-1,1 1 1,-1 0 0,1 1-1,0 0 1,-11 2 0,2 1 96,0 0 0,0 2 0,1-1 0,-1 2-1,1 0 1,1 0 0,-21 16 0,-31 28 387,2 3-1,3 3 1,-55 66 0,78-78-522,2 0 1,2 3 0,2 0 0,2 2-1,-27 66 1,51-103-107,-1-1-1,2 1 0,0 0 1,0 0-1,-1 20 0,4-27-16,0-1-1,0 1 0,0 0 0,1-1 1,0 1-1,0 0 0,0-1 1,1 1-1,0-1 0,0 0 0,0 0 1,1 0-1,-1 0 0,1 0 1,4 5-1,-6-9-12,0 1-1,0-1 1,0 1 0,1-1-1,-1 0 1,1 1 0,-1-1-1,1 0 1,-1 0 0,1 0-1,0 0 1,2 1 0,0-2 5,1 1 0,-1-1 0,1 0 0,-1 0 0,1 0 1,-1-1-1,9-1 0,92-23 69,-84 18-67,0-2 1,0 1 0,0-2 0,-1-1 0,-1-1 0,20-14 0,7-5 23,9-5 20,-36 22-21,1 1 1,0 1-1,1 1 0,0 0 0,1 2 1,0 0-1,24-6 0,-41 15-54,1 0-1,-1 0 0,1 0 1,-1 0-1,0 1 1,1 0-1,-1 0 0,0 1 1,1-1-1,-1 1 1,0 0-1,0 1 0,-1-1 1,1 1-1,0 0 1,-1 0-1,0 0 0,1 1 1,-1 0-1,5 5 0,1 2-560,-1-1 0,0 1-1,-1 1 1,0 0 0,-1 0-1,12 25 1,1 34-4483,-9-24-1327,3 0-3190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4.0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26 10877,'8'-25'1739,"-6"26"-1373,0 1 1,0 0-1,0 0 0,0 0 1,0 0-1,0 0 1,-1 0-1,1 1 0,-1-1 1,2 3-1,41 122 2681,-32-89-2766,-2 0-1,-1 1 1,-3 0-1,4 58 1,-9 159 182,-2-225-412,-2 18-23,-2-1 1,-2 0-1,-2 0 1,-16 49-1,23-90-24,0-1 0,0 1 1,0-1-1,-1 0 0,0 0 0,0 0 1,0 0-1,-1-1 0,0 1 0,0-1 0,-8 8 1,12-13-3,-1 1 0,1-1-1,-1 0 1,1 1 0,-1-1 0,1 1 0,-1-1 0,1 0 0,-1 0 0,1 1 0,-1-1 0,1 0 0,-1 0 0,1 0 0,-1 1 0,0-1 0,1 0 0,-1 0 0,1 0 0,-1 0-1,1 0 1,-1 0 0,0 0 0,1 0 0,-1 0 0,1-1 0,-1 1 0,0 0 0,1 0 0,-1 0 0,1-1 0,-1 1 0,1 0 0,-1-1 0,0 1 0,0-2 1,0 0 0,0 1 0,0-1 0,0 0 0,1 0 0,-1 0 0,0 0 0,1 1 1,-1-1-1,1 0 0,-1-2 0,0-58 58,1 58-48,3-44 40,3 0-1,1 0 1,25-80 0,61-133 55,-77 218-201,3 0 0,2 1-1,1 1 1,3 1 0,29-37 0,-42 62-121,2 0 1,0 1-1,0 1 0,1 0 1,1 2-1,20-14 0,-23 19-85,0-1 0,0 1 0,0 1 1,1 0-1,0 1 0,0 1 0,0 0 0,0 1 0,22-1 0,-26 3 20,1 1 1,0 0-1,0 1 0,-1 0 0,1 1 1,0 0-1,-1 0 0,0 1 1,0 1-1,0 0 0,-1 0 1,0 1-1,12 8 0,-13-8-33,-1 1-1,1-1 1,-1 1-1,0 1 0,-1-1 1,0 1-1,0 0 1,-1 0-1,0 1 1,0 0-1,-1 0 0,0 0 1,-1 0-1,5 18 1,3 52-3093,-5-37 1125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4.2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77 546 5509,'5'14'155,"-3"-11"-85,-1 1-1,0-1 1,1 1-1,-1 0 1,-1-1-1,1 1 0,0 0 1,-1 0-1,0-1 1,0 1-1,0 0 1,-1 5-1,1-3 109,0-1-1,1 1 1,0-1-1,0 0 1,1 1 0,-1-1-1,1 0 1,0 0-1,0 0 1,4 4-1,-3-2 102,1 1 0,-1-1 0,0 1 1,2 11-1,-4-8 130,-1 0 0,0 0-1,-1 0 1,0 0 0,0 0 0,-1 0 0,-1 0 0,0-1 0,-5 13 0,7-20 497,-1 0-542,0 0 0,-1 1 0,1-1-1,-1 0 1,0-1 0,-5 5 0,6-5 14,1-1-307,0-1-1,1 0 1,-1 0-1,0 0 1,0 0-1,0 1 1,0-1-1,0 0 1,0-1-1,0 1 1,0 0-1,0 0 1,0 0-1,0 0 1,0-1-1,0 1 1,0-1-1,0 1 1,0 0-1,-1-2 1,1 2 112,-2-2-94,-1 1-1,1-1 0,0 0 0,0 0 0,0 0 0,0 0 0,1 0 0,-1-1 0,0 1 0,1-1 0,0 0 0,0 1 0,0-1 0,0 0 0,0-1 0,0 1 0,1 0 1,-1 0-1,1-1 0,0 1 0,0-1 0,-1-4 0,-1-9 75,1 1 0,1 0-1,0-23 1,2 19-92,1-1 0,0 0 0,2 0 0,0 1 0,2 0 0,9-23 0,56-112-1175,-57 126 699,-9 20 209,87-169-3659,-21 65-2569,-21 46-1282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4.5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343 112 8573,'2'-21'772,"-1"14"-55,0 0 0,0 0 1,-1 0-1,0-1 0,0 1 1,-1 0-1,0 0 1,0 0-1,-1 0 0,-4-13 3037,-7 28-1132,5 1-2328,1 0 0,0 1 0,0 0 0,1 0-1,1 0 1,0 1 0,0 0 0,1 0 0,-4 14 0,-3 5 148,-112 418 2315,90-311-2283,3-9-226,6 1 1,5 1-1,-3 169 1,22-222-435,3-1 0,4-1 1,3 1-1,3-1 1,3-1-1,4 0 1,31 77-1,-24-85-679,4-2-1,1-1 0,80 114 0,-87-146-198,1 0 0,2-1 0,37 31 0,-41-42-726,0-2-1,1 0 1,1-1-1,54 24 1,4-10-7570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4.9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167 1 10077,'1'0'439,"0"0"1,0 1-1,0-1 0,0 1 1,0-1-1,0 0 0,-1 1 1,1 0-1,0-1 0,0 1 1,-1-1-1,1 1 1,0 0-1,-1 0 0,1-1 1,-1 1-1,1 0 0,0 1 1,5 20 2243,-7 29-945,-43 259 2797,-23 43-2999,12-94-1169,46-201-530,3 1 1,0 85-1,7-110-773,1-1-1,2 0 1,1 0 0,2-1-1,11 36 1,-17-67 744,-1 1 0,0-1-1,1 0 1,0 1 0,-1-1-1,1 0 1,0 0 0,-1 0-1,1 0 1,0 0 0,0 0 0,0 0-1,0 0 1,0 0 0,0 0-1,0 0 1,0-1 0,0 1-1,1 0 1,-1-1 0,0 1 0,0-1-1,2 1 1,21-4-5881,12-11-3433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5.1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1 205 9333,'40'-57'2416,"-37"36"-284,1 3-300,-4-3-319,0 2-161,6 7-456,1 0-184,7-3-168,-4 0-264,3 6-492,0 3-536,7 12-2584,4 6-1593,-17 18-3884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5.3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16 377 7861,'0'0'9518,"-2"-2"-7179,1 0-1945,-1 1-1,1-1 1,0 0-1,0 0 1,0 0-1,0 1 1,0-1-1,0 0 1,0 0-1,1-1 1,-1 1-1,1 0 1,-1 0-1,1-4 1,9-34 2110,2 12-1409,1 0-1,22-36 0,-4 9-1016,-14 26-885,6-11-1914,-20 34 1565,0 1 0,0 0 0,0-1 0,-1 0 0,2-9 0,-1 0-5734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6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637 6 3796,'0'0'2053,"16"13"9497,-28-24-2414,8 3-7385,-4 24-919,2-8-651,-27 69 908,22-47-730,-16 31 1,-6-5-409,-75 98 0,-56 41-4588,0-1-6964,82-90-186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7.5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8 343 7445,'-3'-11'1693,"1"0"0,1-1 0,0-13 0,2 23-1564,-1 0-1,1 1 1,0-1 0,0 1 0,0-1 0,1 1 0,-1-1 0,0 1 0,0 0-1,1-1 1,-1 1 0,1 0 0,-1 0 0,1 0 0,3-1 0,-4 1 5,14-6 48,0 1 1,0 0-1,1 1 1,0 0-1,0 2 0,0 0 1,20-1-1,-2-1-44,233-25 208,-121 16-236,110-12-146,475-66 271,-632 68-149,-96 24-114,-7-2-137,-8-3-178,0 0 0,0 1 0,0 0 0,-1 1 0,1 1 0,-1 0 0,0 0 0,-22 1 0,-12 3-2982,-49 8 0,96-10 3289,-58 9-5765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7.8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23 323 5813,'-2'-1'242,"0"-1"1,1 1 0,-1-1 0,0 0-1,1 0 1,-1 1 0,1-1 0,0 0-1,-1-1 1,1 1 0,0 0 0,0 0-1,0 0 1,1-1 0,-1 1 0,0 0-1,1-1 1,-1-2 0,2 3-113,-1 0-1,1 0 1,-1 0-1,1 0 1,-1 0-1,1 0 1,0 0 0,0 0-1,0 0 1,0 0-1,0 0 1,1 1-1,-1-1 1,1 1 0,-1-1-1,3-2 1,4-1 32,1-1 1,-1 1-1,1 1 1,-1-1-1,1 1 1,0 1-1,18-5 1,399-69 1257,-104 40-1366,259-17-1819,-366 39 226,-116 9 187,-89 5 318,0 0 0,0 0 1,17-6-1,2-1-2593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8.0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0 121 6885,'74'-24'832,"-31"12"-180,28-6-120,-14 6-300,-4 6 128,4 3-240,17-3-444,10-9-928,3 0-1060,10 6-429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18.1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1 2440,'-47'6'1448,"27"-9"-2940,-3 3 776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18.7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2435 275 2300,'11'13'744,"-8"-11"1081,0-2-1281,24 0 87,-14 0 3353,-12 0-3972,-1 0 1,1 0-1,0 0 1,-1 0-1,1 0 1,0 0-1,-1-1 1,1 1-1,0 0 1,-1-1-1,1 1 1,-1 0-1,1-1 0,-1 1 1,1-1-1,-1 1 1,1-1-1,-1 1 1,1-1-1,-1 1 1,0-1-1,1 1 1,-1-1-1,1 0 1,-1 0 2,0 1 1,0-1-1,1 1 1,-1-1-1,0 1 1,0-1-1,1 1 1,-1-1-1,0 1 1,1 0-1,-1-1 1,0 1-1,1 0 1,-1-1-1,1 1 1,-1 0-1,0 0 1,1-1-1,-1 1 1,1 0-1,-1 0 1,1 0-1,-1-1 1,1 1-1,-1 0 0,1 0 1,-1 0-1,1 0 1,-1 0-1,1 0 1,-1 0-1,1 0 1,-1 0-1,1 0 1,-1 1-1,1-1 1,-1 0-1,1 0 1,-1 0-1,1 1 1,-1-1-1,1 0 1,-1 0-1,1 1 1,-1-1-1,1 1 1,25 19 3648,-25-14-2461,-17-6-523,-1330-252 3046,910 208-3239,317 39-651,-198 16 0,281-7-389,0 2 1,-55 15 0,72-14-454,1-1 1,-23 13 0,30-12-390,1-1-1,-1 1 1,1 0 0,-13 14-1,10-7-4470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28.9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 3112,'13'-6'1324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0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577 18 3976,'6'-15'849,"-5"12"1857,-2 6-2509,-2 2-187,2-1 74,0-1 0,-1 0-1,0 1 1,0-1 0,0 0-1,0 0 1,-5 6-1,-2 0-39,7-7-8,-10 5 47,3 0-65,7-6 723,-27 13 686,25-11-1349,1 0 0,0 0 0,0 0-1,0 1 1,1-1 0,-1 1 0,1 0-1,-1-1 1,1 1 0,-2 7-1,-16 51 713,8-26-519,-22 18 568,-52 149 1280,-29 59-734,49-106-1049,14-31-197,39-88-74,0 0 0,3 1 0,-11 74 0,18-97-82,-3 14 8,3-15 5,0 1 0,0-1 0,2 1-1,0-1 1,0 1 0,3 22 0,-1-28-15,0 0 1,0 1 0,-1-1-1,-1 0 1,-1 15-1,0-14 9,1 0 1,1 0-1,-1 0 1,2 0-1,1 11 0,-2-18 24,-1 0-4,1 0 1,-1 0-1,0 0 0,1 1 0,0-1 0,0 0 0,0 7 0,0-7 3,0 1 1481,34-13-1470,-31 9 66,-1 1-114,26 9 47,-25-9 3,1-1-17,30 8-43,-4-6 31,0 0 1,1-2-1,-1-2 1,55-9-1,7 0 19,130 2-87,436 39 0,-622-26-81,0 1-1,60 18 1,-62-10 180,-31-13-10,-1 1-32,1-1 0,-1 1-1,1-1 1,0 1 0,-1-1 0,1 0-1,0 0 1,-1 0 0,1-1-1,0 1 1,-1-1 0,3 0-1,-5 0 106,1-3-316,-1 1 0,0 0 1,0 0-1,-1 0 0,1 0 0,-1 0 0,0 0 0,1 0 0,-1 0 1,-1 0-1,1 0 0,-3-5 0,1 3-344,0 0-501,-3-2-3530,-5-5-1851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1.3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51 3288,'-8'1'772,"12"0"-1023,10 3 5516,-13-4-5238,-1 0 0,1-1-1,-1 1 1,1 0 0,-1-1-1,1 1 1,-1-1 0,1 1-1,-1-1 1,1 1 0,-1-1-1,0 1 1,1-1 0,-1 1-1,0-1 1,0 1 0,1-1 0,-1 0-1,0 1 1,0-1 0,1 0-1,-1 0 102,0 0 0,1-1-1,-1 1 1,1 0 0,-1 0 0,1 0-1,0 0 1,-1 0 0,1 0-1,0 0 1,0 0 0,0 0 0,0 1-1,1-2 1,189-16 1738,-8 9-4375,-154 9-734,4-3-1464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8.3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106 1269 4272,'-36'3'10877,"31"-5"-10636,1 1 0,-1-1 0,1 1 0,-1 0 0,-6-1 0,8 2 466,-3-33 132,5 30-456,-8-27 57,8 27 1411,-6-8-1207,6 11-622,1-1 0,-1 1 0,1-1 0,-1 1 1,0-1-1,1 1 0,-1-1 0,1 1 0,0-1 0,-1 0 0,1 1 0,-1-1 0,1 0 0,0 0 0,0 1 1,-1-1-1,1 0 0,0 0 0,0 1 0,0-1 0,0 0 0,0 0 0,0 0 0,0-1 0,93-182 1506,-91 178-1504,92-193 529,34-65-291,-118 246-261,61-129 15,-9-4-31,-25 55-139,-29 73-871,19-39-1,-22 48-2333,-10 14 1387,-24 26-1652,14-11-212,-16 12-2564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8.9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143 43 4224,'-41'-18'2949,"38"18"-488,3-1-2329,0 0 0,1-1 1,-1 1-1,0 0 0,0 0 0,0 0 1,-1 0-1,1 0 0,0 0 1,0 0-1,0 0 0,-1 0 1,1 0-1,-1 0 0,1 0 1,-1 0-1,1 0 0,-1 0 1,0 0-1,1 0 0,-1 0 1,-1 0-1,1 0 51,1 1 0,-1 0 0,0 0 0,0 0 0,0 0 0,0 0 0,1 0 0,-1 0 0,0 1 0,0-1-1,0 0 1,1 0 0,-1 1 0,0-1 0,0 0 0,1 1 0,-1-1 0,0 1 0,1-1 0,-1 1 0,-1 0 0,-21 24 2826,12-10-3878,4-2 955,2 0 0,-1 0 0,2 0 0,0 1 0,0 0 1,1-1-1,1 1 0,0 0 0,1 26 0,1-13-36,2 0 0,1 0-1,1-1 1,9 33 0,-8-45-41,0 0 0,1-1 0,0 0 1,1 0-1,0-1 0,1 1 0,1-2 1,0 1-1,1-1 0,-1-1 0,2 0 0,0 0 1,14 10-1,-17-15-10,0 1 0,0-1 0,0-1 0,1 1 0,-1-1 0,1-1 0,0 0 0,0 0 0,0-1 0,1 0 0,-1 0 0,1-1 0,-1-1 0,1 1 0,-1-1 0,0-1 0,1 0 0,-1 0 0,1-1 0,-1 0 0,11-5 0,-12 4 8,0-1 1,0 0-1,0 0 1,-1-1-1,0 0 1,0-1-1,0 1 1,0-1-1,-1 0 1,0-1-1,-1 0 1,1 0-1,-1 0 1,-1 0-1,1-1 1,-1 0-1,5-14 1,-3 0-6,0 0 0,-2-1 0,-1 0 0,0 0 0,-2 0 0,-1 0 0,0 0 0,-2 0 0,0 0 0,-11-39 0,11 55-17,0 0 1,-1 0 0,0 1-1,0-1 1,0 0-1,-1 1 1,0 0-1,0 0 1,-1 0-1,-8-8 1,9 10-67,0 1 0,0 0 0,0 0 0,0 0 1,-1 1-1,0 0 0,1-1 0,-1 2 0,0-1 0,0 0 1,0 1-1,0 0 0,0 0 0,0 1 0,0-1 0,-7 1 0,2 1-287,-1 1 0,0 0-1,1 1 1,0 0 0,-1 0-1,1 1 1,0 0 0,-16 10-1,12-5-772,1-1 0,0 1 0,1 1 0,0 0 0,-18 21 0,-2 18-4396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9.8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1040 4232,'0'0'14408,"1"-3"-13828,-1-1-426,2-1 1,-1 1-1,1-1 1,-1 1-1,1 0 1,0 0-1,1-1 1,-1 2-1,1-1 0,-1 0 1,1 0-1,1 1 1,-1 0-1,0-1 1,5-2-1,212-189 2807,47-57-1053,-241 225-1808,327-361 517,-344 377-618,9-8-486,37-30 1,-22 21-1101,-31 26 382,-27 19-10694,-4 8 3271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40.1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21 6925,'0'0'1873,"1"-3"-67,-1 2-1585,0 0 0,0 1 1,0-1-1,1 0 0,-1 0 0,0 0 0,1 0 0,-1 1 0,1-1 0,-1 0 0,1 0 0,-1 1 0,1-1 0,-1 0 0,1 1 0,0-1 1,-1 0-1,1 1 0,0-1 0,0 1 0,-1 0 0,1-1 0,0 1 0,0-1 0,0 1 0,1-1 0,0 2 9,0 1 0,0-1 0,0 0 0,0 1 0,0-1 0,-1 1-1,1-1 1,0 1 0,-1 0 0,1-1 0,1 4 0,2 2 29,0 1 1,-1 0-1,0-1 1,0 1-1,-1 1 0,0-1 1,0 0-1,-1 1 1,2 9-1,0 12 262,1 40 1,-5-36-336,-1 0 1,-2 0 0,-2 0 0,0 0-1,-15 45 1,-67 158-5438,48-141-1380,12-24-2592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41.3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0 666 2844,'3'-1'127,"1"1"-1,-1-1 1,0 1 0,1 0-1,-1 0 1,0 0-1,1 0 1,-1 1-1,0-1 1,0 1 0,1 0-1,-1 0 1,0 0-1,0 0 1,0 1-1,0-1 1,0 1 0,0 0-1,-1-1 1,1 1-1,-1 1 1,1-1-1,-1 0 1,4 5 0,-4-5 831,46 30 1518,-46-31-1026,-2 0-1432,-1 0 0,1-1 0,-1 1 0,1 0-1,-1 0 1,1-1 0,-1 1 0,0 0 0,1-1 0,-1 1 0,0-1 0,0 1 0,1-1 0,-1 1-1,0-1 1,0 0 0,0 1 0,-12 8 2708,3 7-1056,23-19 321,12-3-1742,245-67 1968,-190 49-1920,272-91 415,515-244 0,-734 298-656,81-40-808,-196 89-404,-18 12 1097,0 0 0,0 0-1,1 0 1,-1 0 0,0 0 0,0 0 0,0-1 0,0 1 0,0 0 0,0 0 0,1 0-1,-1 0 1,0 0 0,0-1 0,0 1 0,0 0 0,0 0 0,0 0 0,0 0-1,0 0 1,0-1 0,0 1 0,0 0 0,0 0 0,0 0 0,0-1 0,0 1 0,0 0-1,0 0 1,0 0 0,0 0 0,0-1 0,0 1 0,0 0 0,0 0 0,0 0-1,0 0 1,0-1 0,0 1 0,0 0 0,0 0 0,0 0 0,-1 0 0,1 0 0,-4-2-399,0 1 1,0 0 0,0 1 0,0-1-1,0 1 1,-8 0 0,-45 1-3885,7 7-2408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41.9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19 223 4420,'-2'-3'448,"0"1"0,0-1 0,0 0 0,1 0 0,-1 0 0,1 0 0,0 0 0,0 0 0,0 0 0,0-1 0,0 1 0,0 0 0,1-1 0,0 1 0,0 0 0,0-1 0,0 1-1,0 0 1,1-1 0,-1 1 0,2-5 0,1 3-189,-1 0-1,1-1 0,0 1 1,0 0-1,1 1 1,-1-1-1,1 1 1,0 0-1,1-1 0,-1 2 1,7-5-1,8-5-15,1 1 0,0 1 0,1 0 0,37-12 0,-46 19-144,-1 1 0,1-1 0,0 2 1,0-1-1,0 2 0,15-1 0,-24 2-90,-1 0 1,1 0-1,0 0 1,0 1-1,-1-1 1,1 1-1,0 0 1,-1 0-1,1 0 1,-1 0-1,1 0 1,-1 0-1,1 1 1,-1-1-1,0 1 1,0-1-1,0 1 1,0 0-1,0 0 1,0 0-1,0 0 1,-1 1-1,1-1 1,-1 0-1,1 1 1,-1-1-1,0 1 1,0-1-1,0 1 1,1 4-1,1 12 3,-2-1 0,1 1 0,-2 0 1,-1 0-1,-5 36 0,3-32-31,1 0 0,0-1 0,4 31 0,-2-51 24,1 11 8,1 1 0,0-1-1,1 1 1,0-1 0,7 16 0,-8-26-6,-1 0 0,1 0 0,0 1 0,0-1 0,0 0 0,1-1 0,-1 1 0,1 0 0,0-1 0,-1 1 0,1-1 0,0 0 0,0 0 0,1 0 0,-1 0 0,0-1 0,1 1 0,-1-1 0,1 0 0,-1 0 0,1 0 0,-1 0 0,1-1 0,5 1-1,8-1 51,1 0 0,-1-1 0,0-1-1,32-8 1,69-26 61,-31 8-39,98-23-1018,-154 44-811,46-4 1,-14 12-4705,-43 4 17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43.2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71 353 2920,'-3'12'603,"0"3"116,2-5 3800,-19-10-4497,-5 5 2787,24-5-2688,0 0 1,0 0 0,1 0 0,-1 0-1,0 1 1,0-1 0,0 0-1,0 1 1,0-1 0,0 1 0,0-1-1,1 1 1,-1-1 0,0 1 0,0 0-1,1-1 1,-1 1 0,0 0 0,1-1-1,-1 1 1,1 0 0,-1 0 0,0 1-1,21-5 943,81-8 315,102 3 0,-21 1-926,257-22-107,199-45-141,-313 30-138,382-61 1698,-568 82-879,-136 22-633,-5 1-256,1 0-1,-1-1 1,0 1-1,1-1 1,-1 1-1,0-1 1,1 0-1,-1 1 1,1-1-1,-1 0 1,-1-2 0,1 2-311,1 0 0,0-1 1,-1 0-1,1 1 1,0-1-1,0 0 0,0 1 1,0-1-1,0 0 1,1 0-1,-1 0 0,1 0 1,-2-3-1,2 1-434,-1 1-1,1-1 0,0 0 0,0 1 1,0-1-1,1 1 0,-1-1 0,1 0 1,0 1-1,0-1 0,2-3 0,10-12-5160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44.1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258 29 3468,'0'0'6725,"-3"1"-6331,-34 13 7286,38-16-7569,0-1-94,1 0 0,0 0 0,0 1-1,0-1 1,0 1 0,0 0 0,0-1-1,1 1 1,-1 0 0,1 0 0,-1 1-1,1-1 1,0 1 0,0-1 0,0 1-1,0 0 1,0 0 0,0 0-1,0 0 1,0 0 0,6 0 0,9 0 50,-1 0 1,35 4-1,-11-1 41,-30-2-95,-1 0 0,1 0 1,-1 1-1,1 1 0,-1 0 0,1 0 0,-1 1 0,0 1 0,0-1 1,0 2-1,-1-1 0,0 1 0,17 12 0,-23-14-8,-1-1-1,0 1 1,0 0-1,0-1 1,0 1-1,-1 0 1,1 0-1,-1 1 1,0-1-1,1 0 1,-1 0-1,-1 1 1,1-1-1,0 0 1,-1 1-1,0-1 1,0 0-1,0 1 1,0-1-1,0 1 1,-1-1-1,0 0 1,1 1-1,-1-1 1,0 0-1,-1 1 1,1-1-1,-2 3 1,-6 11 0,0 1 1,-1-2-1,-21 27 1,24-33-15,-62 81-134,-76 107 94,140-190 72,0-1 0,1 1-1,0 0 1,0 0 0,0 1-1,1-1 1,1 1 0,-1-1-1,1 1 1,0 9 0,2-14-19,0-1-1,0 1 1,0-1 0,1 1 0,-1-1 0,1 0-1,0 1 1,0-1 0,0 0 0,0 0-1,1 0 1,0 0 0,-1 0 0,1 0 0,0 0-1,0 0 1,1-1 0,-1 1 0,0-1-1,1 0 1,0 1 0,-1-1 0,1 0 0,0-1-1,0 1 1,0 0 0,0-1 0,4 2-1,10 3 21,-1-1-1,1-1 0,25 4 0,19 3 16,-29-3-5,-12-4-3,-1 1-1,0 0 1,0 2-1,35 16 1,-50-21-18,0 0 1,0 1 0,0 0 0,-1 0 0,1 0 0,-1 0-1,1 0 1,-1 1 0,0-1 0,0 1 0,-1 0-1,1 0 1,-1 0 0,0 0 0,0 1 0,0-1 0,0 1-1,-1-1 1,0 1 0,0-1 0,0 1 0,0 0 0,-1-1-1,0 1 1,0 0 0,-1 8 0,-1-6 12,0 1 1,0 0-1,-1-1 1,0 0-1,0 0 0,0 1 1,-1-2-1,0 1 1,-1 0-1,0-1 0,0 0 1,0 0-1,0-1 1,-1 1-1,-12 8 1,-1-1-56,0 0 1,0-2 0,-1 0 0,-28 11 0,15-10-604,0-1 1,0-2-1,-49 6 1,-103 4-5805,165-18 5322,-83 8-6352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49.3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0 5284,'-33'54'12900,"37"-55"-12422,46-12-118,1 3 0,1 2 1,79-2-1,485 1 91,-406 10-393,-104 0-33,116-2-711,-172 3 465,-45-2 27,-10 2-267,-36 8 359,-2-1 0,1-2 0,-64 2 0,3 0 71,-604 117 71,606-103-92,97-22 32,9 0-181,0 1 127,0-1 1,1-1 0,-1 1 0,1-1 0,-1 0 0,1 0-1,-1 0 1,6-2 0,0 1-54,94-12-1560,192-47 0,-178 32 857,-101 23 636,0-1-1,-1-1 1,0 0-1,0-1 0,18-12 1,-32 18 52,2-13-106,-5 14 243,0 1 1,1-1-1,-1 1 0,0-1 0,0 1 0,1-1 0,-1 0 1,0 1-1,0-1 0,0 1 0,0-1 0,0 1 1,0-1-1,0 1 0,0-1 0,0 0 0,0 1 0,0-1 1,0 1-1,0-1 0,0 1 0,-1-1 0,1 1 0,0-1 1,0 1-1,-1-1 0,1 1 0,0-1 0,0 1 0,-1-1 1,1 1-1,-1-1 0,1 1 0,0 0 0,-1-1 0,1 1 1,-1 0-1,1-1 0,-1 1 0,1 0 0,-1 0 0,1 0 1,-2-1-1,-9-6-49,9 5 6,8 19 387,-6-17-299,0 1 0,1-1-1,-1 0 1,0 1 0,0-1-1,1 1 1,-1-1 0,0 1 0,0-1-1,1 1 1,-1-1 0,0 0 0,0 1-1,0-1 1,0 1 0,0-1-1,0 1 1,0-1 0,0 1 0,0-1-1,0 1 1,0-1 0,0 1 0,0-1-1,-1 1 1,1-1 0,0 1 0,0-1-1,0 1 1,-1-1 0,1 0-1,0 1 1,0-1 0,-1 1 0,1-1-1,0 0 1,-1 1 0,1-1 0,-1 0-1,1 1 1,0-1 0,-1 0 0,1 0-1,-1 0 1,1 1 0,-1-1-1,1 0 1,-1 0 0,-6 6-28,-29 13 27,11-6-8,22-12 4,1 1-37,-9 5 538,0-1 0,-22 9 0,30-14-531,1 1-118,-18 15 153,19-15 256,-1-5-2120,-12-22-3438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58.0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17 130 4640,'0'0'1325,"-10"-12"-297,3 0 1408,18-21-260,-11 11-2220,-4 1-228,1 6-2112,-1 0-216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58.4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 1 3636,'-24'6'908,"17"9"2281,-9-9-2889,-1 0-80,0 0-3021,0 0 333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05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79 42 4204,'-40'-28'9392,"39"29"-9376,-1-1 0,1 1 0,0-1 0,-1 0 0,1 1 0,0-1 0,0 0 0,-1 0 1,1 0-1,0 0 0,-1 0 0,1 0 0,0-1 0,-2 1 0,-15 0 4737,24-6-4766,-6 5 40,1 1-1,0-1 0,-1 0 1,1 1-1,-1-1 0,1 0 1,0 1-1,-1-1 0,1 1 1,0-1-1,0 1 0,-1-1 1,1 1-1,0 0 1,0-1-1,0 1 0,0 0 1,-1 0-1,1-1 0,0 1 1,0 0-1,0 0 0,0 0 1,0 0-1,0 0 1,0 0-1,-1 1 0,1-1 1,0 0-1,0 0 0,0 1 1,1-1-1,59 20 242,1-2-1,126 17 1,-117-23-232,563 84 39,-155-39 28,-432-52-213,-42-4 143,17 0 11,-4 1-22,-15-1 50,0 0-315,11 2 1054,-2 2-6305,-12-4 5249,1-1 0,-1 1 0,0-1 0,0 1 0,0-1 0,0 1 0,0-1 0,0 1 0,0 0 0,0-1-1,-1 1 1,1-1 0,0 1 0,0-1 0,0 1 0,0-1 0,-1 1 0,1-1 0,0 1 0,-1-1 0,1 1 0,0-1-1,-1 1 1,1-1 0,-1 0 0,1 1 0,-8 12-5753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07.6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0 4008,'-17'0'800,"34"3"-172,-1 3 453,5-3-1121,-5 0-476,-2 6-1261,2 0 577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10.9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72 142 4300,'0'0'40,"-1"1"0,1-1-1,0 0 1,0 0-1,-1 0 1,1 0-1,0 0 1,-1 0 0,1 0-1,0 0 1,-1 0-1,1 0 1,0 0-1,-1 0 1,1 0 0,0 0-1,-1 0 1,1 0-1,0 0 1,-1 0-1,1 0 1,0 0 0,-1 0-1,1-1 1,0 1-1,0 0 1,-1 0 0,1 0-1,0 0 1,0-1-1,-1 1 1,1 0-1,0 0 1,0-1 0,-1 1-1,1 0 1,0-1-1,0 1 1,0-1-1,10-7 1495,1-1 2779,-14-1-4407,3 8 202,0 1-1,0 0 0,0 0 1,0 0-1,0 0 1,-1 0-1,1 0 0,0 0 1,-1 0-1,1 0 1,-1 0-1,1 0 0,-1 0 1,1 0-1,-1 0 1,0-1-1,-25 15 336,24-12 1193,1-4-1771,-2-2-162,0-1-1,-1 1 1,0-1 0,0 1-1,0 0 1,-6-5 0,5-2 290,4 12 12,1-1 1,-1 0-1,0 0 1,1 0-1,-1 0 0,1 0 1,-1 0-1,1 0 1,0 0-1,-1 0 0,1 0 1,0 0-1,0 0 1,-1-1-1,1 1 0,0 0 1,1-1-1,50-27 241,-48 28-164,28 7-212,-28-5 174,27 7-80,-27-7 1110,-22 2-1176,8 1 2056,13-1-1047,23 1-789,2 0 153,293 107 335,-276-94-598,77 42 1,-53-19 43,-65-38 1949,-2-4-1852,0 1-270,0 0-1,0 1 1,-1-1 0,1 0-1,0 0 1,-1 1 0,1-1-1,0 0 1,-1 0 0,1 0 0,-1 0-1,0 0 1,1 0 0,-1 0-1,0 0 1,0 0 0,1 0 0,-1 0-1,0 0 1,0 0 0,0 0-1,0-2 1,-2 1-509,1 1-1,0-1 1,0 1 0,-1 0-1,1-1 1,-1 1 0,0 0-1,1 0 1,-1 0 0,-3-1-1,0-1-201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13.5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61 3636,'-8'10'1098,"14"-14"-371,-5 3-375,1-1-1,-1 1 1,1 0-1,-1 0 1,1 0-1,0 0 1,0 0-1,-1 0 1,1 0-1,4 0 1,-3-5 363,-2 4-508,0 0 0,0 0 0,0 0 0,0 1 0,0-1 0,-1 0 0,1 0 0,-1 0 0,1 0 0,-1-1 0,1-1 0,-18-16-93,15 18 767,0 3-698,-6 3-579,-3 4 2671,11-8-2235,0 0-1,0 1 0,0-1 1,0 0-1,-1 1 1,1-1-1,0 1 1,0-1-1,0 0 0,1 1 1,-1-1-1,0 1 1,0-1-1,0 0 1,0 1-1,0-1 0,0 0 1,0 1-1,1-1 1,-1 0-1,0 1 1,0-1-1,1 0 1,-1 1-1,0-1 0,0 0 1,1 1-1,-1-1 1,0 0-1,1 0 1,-1 0-1,0 1 0,1-1 1,0 0-1,3 3-166,0 0 0,0 0 0,1-1 0,0 1 0,-1-1 0,1 0 0,7 1 0,33 3-6789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15.1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11 4024,'0'0'7089,"-2"-1"-6956,1 0-68,0 0 0,0 0-1,0 0 1,0 1 0,0-1-1,0 0 1,0 1 0,0-1-1,0 1 1,-1-1-1,1 1 1,0 0 0,0-1-1,0 1 1,-1 0 0,1 0-1,0 0 1,0 0 0,0 0-1,-1 0 1,1 0 0,0 1-1,0-1 1,-1 0-1,1 0 1,0 1 0,0-1-1,0 1 1,0-1 0,0 1-1,0 0 1,0-1 0,0 1-1,0 0 1,0 0-1,0 0 1,0 0 0,0 0-1,1 0 1,-1 0 0,0 0-1,1 0 1,-2 1 0,1 0 1415,-6 10-9164,0 0 2781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16.7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15 4052,'-3'-15'8876,"1"17"-8816,-1 0-123,1 0 0,0 1 0,0-1 0,0 1 0,1-1 0,-1 1 0,0 0 0,1 0-1,0 0 1,0 0 0,0 0 0,0 0 0,0 0 0,0 0 0,1 0 0,0 0 0,-1 1 0,1-1 0,0 0 0,1 0 0,0 6 0,0-4-478,-1 1 0,0-1 0,0 0 0,-1 0 0,0 0 0,1 0 0,-2 0 0,-1 7 0,-7 9-3207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9.0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231 443 4956,'-3'9'527,"-1"10"12196,-24-7-8230,54-46-3866,-19 27-487,0-2-1,0 1 1,6-12-1,-1 0-63,-1-1 0,-1 0 0,-2-1 0,0 0 0,-1 0 0,-1-1 0,4-29 0,16-113 59,-25 162-122,-1 1 1,-1-1-1,1 1 1,0-1-1,-1 1 0,1-1 1,-1 1-1,0 0 1,0-1-1,-1-2 0,0-2-19,0 7 18,0 0 0,1 0 0,-1 1-1,1-1 1,-1 0 0,1 1 0,-1-1 0,1 1-1,-1-1 1,1 1 0,-3 1 0,2-1 12,-3 1 11,0 1 0,0-1 0,1 1-1,-1 0 1,1 1 0,0-1 0,0 1 0,0-1-1,1 1 1,-1 1 0,1-1 0,-4 7 0,-4 7 201,-15 38 0,16-31-109,-5 10 51,1 0 1,2 1-1,2 0 0,-9 55 1,16-66-133,1 0 1,1 1 0,2-1-1,0 0 1,1 0-1,2 0 1,10 39-1,24 43 3,-27-81-24,-1 1-1,-1 0 1,-2 0-1,0 1 0,3 38 1,-10-61-20,0 0 0,-1 0 1,1 0-1,-1 0 0,0 0 0,-1-1 0,1 1 1,-1 0-1,0-1 0,0 1 0,0-1 1,-1 0-1,0 0 0,0 0 0,0 0 1,0 0-1,0 0 0,-1-1 0,0 0 1,1 1-1,-1-2 0,0 1 0,-1 0 0,1-1 1,-9 4-1,0 0-130,-1-1-1,1 0 1,-1-1 0,1-1 0,-1 0-1,0-1 1,-28 1 0,40-2 13,0-1 1,1 0 0,-1 0-1,0 0 1,1 0-1,-1 0 1,0 0 0,1 0-1,-1-1 1,0 1-1,1-1 1,-1 1 0,0-1-1,1 1 1,-1-1-1,1 0 1,-1 0 0,1 0-1,-1 0 1,1 0-1,0 0 1,0 0 0,-1-1-1,1 1 1,0 0-1,0-1 1,0 1 0,0-1-1,1 1 1,-1-1-1,0 1 1,0-3 0,1 1-120,0 0 0,0 0 0,0 0 0,1 0 0,-1 0 0,1 0 0,0 1 0,-1-1 0,2 0 1,-1 0-1,0 1 0,0-1 0,1 1 0,-1-1 0,1 1 0,0-1 0,0 1 0,2-2 0,53-57-7571,-22 37 72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9.2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13 8509,'0'-13'11419,"-5"31"-6693,-1-5-6303,-72 158 5222,67-141-3785,1-1 1,1 2-1,-8 60 1,7-19-1289,-4 81-8308,15-144 5069,4 8-2682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9.5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0 5577,'-22'3'1129,"15"-2"-290,0-1 1,-1 2 0,1-1-1,0 1 1,-10 4-1,42-2 182,344 2 1068,-203-9-992,-145 2-948,-13 1-8,1-1 1,0 1 0,-1 0-1,1 1 1,-1 0 0,1 1 0,-1 0-1,0 0 1,9 4 0,-16-6-108,0 1 0,0 0 0,0 0 1,0-1-1,0 1 0,0 0 0,0 0 0,-1 0 1,1 0-1,0 0 0,-1 0 0,1 0 1,0 0-1,-1 1 0,0-1 0,1 0 0,-1 0 1,0 0-1,1 1 0,-1-1 0,0 0 1,0 0-1,0 1 0,0-1 0,0 0 0,0 0 1,-1 1-1,1-1 0,0 0 0,-1 0 1,1 0-1,-1 0 0,1 1 0,-1-1 1,0 1-1,-2 4 66,0-1 0,0 1 1,-1-1-1,0 0 0,-7 8 1,-3 1 10,1 0-1,0 1 1,1 0 0,0 1 0,1 1-1,-8 17 1,18-32-190,1-1-1,-1 1 1,1 0 0,-1 0-1,1 0 1,0-1 0,0 1-1,0 0 1,0 0-1,0 0 1,0-1 0,0 1-1,1 0 1,-1 0-1,0 0 1,1-1 0,0 1-1,-1 0 1,1-1 0,0 1-1,0-1 1,0 1-1,0-1 1,0 1 0,0-1-1,1 1 1,-1-1 0,0 0-1,1 0 1,-1 0-1,1 0 1,-1 0 0,1 0-1,-1 0 1,1 0 0,0-1-1,-1 1 1,1 0-1,0-1 1,2 1 0,5 1-1092,0 0 1,0 0 0,0-1 0,0 0-1,1 0 1,11-2 0,0 1-4525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29.9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12 138 6813,'-11'8'1232,"11"-3"685,20-1 1837,2 0-3234,-16-2-313,0 1-1,-1-1 1,1 1 0,-1 1-1,1-1 1,-1 1 0,0 0-1,0 0 1,-1 1 0,1-1-1,-1 1 1,0 0 0,-1 0-1,1 0 1,-1 1 0,0-1 0,4 11-1,1 4 4,-1 0-1,-1 0 1,6 34-1,-12-52-189,0 0-1,1 0 1,-1 0-1,0 0 1,-1 0 0,1 0-1,0 0 1,-1 0-1,1 0 1,-2 4-1,-1 10 52,22-7-166,-17-8 58,0 0 1,0 0-1,0-1 0,0 1 1,1-1-1,-1 1 0,0-1 1,0 0-1,0 0 0,0 0 1,0 0-1,0-1 0,0 1 1,1 0-1,-1-1 0,0 1 0,0-1 1,0 0-1,2-1 0,42-25-883,-25 13 688,29-17-475,-1-3 0,46-42 1,81-86 1121,-171 157-342,6-6 114,-5 5 96,0 0 0,1 0 0,0 0-1,0 1 1,0 0 0,16-9 0,-22 14-233,-1 0 1,1 0-1,0 0 0,0 1 0,0-1 0,0 0 1,0 0-1,-1 0 0,1 0 0,0 1 0,0-1 1,0 1-1,-1-1 0,1 0 0,0 1 0,0-1 0,-1 1 1,1-1-1,0 1 0,-1 0 0,1-1 0,-1 1 1,2 1-1,-1-1 103,1 1-72,0 1-1,0-1 1,0 0-1,-1 1 1,1 0-1,-1-1 1,1 1-1,-1 0 1,0 0-1,0 0 1,0 0-1,0 0 1,-1 0-1,1 0 1,-1 0-1,0 5 1,-3 57 524,0-40-477,2 10-5,2-1 0,5 41 0,-1-43-1474,11 33 1,-10-40-183,2 10-855,2-11-2477,-1-6-2127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30.0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54 11373,'14'-33'5361,"2"30"-4193,5-6-268,-1 9-272,23 0-260,1-6-492,13 6-680,0 0-816,10-3-689,16 3-2011,11 9-3317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7:30.7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432 31 8177,'0'0'8513,"2"-3"-6619,1-16 668,-3 18-2440,0 1 0,0-1 0,0 1-1,0 0 1,0-1 0,0 1 0,-1 0 0,1-1-1,0 1 1,0-1 0,0 1 0,-1 0 0,1-1 0,0 1-1,0 0 1,-1 0 0,1-1 0,0 1 0,-1 0 0,1 0-1,0-1 1,-1 1 0,1 0 0,0 0 0,-1-1 0,-2 1 87,0 0 1,0 0 0,0 0-1,0 1 1,0-1 0,0 0-1,0 1 1,1 0 0,-1 0-1,0 0 1,-3 2 0,-19 8 335,-1 2 0,2 1 0,-25 18 0,10-6-384,16-9-1237,0 2 0,-39 42 1,28-27-1131,25-25 752,0 0 1,1 0 0,0 1-1,1 0 1,0 1 0,-9 18 0,-8 26-9128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3.7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318 224 4916,'0'0'1554,"-1"-4"-14,-22-56 4006,22 59-5415,1-1 0,-1 1 0,1-1 0,-1 1 0,1 0 0,-1-1 0,1 0 0,0 1 0,-1-1 0,1 1 0,0-1 0,0 1 0,0-1 0,1 1 0,-1-1 0,1-2 0,-1 2-10,1 0 1,-1 1-1,0-1 0,0 0 0,0 1 1,0-1-1,0 0 0,0 1 0,0-1 1,0 0-1,-2-2 0,-1-11 1022,1 1-1,0-1 1,1 0-1,0-25 1,1 31-1021,-16 38 867,-2 85 1107,-45 123 90,-28 115-883,75-278-1165,-7 22 74,-18 174-1,29-91-208,12-170-117,0 0 0,0-1 0,1 1 0,0 0 0,0 0 0,1 0 0,0-1 0,1 1 0,6 14 0,8 28-3714,2-76-2103,-11-27-2435,-2 20 404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4.0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121 139 8329,'-1'-3'299,"1"0"0,-1 0 1,1 0-1,0-1 0,0 1 1,0 0-1,1 0 0,-1 0 1,1 0-1,0 0 0,0 0 1,0 0-1,0 0 0,0 0 1,1 0-1,-1 0 0,1 0 1,4-5 3158,-6 5-2176,0-30 622,0 30 408,0 0-2022,-6-28 122,6 28-262,-4 21-35,1-7-405,0-1 0,-1 1-1,0-1 1,-1 0 0,-9 14 0,1 0-824,-50 74-8625,45-54 1677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4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0 381 8377,'3'-2'1046,"-1"-1"1,1 0-1,-1 1 0,0-1 1,0 0-1,0 0 1,0 0-1,-1 0 1,1 0-1,-1 0 0,0 0 1,0-1-1,0 1 1,0 0-1,-1-1 1,1-5-1,3-10-1632,-2 13 795,0 1 0,0-1 0,1 1 0,0 0 0,0 0-1,0 0 1,1 0 0,-1 1 0,1-1 0,0 1 0,1 0-1,4-4 1,15-15 402,36-39 463,-32 34-1770,48-59 1,-46 58-3372,-20 20 866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4.8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262 194 3840,'17'-15'1349,"-14"12"-118,-21-25 2286,13 22-2681,2 0 0,-1-1 0,1 1 1,0-1-1,0 0 0,1 0 0,-3-13 0,4 17 152,-1 1-124,-12-23 584,13 22-464,3 1-653,0-1-286,0 0-1,0 1 1,0-1-1,0 1 1,0 0-1,1 0 1,-1 0-1,1 0 1,-1 0-1,1 0 1,0 1-1,0-1 1,4-1-1,3 1 32,0-1-1,0 2 1,15-2 0,91-4 170,-100 7-213,0 1 0,1 1 0,-1 0 0,0 1 0,17 5 0,-32-8-32,0 1-1,1-1 1,-1 1-1,0-1 1,1 1-1,-1 0 1,0 0 0,0-1-1,1 1 1,-1 0-1,0 0 1,0 0-1,0 0 1,0 0-1,0 0 1,0 1-1,-1-1 1,1 0-1,0 0 1,-1 1-1,1-1 1,-1 0-1,1 1 1,0 1-1,-1 0 1,0 0 0,0 0 0,0 0 0,0 0 0,-1 1 0,1-1 0,-1 0 0,0 0 0,0 0 0,-2 5 0,-4 7 2,-1 0 0,-1 0 0,-14 17 0,19-26-3,-21 28-1,-50 74-16,64-91 14,2 0 1,0 1-1,1 0 0,-8 26 0,14-37 1,1 0 0,1 1-1,-1-1 1,1 0 0,1 1-1,-1-1 1,1 0 0,0 1-1,1-1 1,0 0 0,0 0-1,0 0 1,1 0 0,0-1-1,7 11 1,3 3 1,1 0 0,2-1 0,0 0 0,0-2 0,2 0 0,19 15 0,12 12-42,-35-31 43,-1 0 0,-1 1 0,16 23 0,-24-31-2,-1 0-1,0 0 1,0 0-1,0 1 0,-1-1 1,0 1-1,0-1 1,0 1-1,-1 0 0,0 0 1,-1 0-1,0 11 1,-1-8-9,-1-1 0,0 0-1,0 1 1,-1-1 0,0 0 0,-1 0 0,0-1 0,-1 1 0,1-1 0,-1 0 0,-1 0-1,0 0 1,0-1 0,0 0 0,-1 0 0,0-1 0,-9 7 0,-2 1-273,-1-1 0,-1-1-1,0-1 1,0 0 0,-1-1 0,-23 6 0,-11 1-1919,-77 13-1,6-10-3623,39-5-1261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47.4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118 228 4388,'0'0'1720,"-10"9"-429,2-1-420,-1-1 0,0 0 0,0 0 0,0-1 0,-1-1 0,1 1 0,-1-2 1,-22 8-1,30-11 2082,26-1-2385,208-9 141,-54 0-682,378-24 167,-397 21-266,1071-117 343,-777 50-226,-447 78-319,0 0-1,-1-1 0,1 0 0,-1-1 1,1 1-1,9-7 0,-13 8-968,-61-7-6400,28 13 1502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50.2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33 4940,'0'0'3381,"4"-1"-3043,31-8-32,2 1 0,-1 2 0,69-2 1,117 12-926,-66 0 111,-151-4 425,-31 4-20,-246 37 630,221-36-294,20-3-91,1 1-1,-33 9 1,68-13-139,0 1 0,-1 0-1,1 0 1,0 1 0,-1-1 0,1 1-1,5 2 1,17 2-49,63-1-655,119-8 0,-197 3 414,-1-1 0,0-1 0,12-3-1,-16 4 34,-4 1-685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53.8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18 3888,'-27'-6'2407,"24"6"442,14-9-1151,-11 9-1638,0-1 0,1 1 0,-1 0 0,0 0 0,1 0 0,-1-1 0,0 1 0,1 0 0,-1 0 1,1 0-1,-1 0 0,0 0 0,1 0 0,-1 0 0,0 0 0,1 0 0,-1 0 0,1 0 0,-1 0 0,0 0 0,1 0 0,-1 0 0,0 0 0,1 1 0,-1-1 0,0 0 0,1 0 0,-1 0 0,0 1 0,1-1 0,-1 0 0,0 0 0,1 1 0,-1-1 0,0 0 0,0 1 0,1-1 0,-1 1 0,11 22-374,5 41-3692,-13-49 2891,10 34-3649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5.8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0 459 5613,'19'-12'297,"-10"6"-52,1-1-1,-1 2 1,1 0 0,1 0-1,-1 0 1,18-4 0,507-89 5403,5 43-4762,-466 48-668,75-7 689,268-59 0,-394 67-849,-1-1-1,0 0 1,40-21 0,-60 26-120,1 1 0,-1-1 0,1 0 0,-1 0 0,0 0 0,1 0 0,-1 0 0,0 0 0,-1-1 0,1 1 0,0-1-1,-1 1 1,1-1 0,-1 1 0,0-1 0,0 0 0,0 0 0,1-5 0,-2 6-33,0 0 0,0 0-1,0 0 1,0 0 0,0 0-1,-1 0 1,1 1 0,-1-1 0,1 0-1,-1 0 1,0 1 0,1-1 0,-1 0-1,0 1 1,0-1 0,0 1 0,-1-1-1,1 1 1,0-1 0,-1 1-1,1 0 1,0 0 0,-1 0 0,0-1-1,1 2 1,-1-1 0,1 0 0,-1 0-1,0 0 1,-3 0 0,-6-3-700,0 1-1,0 1 1,0 0 0,-1 0-1,-18 1 1,-17 1-3737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36.0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1 268 4620,'13'-15'1209,"4"3"-381,10 0-88,13-6-100,-3 0-112,6 3-124,11 0-52,6 0-160,14-6-28,10 3-312,6-4-456,4-8-752,3 0-833,7 3-207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54.0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1 179 6637,'37'-40'1076,"3"16"-360,-27 18-288,14-12-376,17-9-576,-14 3-636,10 3-945,4 3-31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8:55.0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0 3652,'0'0'8218,"-3"1"-7664,0 0-425,0 0 1,-1 1-1,1-1 0,0 1 1,0-1-1,1 1 1,-1 0-1,0 0 0,0 0 1,1 0-1,-1 1 1,1-1-1,-2 4 0,-23 22 540,22-24-500,1 0 0,0 0 0,0 0 0,0 1 1,-4 5-1,7-8 402,5 19 259,-4-19-797,1 0 0,-1 0 0,1-1 0,0 1 0,0 0 0,-1-1 0,1 1 0,0-1 0,1 1 0,-1-1 0,0 1 0,0-1 0,1 0 0,-1 0 0,0 1 0,1-1 0,-1 0 0,1 0 0,0 0 0,-1-1 0,1 1 0,0 0 0,2 0 0,54 11 329,-34-8-244,178 16 286,-93-13-330,302 24-100,47 4-386,-362-22-76,-57-7-597,59 3-1,-51-8-1235,-33 0-2988,-30-3-50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17.0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46 4844,'13'-6'3333,"-13"-15"-2845,0 3-328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21.3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 19 5008,'17'-18'7228,"-51"30"-5545,34-12-1658,0 1 1,0 0-1,-1-1 1,1 1 0,0 0-1,0-1 1,-1 1-1,1 0 1,0-1-1,-1 1 1,1-1 0,-1 1-1,1 0 1,-1-1-1,1 1 1,-1-1 0,1 0-1,-1 1 1,0 0-1,0-1-4,1 0 0,0 0 0,-1 0 0,1 1 0,0-1 0,-1 0 0,1 0 0,0 0 0,-1 1 0,1-1 0,0 0 0,0 1 0,-1-1 0,1 0 0,0 1 0,0-1 0,-1 0 0,1 1 0,0-1 0,0 1 0,0-1 0,0 0 0,0 1 0,0-1 0,0 1 1,0-1-1,0 0 0,0 1 0,0-1 0,0 1 0,0-1 0,0 0 0,0 1 0,0-1 0,0 1 0,0-1 0,0 0 0,1 1 0,-1-1 0,0 0 0,0 1 0,0-1 0,1 0 0,-1 1 0,0-1 0,1 0 0,-1 1 0,0-1 0,0 0 0,1 0 0,-1 0 0,1 1 0,-1-1 0,0 0 0,1 0 0,-1 0 0,0 0 0,1 1 0,-1-1 0,1 0 0,0 0 0,5 2 47,0 1 0,0-1 0,1 0 0,-1-1 0,1 0 0,-1 0 1,1 0-1,0-1 0,-1 1 0,1-2 0,0 1 0,8-2 0,19 0 163,261-24 13,-287 25-283,-4 1-669,8-25-6538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22.4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9 108 5224,'-1'-1'282,"1"1"0,-1 0-1,1-1 1,-1 1-1,1-1 1,-1 1 0,1-1-1,-1 1 1,1-1-1,-1 1 1,1-1 0,0 1-1,-1-1 1,1 0-1,0 1 1,0-1-1,-1 0 1,1 1 0,0-1-1,0 0 1,0 1-1,0-1 1,0 0 0,0 1-1,0-1 1,0 0-1,0 0 1,0 1 0,0-1-1,0 0 1,0 1-1,1-1 1,-1 0-1,0 1 1,0-1 0,1 1-1,-1-1 1,1 0-1,-1 1 1,0-1 0,1 1-1,0-2 1,4-5-1616,-4 5 1939,1-1-9,1-2-828,-1 2 494,-1 1 0,1-1 0,-1 1 1,0-1-1,0 0 0,0 1 0,0-1 0,0 0 0,-1 0 0,1 0 0,-1 0 0,0 1 0,0-1 0,0-5 0,0 7-238,0 1 0,0-1 0,0 1-1,0-1 1,0 0 0,0 1 0,0-1-1,0 1 1,0-1 0,0 0 0,0 1-1,0-1 1,0 1 0,1-1 0,-1 1 0,0-1-1,0 1 1,1-1 0,-1 1 0,0-1-1,1 1 1,-1-1 0,0 1 0,1-1-1,-1 1 1,1 0 0,-1-1 0,1 1 0,-1 0-1,1-1 1,-1 1 0,1 0 0,-1 0-1,1 0 1,-1-1 0,1 1 0,-1 0-1,1 0 1,0 0 0,-1 0 0,1 0 0,-1 0-1,1 0 1,0 0 0,-1 0 0,1 0-1,-1 0 1,1 0 0,-1 1 0,1-1-1,-1 0 1,1 0 0,-1 1 0,1-1 0,0 1-1,47 18-94,-22-7 180,342 108-2737,-259-92-5312,-55-16-776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51.4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808 3 9933,'0'0'5598,"-5"0"-4609,-13-1-326,12 1-370,0-1-1,-1 1 1,1 0-1,0 0 1,0 0-1,-1 1 1,1 0-1,0 0 1,0 1-1,0 0 1,0 0 0,0 0-1,0 1 1,0 0-1,1 0 1,0 0-1,-6 5 1,-1 5 59,1 0 1,0 1 0,2 1 0,-1-1-1,1 2 1,1-1 0,-6 18 0,-37 120 1121,43-126-1316,-259 844 2764,109-249-2437,72-170-348,69-336-320,17-114-122,3-3-233,0 0 318,1 0 1,-1 0-1,1 0 0,-1-1 0,0 1 0,0-1 0,0 0 0,0 0 1,0 0-1,0-1 0,0 1 0,-1 0 0,1-1 0,-1 0 0,0 0 0,0 0 1,0 0-1,0 0 0,0 0 0,-1 0 0,3-5 0,1-4-760,-1 0 0,0 0-1,3-18 1,8-24-6489,0 15-2741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51.7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80 11445,'-13'-4'1972,"16"-2"559,-2 5-2334,-1 0 0,1 1 0,0-1 0,-1 0 0,1 0 0,-1 0 0,1 0 0,-1 0 0,0 0 0,1 0 0,-1 0 0,0 0 0,1 0 0,-1 0 0,0 0 0,0 0 0,0 0 0,0 0 0,0-2 0,-1 1-201,1 0 133,-1 1-1,1-1 0,-1 1 1,1-1-1,0 0 1,0 1-1,0-1 1,0 1-1,0-1 1,0 1-1,0-1 1,0 0-1,1 1 1,-1-1-1,0 1 1,1-1-1,0 1 1,-1-1-1,1 1 1,0 0-1,0-1 1,0 1-1,-1 0 1,1 0-1,1-1 1,-1 1-1,2-1 0,-2 1-106,-1 1 0,1-1 0,0 1 0,0-1 0,0 1 0,0 0 0,0 0-1,0-1 1,0 1 0,0 0 0,0 0 0,0 0 0,0 0 0,0 0-1,0 0 1,-1 0 0,1 0 0,0 1 0,0-1 0,0 0 0,0 0-1,0 1 1,0-1 0,0 1 0,1 0 0,0 1-44,0-1 1,0 1-1,0 0 1,0 1-1,0-1 0,0 0 1,0 1-1,2 3 1,1 4-312,-1-1 0,0 0 0,-1 1 0,4 14 0,-6-15-324,-1 0 0,1 0-1,-1-1 1,-1 1 0,0 0-1,0 0 1,-1-1 0,0 1-1,0 0 1,-5 9 0,-1 8-2490,-9 40-5683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51.9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41 459 12961,'-3'-2'705,"0"0"-1,0-1 0,0 1 1,0-1-1,0 0 1,0 0-1,1 0 0,0 0 1,-1 0-1,1 0 1,0-1-1,0 1 1,-2-7-1,4 5-234,-1 0-1,0 1 1,1-1 0,0 0-1,0 0 1,0 0 0,1 1 0,0-1-1,0 0 1,0 1 0,2-6-1,3-6-224,0 1 0,2 0-1,0 0 1,0 0-1,2 1 1,-1 0 0,2 1-1,0 0 1,0 1 0,1 0-1,1 1 1,0 0 0,29-17-1,-11 8-1930,61-27 0,31 0-5867,-76 31 787,-2 1-4443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52.5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978 608 11333,'0'-23'784,"1"0"0,1 0 0,1 0-1,1 1 1,1-1 0,1 1 0,14-33 0,-9 32-399,2 2 0,0-1-1,2 2 1,0-1 0,1 2 0,1 1 0,1 0 0,0 1 0,2 0 0,0 2 0,42-25 0,-18 16-136,1 2 0,1 2 0,1 2 0,98-23-1,-119 36-182,0 0-1,0 1 0,0 2 0,1 1 0,-1 1 0,1 1 0,-1 1 1,0 2-1,41 10 0,-52-10-49,-1 1 0,0 0 1,0 1-1,-1 1 0,1 0 0,-1 1 1,-1 1-1,0-1 0,0 2 0,0 0 1,-1 0-1,-1 1 0,0 1 0,-1 0 1,0 0-1,0 0 0,-1 1 0,6 15 1,-6-7-10,0-1 1,-2 1-1,0 1 1,-2-1-1,0 1 1,-2-1 0,0 1-1,-1 0 1,-4 34-1,-1-12 23,-3 0 0,-2-1 0,-25 74 1,13-60-18,-3-1 0,-2-2 1,-36 56-1,-112 145 36,104-158-1,-106 193-1,171-281-46,1 0 0,1 0 0,0 0 0,0 1 1,1-1-1,0 1 0,0 0 0,1 0 0,1-1 0,0 1 0,0 0 0,1 0 1,0 0-1,0 0 0,6 17 0,-3-15 5,1 0 0,1 0 0,0-1 0,0 1 1,2-1-1,-1-1 0,1 1 0,0-1 0,1-1 0,0 0 0,16 13 0,27 14-21,2-1-1,1-3 1,100 42 0,37 20-89,-152-72 91,81 50-52,-111-65 49,0 1-1,0 0 0,-1 0 0,0 1 0,-1 0 0,0 1 0,0 0 0,10 18 1,-16-24 15,0 0 0,-1 0 1,0 1-1,0-1 0,0 0 1,0 0-1,-1 0 1,1 1-1,-1-1 0,0 0 1,-1 1-1,1-1 0,-1 0 1,0 0-1,0 1 0,0-1 1,0 0-1,-1 0 1,0 0-1,0 0 0,0-1 1,0 1-1,0 0 0,-1-1 1,1 0-1,-5 4 0,-3 4-5,-1 0-1,0-1 1,-1 0-1,0-1 0,0 0 1,-16 8-1,-12 3 1,-1-2 0,-1-1-1,0-2 1,-1-2 0,-73 12-1,-229 11 27,275-30-28,-140 8-6,-434 53-139,269 13-1653,251-51-1556,0 1-3699,68-15-1987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53.4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6455 898 6773,'-7'-134'3185,"6"109"-2477,-1 0-1,-2 0 1,0 0 0,-1 1 0,-2 0 0,0 0 0,-2 0 0,-1 1 0,-15-29 0,5 22-388,-2 1 0,0 0 1,-2 2-1,-1 0 0,-1 2 1,-1 1-1,-1 1 0,-1 1 0,-2 2 1,0 1-1,-46-21 0,5 9-76,-1 3-1,-2 3 0,0 4 0,-97-15 1,52 19-75,-1 4 0,-1 6 0,-133 9 0,55 13 43,-217 45 0,224-19 149,2 7 0,2 9 0,3 8 0,-297 149 0,224-75 908,-388 277-1,462-275-552,6 7 1,-250 270-1,-198 356 531,524-624-1046,6 4-1,7 5 1,7 4 0,8 2-1,6 4 1,-86 335 0,130-392-145,5 1 1,5 0 0,5 2 0,10 219 0,6-263-43,3-1 0,3 0 0,3 0 0,3-2 0,3 0 0,3-1 0,2-1 0,4-2 0,44 71 0,-46-92-15,2-2 1,2-1-1,2-1 1,1-2-1,51 41 1,-31-36 4,1-1-1,1-4 1,90 44 0,-40-34-67,3-3 0,2-6 0,1-5 0,159 26 0,-34-23-28,2-10 0,0-10 1,452-30-1,-430-14 47,-1-11 0,-2-11 1,345-114-1,-275 50-277,-5-14 1,364-200-1,-504 221 26,201-154 0,141-164-189,-483 387 448,302-269-141,-262 225 87,139-177-1,-193 221 75,-3-2-1,-1-1 0,26-58 0,-39 67 9,-1 0 1,-1 0-1,-1-1 0,-3 0 1,0-1-1,1-44 1,-4 10-20,-4 1 1,-2 0-1,-3-1 1,-18-81-1,-2 48 6,-3 2 0,-5 1 0,-80-163 0,53 150-11,-4 2 1,-132-167-1,76 135 1,-6 6 1,-5 5-1,-6 6 0,-220-151 0,207 173 53,-6 7 0,-3 7-1,-270-106 1,333 159-396,-2 4 0,-1 5 1,-162-22-1,171 39-1261,0 3 0,-110 8 0,138 4-1596,1 3-1,-108 29 1,34 3-6685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54.2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403 16 6221,'10'-16'3759,"-10"16"-3533,1 0 0,-1 0 0,0 0 0,1 0 0,-1 0 0,0 0 0,0 0 0,1 0 0,-1 0 0,0 0 0,0 0 0,1 0 0,-1 1 0,0-1 0,0 0 0,1 0 0,-1 0 0,0 0 0,0 0 0,1 0 0,-1 1 0,0-1 0,0 0 0,0 0 0,0 0 0,1 1 0,-1-1 0,0 0 0,0 0 0,0 1 0,0-1 0,0 0 0,0 0 0,1 1 0,-1-1 0,0 0 0,4 23 7206,-6-5-8984,1 3 2322,0 0-1,1 1 1,2-1-1,6 40 1,3 27 693,-10-24-797,-3 1 0,-3-1 0,-15 79 0,-58 190-131,77-327-538,-165 539-5087,77-310-716,40-78-1815,17-32-3607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9.5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5140,'0'0'2837,"20"0"-2637,4 0-560,-1 3-1896,4 3-321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57.1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78 522 6057,'-22'-8'1621,"21"7"-1439,0 0 0,0 0 1,0 0-1,0 0 0,0-1 0,1 1 0,-1 0 0,0 0 1,1-1-1,-1 1 0,1 0 0,-1-1 0,1 1 1,-1-1-1,1 1 0,0-1 0,0 1 0,0 0 0,0-1 1,0-1-1,-1-6 2529,0 3-2173,0-1 0,-1 1 0,0-1 1,0 1-1,0-1 0,-1 1 0,0 0 0,0 0 1,-1 0-1,1 1 0,-9-10 0,11 14-20,0-3-60,-1-5-309,1-1 1,0 1-1,1 0 0,0-1 1,1 1-1,-1 0 1,2-1-1,-1 1 1,1 0-1,1 0 1,0 0-1,0 0 1,1 1-1,0-1 0,0 1 1,1 0-1,0 0 1,10-12-1,2 2 48,1 1 0,0 1 0,1 1-1,1 1 1,0 0 0,1 2 0,33-15-1,-17 11-58,2 2 0,-1 2 0,73-13 0,-98 23-129,-1 0 0,1 1 0,0 0 0,0 1 0,0 0 0,0 1 1,0 0-1,-1 2 0,1-1 0,0 1 0,-1 1 0,0 0 0,0 1 0,0 0 0,-1 1 0,1 0 0,-1 1 0,-1 0 0,1 1 0,-1 0 0,-1 1 0,0 0 0,0 0 0,0 1 0,-1 0 0,-1 1 0,0-1 0,0 2 0,-1-1 0,0 1 0,-1-1 0,6 24 0,-3-3-49,-1 0 1,-1 0 0,-2 1-1,-2 0 1,-1 0-1,-6 65 1,-2-54-98,-1 1 0,-2-1 0,-3-1 0,-27 66-1,6-36-11,-4-2 0,-3-2 0,-2-2 0,-4-2 0,-79 88 0,-27-4 128,93-93 64,-20 30 1957,109-82-1317,8-5-547,-1-2 1,1-1 0,39-11 0,-10 3-27,386-59 189,-72 12-1434,-3-10-3740,-274 50 1111,-36 8-1844,3 1-4743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09:57.9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447 67 6109,'17'-22'6557,"-15"20"-5051,0-1-1745,-1 2 477,0 1-1,0-1 0,0 0 0,0 0 0,-1 1 1,1-1-1,0 0 0,-1 0 0,1 0 0,-1 0 0,1 0 1,-1 0-1,1 0 0,-1 0 0,0 0 0,0 0 0,1 0 1,-1 0-1,0 0 0,0 0 0,0 0 0,0 0 0,0-1 1,0 1-1,0 0 0,-1 0 0,1 0 0,0 0 1,-1 0-1,1 0 0,0 0 0,-1 0 0,1 0 0,-1 0 1,0 0-1,1 0 0,-2-1 0,1 0 2053,-19 3-1522,16-1-691,0 1-1,1 0 0,-1 0 0,1 1 1,0-1-1,-1 1 0,1-1 0,0 1 1,0 0-1,0 0 0,0 1 0,0-1 1,-3 5-1,-35 41 524,32-36-430,-44 64 173,2 2 0,4 2 0,4 2 0,3 2-1,-38 119 1,69-176-319,1 0 0,1 0-1,1 1 1,2 0 0,1 0-1,1 0 1,2 0 0,2 32-1,-1-48-40,1 0-1,0 0 0,1 1 0,1-2 1,-1 1-1,2 0 0,0-1 0,0 1 1,1-2-1,0 1 0,1 0 1,0-1-1,1-1 0,0 1 0,0-1 1,1 0-1,0-1 0,1 0 1,0-1-1,19 11 0,-12-9-69,1-1-1,1 0 1,-1-2 0,1 0-1,0-1 1,1-1 0,-1-1-1,1-1 1,-1-1 0,1 0-1,31-4 1,-35 2 55,-1-2 1,1 0-1,-1 0 1,1-2-1,-1 0 0,-1-1 1,1 0-1,-1-1 1,0-1-1,0 0 0,-1-1 1,0 0-1,-1-1 1,22-22-1,-11 8 27,-14 15-16,-1 0-1,0 0 1,8-12-1,-13 17 17,-1-1 0,0 1 0,0-1 0,0 0 0,0 1 0,-1-1-1,1 0 1,-1 0 0,-1 0 0,1 0 0,-1-7 0,0 5 1,0 1-1,-1-1 1,0 0 0,0 1 0,0-1-1,-1 1 1,0 0 0,0-1-1,-1 1 1,0 0 0,0 0 0,0 1-1,-1-1 1,0 1 0,0-1 0,0 1-1,-8-7 1,4 6-80,1 1-1,-1-1 1,0 1 0,0 1 0,0 0-1,-1 0 1,1 0 0,-1 1-1,0 0 1,0 1 0,-1 0-1,-13-1 1,-5 1-799,-1 2 0,0 0 0,1 2 0,-1 2-1,-31 7 1,21-2-3713,-53 21-1,25-1-4820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0.0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20 178 3716,'0'0'4034,"-1"-2"-3565,-10-21 221,10 21 1037,1-1-1590,0-5-1307,0 3 2271,0 1 0,0-1 0,0 1 0,0 0 0,-1-1 0,-2-8 0,3 12-1039,-1 0 0,1 0 1,-1-1-1,1 1 0,0-1 1,0 1-1,-1 0 0,1-1 1,0 1-1,0 0 0,0-1 1,1 1-1,-1-1 0,0 1 1,0 0-1,1-1 0,-1 1 1,1 0-1,-1-1 0,1 1 1,0 0-1,-1 0 0,1 0 1,0-1-1,0 1 0,0 0 1,2-1-1,-2 0 749,0 0-716,-1 0-1,1 0 0,-1 0 0,1 0 1,0 0-1,0 0 0,0 0 0,0 0 1,0 1-1,0-1 0,1 0 0,-1 1 1,3-3-1,-2 2 26,0 0 0,-1 1 0,1-1 0,-1 0 0,0 0 0,1 0 0,-1 0 0,0 0 0,0 0 0,0 0 1,-1 0-1,1 0 0,0-1 0,0-2 0,3 21 552,-4-14-649,1-1-1,0 1 1,-1-1 0,1 1 0,-1-1-1,0 1 1,1-1 0,-1 1-1,0-1 1,0 1 0,0 2 0,-12 38 244,9-33-241,0-1 0,1 1 1,0 0-1,-1 12 0,-8 74-457,-3 31-3499,13-102-274,4 37 0,3-13-4373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0.5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51 154 7065,'0'0'6267,"0"3"-5182,-17 150 4607,1-2-3928,9-112-1306,-3 46 1,10-68-383,0 0 0,1 0 1,1-1-1,0 1 1,6 17-1,-8-32-67,1 1-1,0 0 1,0-1-1,0 0 1,0 1-1,1-1 1,-1 0-1,1 1 1,-1-1-1,1 0 1,0 0-1,0 0 1,0 0-1,0-1 1,0 1-1,0-1 1,4 3-1,-1-2-1,0 0-1,0 0 0,0 0 1,0-1-1,1 0 0,-1 0 1,0 0-1,8 0 0,4-2 1,1 0 1,0-1-1,-1 0 0,21-7 0,-14 2 2,-1-1 0,0-1 0,0-1 0,-1-1-1,-1-1 1,27-19 0,-2-4-1,64-62 1,-80 68-4,-2 0 0,0-2 0,-2-1 0,-2-1 0,-1-2 0,-1 0 1,-2-1-1,23-58 0,-42 90-2,0 0 0,0 1 0,-1-1-1,1 0 1,-1 0 0,0 1 0,0-1 0,0 0 0,0 0 0,-1 0 0,0 1 0,0-1 0,0 0-1,0 1 1,0-1 0,-1 1 0,1-1 0,-1 1 0,0-1 0,-2-2 0,-1 0 7,0 0 1,0 0-1,0 1 0,-1 0 1,0 0-1,0 0 1,0 0-1,-11-5 1,4 4-36,-1 1 0,1 0 0,-1 1 1,1 0-1,-1 1 0,0 1 0,-15-1 1,-101 1-1053,122 3 956,-210 12-6043,151-2 1018,8 6-2938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2.5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296 210 8201,'0'0'3068,"0"-4"-1761,0-3-953,0 0 0,0 1 0,1-1 0,0 0 0,0 0 0,1 0 0,0 1 0,0-1 0,0 1 0,1-1 0,0 1 0,0 0 0,1 0 0,0 1 0,0-1 0,0 1 0,1-1 0,0 1 0,10-8 0,-4 4-230,2 1-1,-1 0 1,1 0-1,1 2 1,-1 0-1,1 0 1,0 1-1,0 1 0,1 0 1,-1 1-1,1 0 1,0 2-1,0-1 1,-1 2-1,1 0 1,21 3-1,-27-2-115,0 1-1,-1-1 1,1 2-1,0-1 1,-1 1-1,0 1 1,1-1-1,-1 1 1,-1 1-1,1 0 1,-1 0-1,1 0 1,-2 1-1,1 0 1,0 0-1,-1 1 1,-1-1 0,1 1-1,-1 1 1,0-1-1,0 1 1,-1 0-1,0 0 1,-1 0-1,0 1 1,0-1-1,0 1 1,0 10-1,1 7-6,-2 0-1,-1 0 1,-1-1-1,-1 1 0,-1 0 1,-11 48-1,-1-20 15,-2-1 1,-27 60-1,-31 44 32,-7 17-91,79-170 48,1 0 0,1 0-1,-1 0 1,0 1 0,1-1-1,0 0 1,0 0-1,0 0 1,1 0 0,-1 0-1,1 0 1,0 0 0,0 0-1,0 0 1,1 0 0,1 4-1,-1-4 1,1 2-1,0-1-1,0 0 0,1 0 0,-1 0 0,1 0 0,1-1 0,-1 1 1,0-1-1,1 0 0,0 0 0,11 6 0,-10-6 9,17 9-4,-1 0-1,2-2 0,24 9 1,16 7-20,-16-4 8,108 56 17,-138-68-15,0 1 0,-1 1-1,0 0 1,-2 1-1,1 1 1,15 19 0,-27-30 10,-1 1 0,0-1 0,0 0 1,0 1-1,-1 0 0,1-1 0,-1 1 0,0 0 1,-1 0-1,1 0 0,-1 0 0,0 1 1,0-1-1,-1 0 0,1 0 0,-1 1 0,0-1 1,-1 0-1,1 1 0,-1-1 0,0 0 1,0 0-1,-1 0 0,0 0 0,0 0 0,0 0 1,0 0-1,-1-1 0,-3 6 0,-5 4 58,-1-1 0,0-1 0,-1 0 0,0 0 0,-1-1 0,0-1 0,-1-1-1,0 0 1,-21 9 0,-19 6 128,-79 22 0,7-13-121,-135 18 0,-32 7-5182,222-36-774,15 4-3658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3.6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76 203 8617,'-3'0'318,"0"0"0,1 0-1,-1 0 1,0 0 0,0 0 0,1 0 0,-1-1 0,0 0 0,1 1-1,-1-1 1,1 0 0,-1 0 0,1 0 0,-1-1 0,1 1 0,-1 0 0,1-1-1,0 0 1,0 1 0,0-1 0,0 0 0,0 0 0,0 0 0,-1-3 0,1 3 892,1 0-162,-1 0-955,1 0-1,0 0 1,0 0-1,0 0 1,0 0-1,0 0 1,1 0-1,-1 0 1,1 0-1,-1 0 1,1 0-1,0 0 1,-1 0-1,1-1 1,0 1-1,1 0 1,-1 0-1,0 0 1,1 0-1,-1 0 1,1-1-1,-1 1 0,1 0 1,0 0-1,0 0 1,0 1-1,0-1 1,0 0-1,1 0 1,-1 1-1,0-1 1,1 0-1,-1 1 1,1-1-1,0 1 1,0 0-1,2-2 1,13-10 133,2 0 1,0 1-1,0 1 1,1 1-1,1 1 1,-1 1-1,1 0 0,24-4 1,-43 11-153,1 1 0,0 0 1,-1 0-1,1 0 0,0 1 0,-1-1 0,1 1 1,0-1-1,-1 1 0,1 0 0,-1 0 1,1 0-1,-1 0 0,1 1 0,-1-1 1,0 1-1,0-1 0,1 1 0,-1 0 0,0-1 1,-1 1-1,1 0 0,0 1 0,0-1 1,-1 0-1,0 0 0,1 1 0,-1-1 1,0 1-1,0-1 0,0 1 0,1 3 0,2 11 282,0 0-1,0 0 0,1 34 1,-4-36-155,14 461 2042,-13-220-2921,13-115-2264,-7-80 122,-7-54 1373,0 0 1,0 0 0,1 0 0,0 0 0,0 0 0,1 0 0,6 11-1,3-4-8249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3.8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91 10629,'-14'33'5753,"-2"-42"-4197,2 3 1888,54-6-2724,24-3-72,3 9-216,20-4-340,10-2-272,17 0-636,7 3-780,9-3-724,4 0-3161,0 3-4416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4.3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95 296 7857,'48'-78'2217,"-44"72"-1697,0-1 1,-1 1 0,0-1-1,0 1 1,0-1 0,-1 0-1,0 0 1,1-8 0,1-5 774,3-26 1914,-6 38-2461,0 0 1,0 0-1,0 1 0,1-1 0,0 1 1,0-1-1,1 1 0,6-13 0,-7 18 1417,0 6-1025,1 6-805,1 1 0,-2-1-1,0 1 1,0 0-1,-1 0 1,1 15-1,-7 72 501,2-52-603,-6 52-203,-34 143-1,34-194-30,-68 230-6563,15-64 19,52-162 189,6-4-3958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4.5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0 13661,'0'0'2084,"-24"6"209,4 3 31,17 12-220,-4 3-264,4 7-108,3-1-548,-3 9-223,-4 27-197,4-15-164,-4 7-160,-3 2-468,-10-6-628,6 4-768,1 5-813,0-15-1059,-4 3-3301,7 10-6168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6.6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63 4308,'12'4'2718,"-18"0"560,4-3-2180,0-1 0,-1 1-1,1-1 1,0 0 0,0 0 0,-1 0-1,1 0 1,0 0 0,-4-1-1,4 0-959,1 0 0,-1-1 0,1 1 0,0 0 0,0 0-1,-1-1 1,1 1 0,0-1 0,0 1 0,0-1 0,0 1 0,0-1 0,0-3-1,28-10 293,-26 14-383,-1 0-1,1 1 1,-1-1 0,0 0 0,0 0 0,0 0 0,1 0-1,-1 1 1,0-1 0,0 0 0,0 0 0,0 0-1,0 0 1,-1 0 0,1 1 0,0-1 0,0 0 0,0 0-1,-1 0 1,0-1 0,1 1 64,0 0-243,-5-12 1440,5 14-1232,-1-1 0,0 0-1,1 0 1,-1 0-1,0 1 1,1-1 0,-1 0-1,0 1 1,1-1 0,-1 0-1,1 1 1,-1-1 0,1 1-1,-1-1 1,1 1-1,-1-1 1,1 1 0,-1 0-1,1-1 1,0 1 0,-1-1-1,1 1 1,0 0 0,-6 8-40,1 1 1,0-1 0,0 1-1,1 0 1,1 0 0,0 0-1,0 1 1,1-1 0,0 1-1,1-1 1,0 1 0,1 0 0,0-1-1,0 1 1,1 0 0,5 19-1,-2-11 20,2-1-1,0 1 0,1-1 0,0 0 1,1-1-1,2 0 0,-1 0 1,22 26-1,-14-24-79,1-1 1,0 0-1,1-2 0,0 0 1,2-1-1,0-1 0,39 19 1,-31-20-14,1 0 1,0-2 0,1-1-1,0-2 1,51 7 0,-64-13 19,0-1 0,0-1 1,0-1-1,0-1 0,0 0 1,0-1-1,0-1 1,0 0-1,-1-2 0,0 0 1,27-14-1,-21 7-2,-1 0 0,-1-1 0,0-1 0,-1-1 0,-1-1 0,0-1 0,26-32 0,129-200 207,-118 165 457,-59 121-50,-8 30-346,-4-1-1,-2-1 0,-29 68 0,25-72-145,-186 467-2647,156-406 528,23-55 421,-36 92-3505,28-51-1114,7 2-3946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7.0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779 135 11781,'-9'-7'1058,"0"1"0,1-2 0,0 1 0,0-1 0,-12-17 0,-2-2 1593,18 23-2346,0 0 1,0 0-1,-1 0 0,1 0 0,-1 1 1,0 0-1,0 0 0,0 0 1,0 0-1,0 1 0,-1 0 1,1 0-1,-1 1 0,-8-3 1,5 4-115,1-1 1,0 1 0,0 1 0,0-1 0,-1 2 0,1-1 0,0 1 0,0 0 0,-10 4 0,-6 5 20,-1 2 0,1 0 0,1 2-1,1 0 1,-24 21 0,15-10-44,2 2 1,2 1-1,0 0 1,2 2-1,-35 57 1,34-44-46,2 1 1,2 1-1,-31 96 1,44-110-83,2-1 0,1 1 1,1 1-1,-1 63 0,7-75-31,0-1-1,1 0 1,1-1-1,1 1 1,1 0-1,0-1 1,1 0-1,2 0 1,10 21-1,96 137-272,-18-31-534,-93-140 736,0-1 0,-1 1 0,1-1 0,-1 1 0,-1 0 0,1-1 0,-1 1 0,0 0 0,0 0 0,-1 0 0,0 0 0,0 0 0,0 0 0,-1 0 0,0 0 0,0 0-1,0 0 1,-4 8 0,0-1-122,-1 1 0,-1-1 0,0-1 0,-1 0 0,-17 22 0,20-27 126,-1-2 0,1 1 0,-1-1 0,0 1 0,-12 6 0,15-10 45,0 0 0,1-1 0,-1 1 0,0-1 0,0 0 0,-1 0 0,1 0 0,0 0 0,0-1 0,0 1 0,-1-1 0,1 0 0,0 1 0,0-2 0,-5 1 0,6-1 18,0 0-1,-1-1 1,1 1-1,0 0 1,0-1-1,0 0 1,0 1-1,0-1 1,0 0-1,0 0 1,0 0-1,1 0 1,-1 0-1,1-1 1,0 1-1,-1 0 1,1-1-1,0 1 1,0-4-1,-2-1 14,1 0-1,0 0 1,0-1 0,1 1 0,0-1-1,-1-8 1,3 0-8,1 1 1,1-1-1,0 0 1,0 1-1,2-1 0,0 1 1,1 1-1,9-18 0,70-113-20,-69 120-12,42-61-341,2 4-1,98-103 1,-102 128-1485,3 2 0,2 3 0,107-70 0,-97 81-4005,-3 14-3654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7.4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 7 13469,'-37'-6'13846,"46"111"-9363,-1-28-3609,-6-29-868,-2 0 1,-3-1-1,-1 1 1,-2-1-1,-3 0 1,-22 71-1,-18 57-2734,5 2-5080,31-115 607,6-6-4795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7.8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248 4 13989,'-3'-4'7842,"-9"5"-4800,11-1-3003,0 0 0,-1 1 0,1-1 0,0 0 0,0 1 0,0-1 0,-1 1 0,1 0 0,0-1 0,0 1 0,0 0 0,0 0 0,0-1 0,-2 3 0,2 2 112,0 0 1,0 0-1,0 0 1,1 0 0,0 0-1,0 0 1,1 6 0,-1 13 217,-15 102 765,-37 149-1,-21-5-747,29-116-270,37-127-108,2-13 0,1 0-1,1 0 1,0 1 0,1-1-1,-1 27 1,3-37-7,1-1 0,0 1 0,-1 0 0,1 0 0,0 0 0,1-1 0,-1 1 0,1-1 0,-1 1 0,1-1 0,0 1 0,1-1 0,-1 0 0,0 0 0,1 0 0,0 0 0,-1-1 0,1 1 0,0-1 0,1 0 0,-1 1-1,0-1 1,1-1 0,-1 1 0,1 0 0,5 1 0,3 1-85,0-1-1,1 0 1,-1-1-1,0-1 1,1 0-1,19-1 1,79-10-1063,-88 7 917,63-9-1738,103-31 0,84-41-8356,-141 40-353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08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37 3728,'0'0'3093,"-16"-6"-2565,2 0 664,4-6-4777,4 0 1613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10.2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522 154 4308,'3'-14'1196,"1"1"-1,1 0 0,1 0 0,-1 0 0,2 0 0,0 1 0,1 0 1,0 1-1,0-1 0,15-14 0,-20 24-497,0 10-330,0 1 1,0-1-1,-1 1 0,0-1 1,-1 1-1,0 0 0,0-1 1,-1 1-1,0 0 0,-2 14 1,1 12 273,-26 432 3945,13-291-3717,-78 598 1503,-47-7-1342,86-506-820,-60 320 98,-11 257-599,76-501-954,43-297 632,1 1 0,2 0-1,2-1 1,1 1 0,9 55-1,-4-64-636,1 1 0,18 50-1,-21-72 566,1 0-1,0-1 1,0 1-1,1-1 1,1-1-1,0 1 0,0-1 1,0 0-1,1-1 1,16 13-1,-22-19 289,0-1 0,0 0 0,0 1 0,0-1 0,0 0 0,0 0 0,0-1 0,1 1 0,-1 0 0,0-1 0,1 1 0,-1-1 0,0 0 0,1 0 0,4 0 0,-5 0-64,24 0-5502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11.0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94 4564,'0'0'6676,"-14"4"-5207,3 2-677,9-4-34,5-3-61,267-47 3377,68 7-3556,5 27-474,-304 13-28,827 24-390,-826-19 351,370 41-214,-292-29 170,557 96-847,-669-111 884,-1 1 1,1-1-1,-1 1 1,0 0-1,1 0 1,-1 1-1,8 5 1,-11-7 18,-4 8-3,2-8 16,0 1-1,0-1 1,-1 0 0,1 1-1,0-1 1,-1 1 0,1-1-1,-1 0 1,1 0-1,-1 1 1,1-1 0,-1 0-1,-1 2 1,-4 2 47,1-1-1,0 1 1,1 0 0,-1 0-1,1 0 1,0 0-1,0 1 1,0 0 0,1 0-1,0 0 1,0 0 0,1 0-1,0 0 1,0 1-1,0 0 1,1-1 0,0 1-1,-1 10 1,-26 329 1941,30 627 0,34 329-1333,-100-177-521,-129-18-820,130-862 227,-34 150-1073,83-325 1115,-45 262-2568,53-270 1653,4 103 1,13-15-4856,-2-92 630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11.9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55 4776,'1'-3'1114,"2"-2"-369,-1 0 0,0 0 0,1 0 0,0 0 0,0 1 0,1-1 0,-1 1 0,9-8-1,-11 11 553,22 3 155,-18 0-1324,0 0 0,1 0 1,-1 1-1,0 0 1,0 0-1,0 0 0,0 1 1,-1 0-1,1-1 0,-1 1 1,0 1-1,0-1 0,-1 1 1,1 0-1,-1-1 1,3 7-1,7 14 383,0 0-1,8 28 1,-19-48-458,28 85 856,-5 2-1,18 114 1,-20-83-252,-2-9 244,9 231 0,-44 118 450,-2-213-836,19 299-1,5-472-478,2-1-1,32 117 1,73 141-590,-97-292 389,1-1 0,2-2 0,2 0 0,2-1 0,41 48 0,-41-58 23,1-1 0,2-1 0,1-1 0,0-2 0,2-1 0,60 32 0,-52-34-11,2-2 0,0-2-1,78 20 1,-89-29 73,1-2 0,-1-1 0,1-1 0,0-2 0,0-1 0,37-5 0,26-13-284,-1-3 1,97-36-1,120-28-1070,-45 38 347,360-79-1248,-568 108 1890,-2-2 0,73-38 0,-110 49 235,3-2-499,-2-1 0,0-1-1,30-26 1,-35 28-183,-11 8 368,0 0-1,0 0 0,0 0 0,-1 0 0,1-1 1,-1 1-1,1-1 0,3-7 0,6-7-3618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12.9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6305,'0'0'4131,"1"4"-2719,8 24-258,-2 1 1,0-1-1,-2 2 1,1 42-1,3 10-28,23 136 716,63 482 1240,-43 2-1976,-75 189-1850,-8-474-374,-31 294-4210,33-445-1845,21-155-256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13.6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1221 5360,'0'-11'257,"0"9"-156,-1-1-1,1 0 1,0 0-1,0 0 1,0 0-1,1 0 1,-1 0 0,1 0-1,-1 1 1,1-1-1,0 0 1,0 0-1,0 1 1,0-1-1,1 0 1,-1 1-1,1-1 1,0 1-1,3-4 1,53-50 2834,-38 34-2354,1 2 1,1 1-1,31-22 0,-3 12-259,0 2 1,2 3-1,1 1 0,75-20 1,232-43 90,-294 72-326,1218-214 228,-1052 190-280,212-32-149,916-165-307,-961 141 366,-258 59-13,-114 28-52,0 0 0,-1-2-1,31-14 1,-54 21-22,-6 3-1079,-8 2 1138,4-1 14,1 0 0,0 0-1,-1 0 1,1 1 0,0 0 0,0 0-1,1 0 1,-1 1 0,-6 5-1,9-6 33,-11 9-20,0 0 0,2 2-1,-23 28 1,18-14 61,1 1-1,2 1 1,1 0 0,-19 64 0,-20 138 408,41-173-311,-14 106 109,7 1 0,4 173 1,52 352-57,58-5-1245,-1-8-2535,-73-475 1173,4-6-516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18.2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1791 5188,'2'-2'1468,"18"-8"177,-4 16 1532,-3 2-2375,-3-4-560,-1-1 0,1 0-1,-1-1 1,1 0-1,0-1 1,0 0-1,13 0 1,1 1 70,200 2 949,-136-5-1079,793-60 285,-654 38-472,969-134 55,-899 104 33,497-157 1,-487 85-60,-240 91-15,-1-3-1,85-62 1,4-34-15,-120 102-60,13-3-1342,-44 30 1200,-5 2-792,0-1 969,-1 0 1,1 1 0,0 0-1,-1-1 1,0 1-1,1 0 1,-1 0-1,0 0 1,0 0-1,0 0 1,-1 0 0,1 0-1,0 1 1,-4-3-1,-1 0 5,6 2 1,-1 0 11,0 1 1,1-1 0,-1 0-1,1 0 1,0 0 0,0 0 0,0-1-1,0 1 1,0 0 0,0 0-1,0-1 1,0-3 0,6-11-12,-2 7-10,0-1 0,1 0 0,0 1 0,0 0 0,1 0 0,0 0 0,11-14 0,20-28-155,-30 42 149,1-1 0,0 1 0,10-12-1,16-9-66,2 1-1,1 2 1,73-45-1,128-52 54,-144 82 60,-27 13 255,82-51 0,-115 62 48,44-21 1,-29 17-97,-31 51-99,-21 75 432,-21 117 1,5-72-46,-32 344 578,10 260-400,44 3-313,-1-709-360,8 183 78,10 0-1,76 356 1,-74-487-19,51 264-66,-60-279-78,-3 0-1,-4 116 1,-6-186-54,-1 0 1,-1 0-1,0-1 1,0 1-1,-1-1 1,-1 0-1,0 0 1,-1 0-1,-9 14 1,13-23-100,0 0 0,0 0 0,0 0 0,-1 0 0,1 0 0,-1-1 0,0 1 0,0-1 0,0 0 0,0 0 1,0 0-1,0 0 0,-5 1 0,-12-1-4103,0-8-1180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10:18.9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516 398 3392,'1'0'59,"-1"0"-1,1 1 0,-1-1 0,0 0 0,1 0 1,-1 1-1,1-1 0,-1 0 0,1 0 0,-1 0 1,1 0-1,-1 0 0,1 0 0,-1 0 0,1 0 1,-1 0-1,1 0 0,-1 0 0,1 0 1,-1 0-1,1 0 0,-1-1 0,1 1 0,-1 0 1,1 0-1,-1 0 0,0-1 0,1 1 0,-1 0 1,1-1-1,-1 1 0,1-1 0,-3-16 436,-20-25-308,-53-54 79,44 61-236,26 29-10,-1 0 0,0 1 0,0 0 0,-1 0 0,0 0-1,-10-5 1,14 9 102,2-2-36,-2 1 1,1-1-1,0 1 1,0 0-1,-1 0 1,1 0-1,-1 0 0,0 0 1,-5-2-1,-20-17 1085,27 20-1133,0 0 0,0 0 0,1 0 1,-1 0-1,0 0 0,1 0 1,-1 0-1,1-1 0,-1 1 0,1 0 1,0 0-1,-1 0 0,1-1 1,0 1-1,0 0 0,0 0 0,0-1 1,0 1-1,0 0 0,0 0 0,1-1 1,-1 1-1,0 0 0,1-2 1,2-5 517,-1 0 1,-1-1 0,1 1-1,-2 0 1,1-1 0,-1 1-1,0-1 1,-2-10 0,3 42 72,-1 1 1,0-1 0,-2 1-1,-8 38 1,-3 27 288,-90 943 2307,10-71-6051,48-463-4967,21-251-382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2.1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232 357 9325,'-27'-47'3539,"-21"-52"0,7 15-16,41 83-3481,-70-122 6480,68 121-4822,4 22-714,-2-5-777,13 68 581,-6-40-448,7 44 589,3 102 1,-40 496-552,14-546-373,-42 1020-7,45-728 0,2 144 0,7-464 0,-1 104 0,-5-160 0,1 32 0,-1-26-614,3-58-598,2-6-354,21-33-1427,16-26-2219,-12 20-1305,9-8-5152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2.7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1271 1605 10945,'4'-37'1942,"-2"1"0,-4-70-1,1 94-1571,0 0 1,-1 0-1,0 1 0,-1-1 0,-1 1 0,1-1 0,-2 1 1,0 0-1,0 1 0,-1-1 0,0 1 0,-1 0 0,-8-9 1,11 15-273,0 1 0,0 0 1,0 0-1,0 0 0,-1 0 0,0 1 1,1 0-1,-1 0 0,0 0 0,0 0 1,0 1-1,0 0 0,0 0 1,0 0-1,0 1 0,0-1 0,0 1 1,-9 2-1,-4 0 176,0 1 0,0 1 1,-32 12-1,25-6-35,0 1 0,0 1-1,1 1 1,-43 32 0,-79 78 403,137-115-607,-188 189 550,165-163-509,-27 31 144,-82 117-1,-1 52-37,119-188-130,2 0 0,3 1 0,-18 67 0,30-92-77,2 1 1,1 0-1,1-1 1,0 1-1,2 0 1,1 0-1,0 0 0,2-1 1,1 1-1,9 31 1,-9-41-71,0-1 1,1 0-1,1 0 1,0-1-1,0 0 1,1 0-1,1 0 1,0-1 0,0 0-1,1 0 1,0-1-1,1 0 1,-1-1-1,2 0 1,-1 0-1,1-1 1,1-1-1,-1 0 1,18 7-1,-9-7-36,0 0-1,0-1 0,0-1 0,1-1 0,-1-1 1,1 0-1,0-2 0,32-3 0,-26-1 36,0-1 0,0-1 1,-1-1-1,0-2 0,48-22 0,-35 10 35,0-2 0,-2-1-1,-1-3 1,-1 0-1,-2-2 1,0-2 0,52-64-1,-46 41 13,-2-1 1,-3-1-1,-2-2 0,46-119 1,59-263-52,-93 254 86,27-256 0,-18-196 1203,-45 259 1093,-8 308-1734,3 24 426,1 45-560,1 10-54,15 67 472,-19-69-808,55 356 1435,-33 6-269,-5 312-1190,15 300 0,-29-924-117,23 246-3142,-21-260 2505,3 0 0,1 0-1,2 0 1,32 71 0,-43-111 621,17 30-3831,-18-30 3540,1-1 0,0 0 1,0 0-1,-1 0 0,1 0 0,0 0 0,0 0 0,0 0 0,0 0 0,0 0 0,1 0 0,-1-1 0,0 1 0,0 0 0,0-1 0,1 1 0,-1-1 0,0 1 0,2-1 1,19-10-9638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3.1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38 11637,'0'0'385,"-1"-1"0,0 0-1,0 0 1,0 1 0,0-1-1,0 0 1,1 0 0,-1 0 0,0 0-1,1 0 1,-1 0 0,1 0 0,-1 0-1,1 0 1,0 0 0,-1-1 0,1 1-1,0 0 1,0 0 0,0 0-1,-1 0 1,1-1 0,0 1 0,1-2-1,15-4 4189,6 4-6001,16 2 1898,73 8 1,-48-1-274,608 60 498,140 10-566,-720-71-107,280 12 91,0-29 108,-210 0-359,-156 12-71,-4 0-258,1 0 337,-1 0 0,0 0 0,0 0 0,0 0 0,1 0 0,-1 0-1,0 0 1,0 1 0,0-1 0,0 1 0,1-1 0,-1 1 0,0-1 0,0 1-1,0-1 1,1 2 0,-2-2-33,0 1 0,0-1 0,0 1 0,1-1 0,-1 1 0,0-1 0,0 1 0,0-1 0,0 1 0,0-1-1,0 1 1,0-1 0,0 1 0,0-1 0,0 1 0,0-1 0,-1 1 0,1-1 0,0 1 0,0-1 0,0 1 0,-1-1 0,1 0 0,0 1 0,0-1-1,-1 1 1,1-1 0,0 0 0,-1 1 0,1-1 0,0 0 0,-1 1 0,-8 9-5683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3.4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507 63 11445,'-45'-26'2064,"30"11"-914,0-7 6698,17 25-6527,3 9-659,3 1-402,0-1 1,1 0-1,0 0 1,1 0 0,0-1-1,1-1 1,15 13 0,-3-2-13,166 149 776,83 80-301,-17 16-322,-185-183-237,-4 4 0,-3 2 0,-5 3 0,-3 2 0,77 186 0,-116-236-97,-2 1 0,-3 0 0,-1 0 0,-2 1 0,-2 1 0,-2-1 0,-3 68 0,-3-88-44,-1 0-1,-1 1 0,-2-1 0,0-1 0,-14 36 0,-120 269 155,123-297-191,0 0 1,-3-1 0,0-1-1,-2-1 1,-2-1-1,0-1 1,-42 37 0,36-37-38,-169 150-1841,-267 184 0,116-133-2121,105-100-5767,144-85-302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5.3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359 1576 12469,'0'0'4418,"4"-1"-3154,229-66 3504,113-67-3844,-300 113-831,-1-3 1,0-1-1,69-52 1,-99 64-87,1 0 0,-2 0 1,0-2-1,-1 0 1,0 0-1,-1-1 1,-1-1-1,-1 0 1,0 0-1,-1-1 1,-1-1-1,8-25 1,-12 28-6,0 1-1,-1-1 1,-1 0 0,0 1 0,-1-1 0,-1 0 0,0 0 0,-5-25 0,3 32-4,0 0-1,-1 0 0,0 0 1,0 1-1,-1-1 1,0 1-1,-1 0 0,0 0 1,0 0-1,-1 1 1,0-1-1,0 1 0,0 1 1,-1-1-1,-15-10 1,8 9 19,1 0 0,-2 0 0,1 2 0,-1 0 1,0 1-1,0 0 0,0 1 0,-1 0 0,0 2 1,1 0-1,-1 1 0,0 0 0,0 1 0,0 1 1,0 0-1,-26 7 0,9-1 167,-1 3 0,1 1 0,1 1 0,0 1 0,0 2 0,-48 32 0,19-3 238,1 2 0,3 3 0,-74 80 1,80-72-111,2 2 1,-76 122 0,95-130-191,3 1 0,2 1 0,2 1 0,-20 75 0,34-94-69,1 1-1,2-1 1,2 1-1,1 0 1,2 0-1,1 1 1,10 68-1,-5-82-68,0 0-1,1-1 0,1 1 1,1-1-1,1-1 0,1 1 1,1-1-1,1-1 1,1 0-1,1-1 0,0-1 1,1 0-1,21 19 1,-8-13-234,1-2 0,1-1 0,1-2 0,1 0 1,1-2-1,0-2 0,1-1 0,1-1 0,0-2 1,60 10-1,-36-11-332,2-3-1,-1-3 1,0-2 0,1-3 0,103-16-1,-109 7 170,0-2-1,0-3 1,-2-3-1,0-1 0,-1-3 1,-1-3-1,-1-1 1,-2-3-1,0-1 1,-2-3-1,-2-1 0,-1-3 1,-2-1-1,58-70 1,-23 10 405,-4-3 0,-5-3 1,-4-3-1,-5-2 0,47-127 1,-66 130 1027,36-156 1,-1-114 1770,-48 144-80,-7 40-228,-3 45-286,-32 212 324,-106 859-1302,104-761-1219,-31 395 0,48-532 0,-1 345 0,6-300 0,3-1 0,2 0 0,24 84 0,-30-144-140,0-1 0,0 1 0,1-1 0,0 1 0,1-1-1,0 0 1,0-1 0,1 1 0,0-1 0,0 0 0,1-1 0,0 1 0,13 9 0,-14-13-5,1 0-1,1 0 1,-1-1 0,0 0 0,1 0 0,-1-1 0,1 0 0,0 0 0,0-1-1,0 0 1,0 0 0,0-1 0,0 0 0,0 0 0,0-1 0,0 0 0,0-1-1,-1 1 1,14-6 0,21-9-468,-1-2 1,-1-1-1,0-3 0,-2-1 0,0-2 0,41-36 0,0-6 424,-4-4 0,-2-3 0,-4-4 0,-3-2 0,-4-3 0,75-132 0,-99 148 974,-3-1 0,-3-2 0,34-112 0,-41 90 495,-4-1-1,14-161 0,-34 251-1246,-1-1-1,0 0 1,0 0 0,-1 1 0,1-1-1,-1 0 1,1 1 0,-1-1-1,0 0 1,-1 1 0,-1-5-1,2 7-22,0 0 0,0-1 0,1 1 0,-1 0 0,0 0 0,0 0 0,-1 0 0,1 0 0,0 0 0,0 0 0,0 1-1,-1-1 1,1 0 0,0 1 0,-1-1 0,1 1 0,0-1 0,-1 1 0,1 0 0,-3-1 0,0 1-1,0 1 1,0-1 0,0 1 0,0 0-1,0 0 1,0 1 0,0-1 0,0 1-1,0 0 1,1 0 0,-1 0 0,1 0-1,-1 1 1,1-1 0,0 1 0,0 0-1,-5 6 1,-6 8 7,1 1 0,0 1 0,2 0-1,0 0 1,2 1 0,0 0 0,1 1 0,1 0-1,1 0 1,-4 25 0,1 8 8,2 0-1,1 109 1,8-120-135,1 0 1,2 0-1,2 0 0,2 0 1,2-1-1,1-1 0,25 56 1,-24-69-160,1-1 0,2-1 1,0 0-1,2-1 0,0-1 1,2-1-1,0 0 0,2-2 1,0 0-1,2-2 0,34 23 1,-35-27 21,2-2 0,-1 0 0,2-1 0,-1-2 0,2-1 0,50 12 0,-61-19 177,0 0-1,-1 0 0,1-2 1,0 0-1,0-1 1,0 0-1,-1-1 0,1-1 1,-1-1-1,1 0 1,-1-1-1,0 0 0,20-12 1,-6 0 11,-1-1-1,-1-1 1,-1-1 0,-1-2 0,0 0 0,38-48 0,106-171-86,-147 208 130,123-213 79,-141 240-60,-3 3 0,0 1 0,0 0 0,0 0 0,0 0 1,1 0-1,-1 0 0,1 0 0,0 1 1,-1-1-1,1 0 0,0 1 0,0-1 1,0 1-1,4-2 0,-3 3-7,0 0 1,0 0-1,0 1 1,0 0-1,0-1 0,0 1 1,-1 0-1,1 0 0,0 1 1,0-1-1,-1 1 1,1-1-1,-1 1 0,1 0 1,-1 0-1,0 0 0,0 0 1,0 0-1,0 0 1,0 1-1,0-1 0,-1 1 1,3 4-1,4 8 1,-2 0 1,0 1-1,6 20 1,-1 1 8,-4-21-11,34 77-48,-36-82 44,1 0 0,1-1 0,0 0 0,0 0 0,1-1 0,10 9 0,-12-14 6,0 0 0,0-1 0,1 0 0,-1-1 0,1 1 0,0-1 0,0 0 0,0-1 0,-1 0 0,2 0 0,-1 0 0,0-1 0,0 0-1,11-2 1,26-3-11,76-19-1,-70 12 50,58-5 0,-72 13-14,0 1 1,0 3-1,0 0 0,51 9 0,-18 3 12,116 37 0,-171-45 5,0 0 0,1-1-1,0-1 1,-1 0-1,1-1 1,0-1 0,0 0-1,0-1 1,-1-1-1,1 0 1,-1-1-1,1 0 1,-1-1 0,25-11-1,-33 12 16,1 1-1,-1 0 1,1 1 0,0-1-1,0 1 1,0 1 0,0-1-1,0 1 1,-1 0 0,1 1-1,0-1 1,0 2 0,0-1-1,0 1 1,11 4 0,2 3-4,1 1 0,-1 1 0,26 20 0,7 3-49,-2-6-1021,1-2 0,1-3 1,0-2-1,2-3 0,1-2 1,96 15-1,-40-17-2306,1-6 0,164-8 0,-173-2 2726,64-3 1554,-142 2 16,0-1-1,-1 0 1,1-2 0,32-12 0,-53 15-521,0 1 0,0 0 0,0-1 0,-1 0 0,1 0 0,-1-1 0,0 1 0,0-1 0,0 0 0,4-5 0,28-48 2308,-31 47-2569,0 0 1,1 0 0,0 1 0,1 0-1,0 0 1,13-12 0,-5 9-83,1 2-1,0 0 1,0 1 0,1 0 0,24-8-1,96-26-144,-113 37-43,387-102-4181,-132 47-2969,-104 28-606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5.9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257 145 6313,'-6'-2'476,"4"2"-236,1-1 1,0 1-1,-1 0 0,1-1 0,0 1 0,-1-1 0,1 0 0,0 1 0,0-1 0,-1 0 1,1 0-1,0 0 0,-2-1 0,4 1 7,-1 0-1,1-1 1,-1 1 0,1 0 0,0 0-1,-1 0 1,1 0 0,0 0 0,0 0-1,0 0 1,7-5 9405,-10 6-9485,0 0-1,0 1 0,0-1 0,0 0 0,0 1 0,0 0 0,0-1 1,0 1-1,0 0 0,0 0 0,1 0 0,-1 0 0,0 1 0,1-1 0,-1 0 1,1 1-1,-1-1 0,1 1 0,0-1 0,-1 1 0,1 0 0,-2 3 1,-1 4 157,0 0 0,0 1 1,-4 13-1,5-12 79,-45 148 1960,-47 279 1,75-286-2363,1 280-1,23-327 0,4-1 0,5 0 0,41 162 0,-40-215 0,3 0 0,26 53 0,-32-80 0,2-1 0,1 0 0,1-1 0,0 0 0,2-1 0,21 21 0,-31-36-22,-1 0 1,1 0-1,1-1 0,-1 1 0,0-2 1,1 1-1,0-1 0,0 0 0,1-1 1,-1 0-1,1 0 0,-1-1 1,1 0-1,9 0 0,-8-1-21,1-1 0,-1-1 0,0 0 1,0 0-1,0-1 0,0-1 0,0 1 0,0-2 0,0 1 0,-1-1 0,18-11 0,-5 1-90,-1-1 0,-1 0 0,-1-2-1,0 0 1,-2-2 0,1 0 0,27-41 0,-10 6-184,54-114 0,-35 42 176,-6-2 1,-5-2 0,-6-2-1,-5-1 1,-7-2-1,15-247 1,-37 299 104,-4 0 0,-4 0 0,-3 0 0,-4 1 0,-27-99 0,33 158-122,-1 1 1,-2-1-1,0 1 0,-1 1 1,-2 0-1,-21-32 1,32 51 59,-1 0 1,1 0 0,0 0 0,-1 0 0,0 1 0,1-1 0,-1 0-1,0 1 1,0-1 0,0 1 0,0 0 0,0-1 0,0 1 0,0 0-1,0 0 1,-1 0 0,1 1 0,0-1 0,-1 0 0,1 1 0,0 0-1,-1-1 1,1 1 0,-1 0 0,1 0 0,0 1 0,-1-1 0,1 0-1,-1 1 1,1-1 0,0 1 0,-1 0 0,1 0 0,0 0 0,-3 1-1,0 2-213,1 0 0,-1 0 0,1 0 0,-1 0-1,1 1 1,0-1 0,1 1 0,-1 0 0,1 0-1,0 1 1,0-1 0,-2 7 0,0 1-884,1 1 1,0-1-1,1 1 1,1 0-1,0 0 1,0 21-1,7 36-7841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6.4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977 573 10057,'-4'-25'659,"2"17"-320,1 0 1,0 0 0,0 0-1,1 0 1,0 0 0,1 0-1,0 0 1,2-8 0,-3 12-86,1 1 1,0-1-1,-1 1 1,0-1 0,0 1-1,0-1 1,0 0-1,-1 1 1,1-1 0,-1 1-1,0-1 1,0 1 0,0 0-1,-1-1 1,1 1-1,-1 0 1,0 0 0,1 0-1,-2 0 1,1 0-1,0 0 1,0 0 0,-5-3-1,3 3-124,-1 0 0,1 1 0,-1-1 0,1 1 0,-1 0 0,0 0 0,1 1 0,-1-1 0,0 1 0,0 0-1,0 0 1,0 1 0,-1 0 0,1-1 0,0 2 0,-10 0 0,-10 5 41,0 0-1,0 2 1,1 1-1,0 1 1,0 0-1,1 2 1,1 1-1,0 1 1,1 1 0,-33 29-1,4 2 61,2 1 0,-81 108 1,74-81-88,4 2 0,-64 129 0,94-160-109,1 1 1,3 0-1,2 2 1,2 0-1,2 0 0,-7 70 1,17-105-24,1-1 0,0 0-1,0 0 1,1 0 0,0 1 0,1-1 0,1 0 0,0-1 0,6 16 0,-6-21-20,-1-1 0,1 0 0,0-1 1,0 1-1,1-1 0,-1 1 0,1-1 0,0 0 0,0 0 0,1 0 1,-1-1-1,1 0 0,0 0 0,0 0 0,0 0 0,0-1 0,0 0 1,0 0-1,1 0 0,-1-1 0,1 1 0,6-1 0,-5 0-17,0-1-1,-1 0 1,1-1 0,0 0-1,0 0 1,0 0-1,-1-1 1,1 0-1,0 0 1,-1-1 0,0 0-1,0 0 1,12-7-1,1-3-20,-1-1-1,32-31 0,-6-1-64,-2-2 1,56-85-1,58-119 40,-125 199 110,43-80-36,-6-3-1,-5-2 1,-7-3 0,51-199 0,-70 204 365,-36 133-313,0 0 0,1 0 0,-1-1 0,-1 1 0,1 0 0,0-1 0,-1 1 0,0-1 1,0 1-1,0-1 0,0 1 0,0-1 0,-1 1 0,-1-6 0,2 9-34,0-1 1,0 0 0,0 1 0,0-1 0,0 1-1,-1-1 1,1 1 0,0-1 0,0 1-1,-1-1 1,1 1 0,0-1 0,-1 1 0,1-1-1,0 1 1,-1-1 0,1 1 0,-1-1-1,1 1 1,-1 0 0,1-1 0,-1 1-1,1 0 1,-1 0 0,1-1 0,-1 1 0,1 0-1,-1 0 1,1 0 0,-1 0 0,0-1-1,1 1 1,-1 0 0,1 0 0,-1 0 0,1 0-1,-1 0 1,-1 1 0,-1 0 44,1 0 0,-1 1-1,0-1 1,1 1 0,-1 0 0,1 0 0,-5 4 0,-4 6 88,0 1-1,1 0 1,1 0 0,0 1 0,0 0 0,1 1 0,1 0 0,-8 26-1,0 5 226,-15 87-1,15-22-142,5 0-1,4 1 1,11 131-1,54 338-1752,-26-309-1198,-3-59-1600,2-74-3628,-1-49-2670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6.5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164 200 12557,'-46'-52'2188,"25"19"-255,-2 6-209,16 15-296,-6-3-368,-1-3-220,1 9-192,0-3-404,3 3-1128,6-3-952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7.8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250 800 9417,'-14'-14'468,"11"11"-325,-1 0 0,1 0-1,-1 0 1,1-1 0,0 0-1,1 1 1,-1-1 0,0 0 0,1 0-1,0-1 1,0 1 0,0 0-1,1-1 1,0 1 0,-1-1-1,1 1 1,0-8 0,-3-27 2103,-15-68 1,12 82-1701,2-1 0,0 0 1,2 0-1,1 0 0,1 0 1,4-48-1,1 54-383,0-1 0,2 1-1,0 1 1,1-1 0,1 1-1,1 0 1,1 1 0,1 0 0,0 0-1,24-28 1,-27 37-126,1 1 1,0 0-1,0 0 0,1 0 1,0 1-1,0 1 0,1 0 1,0 0-1,0 1 1,0 0-1,0 1 0,1 0 1,0 1-1,-1 1 0,1 0 1,1 0-1,-1 1 0,0 0 1,21 3-1,-8 1-11,0 1 0,0 2 0,0 1 0,-1 1 0,0 0 0,0 2 0,-1 1 0,0 1 0,-1 1 0,0 1 0,-2 0 0,1 2 0,27 28 0,-14-10-11,-2 2 0,-2 2 0,-1 0 0,-2 2 0,-1 1 0,25 58 0,-27-45-7,-2 2-1,-3 0 1,-3 1 0,-2 0 0,-2 2-1,-3-1 1,-3 1 0,-2 111 0,-8-88 1,-5 1 1,-3-1-1,-4-1 1,-3 0-1,-53 138 1,23-103 15,-5-1 0,-5-4 0,-98 140 0,28-74 16,-164 171-1,215-262-62,-114 129 159,187-209-107,-3 2 23,0 1 0,1 1 0,0-1 0,0 1 0,1 0 0,-5 13 0,11-22-48,-1 0-1,1 1 1,-1-1 0,1 1-1,0-1 1,0 1 0,-1-1-1,1 1 1,0-1 0,0 1-1,1-1 1,-1 1 0,0-1 0,0 0-1,1 1 1,-1-1 0,1 1-1,-1-1 1,1 0 0,0 1-1,0-1 1,-1 0 0,1 0-1,0 1 1,0-1 0,0 0 0,0 0-1,0 0 1,0 0 0,1 0-1,-1-1 1,0 1 0,0 0-1,1 0 1,-1-1 0,0 1-1,1-1 1,1 1 0,6 2 7,-1-1 0,1 0-1,0-1 1,0 0 0,11 0 0,54-1-33,126-17 0,-150 11-88,473-78-1469,-308 45 522,629-116-4573,-283 36-1634,-330 65 1069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8.2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1787 1287 11053,'-16'-5'242,"-28"-8"1008,0 2 0,-66-7 0,40 9 460,17 1-606,-1 3 0,0 1 1,-1 3-1,-56 7 0,48 4-599,1 2-1,1 3 1,0 3 0,1 3-1,1 2 1,2 3 0,0 2-1,-79 53 1,87-47-356,2 2 0,2 2 0,1 3 0,2 0-1,2 3 1,2 2 0,2 1 0,2 1 0,-33 65 0,48-77-126,1 1 0,2 1 0,2 0 0,1 1 0,3 0 1,1 1-1,1 0 0,3 0 0,1 1 0,2 70 0,5-91-134,0 1 0,1-1-1,1 0 1,1 0 0,0-1 0,2 1-1,0-1 1,1-1 0,1 0 0,1 0-1,1-1 1,0 0 0,1-1-1,23 22 1,-22-24-24,0-2-1,1 0 1,0-1-1,1 0 1,1-1-1,-1-1 1,2 0-1,-1-2 1,1 0-1,0-1 1,0 0-1,1-2 1,0 0-1,0-1 1,0-1-1,19 0 1,-7-4 24,-1-2 0,1 0 0,-1-2 1,0-1-1,0-2 0,-1-1 0,0-1 0,-1-1 0,36-22 0,-11 1-41,-1-1 0,-2-3 0,77-74-1,-73 55 95,-2-3-1,-3-1 0,-3-3 0,-3-1 0,-2-2 0,37-84 0,-10-3-83,84-291 0,-102 264 946,-9-3-1,-7-1 1,-9-1-1,-7-2 1,-10-263-1,-15 384 628,8 66-1420,-1 0 0,0 0 0,0 0 1,0-1-1,0 1 0,0 0 0,0 0 0,-1-1 0,1 1 0,0 0 0,0 0 0,0 0 0,0-1 0,0 1 0,0 0 0,0 0 0,0 0 0,0 0 0,0-1 1,-1 1-1,1 0 0,0 0 0,0 0 0,0 0 0,0-1 0,-1 1 0,1 0 0,0 0 0,0 0 0,0 0 0,0 0 0,-1 0 0,1 0 0,0 0 1,0 0-1,0 0 0,-1 0 0,1-1 0,0 1 0,0 0 0,-1 0 0,1 0 0,0 1 0,-7 9 328,2 10-151,0 0 0,1 1 0,1-1 0,1 1 0,1-1 0,1 1 0,3 23 0,-2-1-1,40 544 1112,38-3-1523,-69-514 64,102 605-4051,-18-231-4007,-82-397 5048,17 46 1,25 22-6847,-53-114 9925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4.4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323 1 604,'-131'9'264,"111"-6"284,0 6 472,-4 0 716,4-3-952,0 0 669,-3-9-1481,-1 3-384,7-12-1365,-6 0 569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6.1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245 524 8693,'0'0'1207,"-2"-3"-172,-2-15 196,0 1 1,1-1-1,-1-34 0,4 49-421,-4 21-1262,4-17 480,0 0-1,0 0 1,-1 0 0,1 0-1,-1 0 1,1 0-1,-1 0 1,1 0-1,-1 0 1,0 0 0,1 0-1,-1 0 1,0 0-1,0 0 1,0-1 0,0 1-1,0 0 1,0-1-1,0 1 1,0-1 0,-2 2-1,-27 5-133,0 0 128,27-5 1,-30 3-53,29-4 904,8-18-842,-3 17-27,-1-1 1,0 1 0,0-1-1,1 1 1,-1-1-1,0 1 1,0-1 0,1 1-1,-1-1 1,0 1-1,0-1 1,0 1 0,0-1-1,0 1 1,0-1-1,0 1 1,0-1 0,0 1-1,0-1 1,0 1-1,0-1 1,-1 1 0,1-1-1,0 1 1,0-1-1,0 1 1,-1 0 0,1-1-1,0 1 1,0-1-1,-1 1 1,1-1 0,0 1-1,-1 0 1,1-1-1,-1 1 1,1 0 0,0 0-1,-1-1 1,1 1-1,-1 0 1,1 0 0,-1-1-1,1 1 1,-1 0-1,0 0 1,-25-21-140,20 16 167,4 4 153,-6 0-11,-1 0 0,0 0 0,1 0 0,-1-1 0,1-1 0,-9-2-1,15 4 99,4-19 156,-1 14-402,1 0 0,0 1 0,1-1 0,0 1 0,-1 0 0,1 0 0,1 0 0,-1 0 0,1 0 0,0 1 0,0 0 0,5-5-1,11-7 39,32-21 0,-44 32-54,34-22 34,2 3 1,73-30 0,101-21 23,-154 57 12,2 2 0,0 4 1,1 2-1,0 3 1,112 3-1,-138 7-33,1 2-1,-1 1 1,0 2 0,46 16-1,-58-14-11,0 2-1,-1 0 0,-1 2 1,0 1-1,-1 2 0,31 24 1,-40-27-29,-1 2 1,-1-1 0,0 2 0,-1 0 0,-1 1 0,-1 0-1,0 1 1,-2 0 0,0 1 0,-1 0 0,-1 0 0,-1 1-1,0 0 1,-2 0 0,-1 1 0,0 0 0,-2 0 0,0 0-1,-1 0 1,-2 0 0,0 0 0,-1-1 0,-2 1 0,0 0-1,-1-1 1,-8 22 0,-30 67 59,-69 123 0,-2 8-24,108-229-48,1 1-1,0 0 1,1 1-1,1-1 0,0 1 1,1-1-1,-1 29 1,3-37 3,1 1 0,0 0 0,0-1 0,0 1 0,0-1 0,1 0 0,0 1 0,0-1 0,1 0 0,-1 0 1,1 0-1,0-1 0,1 1 0,-1-1 0,1 1 0,0-1 0,0 0 0,0-1 0,0 1 0,1-1 0,-1 1 1,7 2-1,5 2 2,0 0 1,1-1 0,0-1 0,30 8-1,76 8-30,-86-16 5,204 26 89,109 20-107,-298-42 47,-8-3 6,51 17 0,-83-20-8,0 0 1,0 1-1,0 1 1,-1 0-1,0 0 1,0 1-1,0 1 1,16 14-1,-25-20-1,0 1 1,1-1-1,-2 0 0,1 0 1,0 1-1,0-1 0,-1 1 1,1 0-1,-1-1 0,0 1 1,0 0-1,0 0 0,0 0 1,-1 0-1,1 0 1,-1 0-1,1 0 0,-1 4 1,-1-2 4,0-1 1,0 0 0,0 0-1,0-1 1,-1 1 0,1 0-1,-1 0 1,0-1 0,0 1 0,-1-1-1,1 1 1,-4 2 0,-6 7 30,-1-1 0,0-1 0,-1 0 0,0-1 0,-22 12 0,-6 0 42,-1-2 0,-1-1 0,-67 18 0,-147 25 118,-308 31 171,-6-34 33,152-18-204,351-33-202,10 0-274,1-3 0,-99-4-1,148-1 60,1-1 0,0 0-1,0-1 1,0 0-1,1 0 1,-1 0 0,-13-7-1,19 7 96,0 1-1,0 0 1,0 0-1,1-1 1,-1 1-1,0-1 1,1 1 0,-1-1-1,1 1 1,0-1-1,0 0 1,0 0-1,0 0 1,0 0-1,0 0 1,0 0-1,0 0 1,1 0 0,-1 0-1,1 0 1,-1 0-1,1-1 1,0 1-1,0 0 1,0 0-1,0 0 1,1 0 0,-1 0-1,0-1 1,1 1-1,0 0 1,1-3-1,1-2-643,0 0 0,0 0-1,1 0 1,0 0 0,0 1-1,9-10 1,51-49-7830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6.6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1690 1460 9809,'-32'-40'1845,"28"34"-1474,-2 1 1,1 0-1,0 0 1,-1 0-1,0 1 1,0-1-1,-1 2 0,1-1 1,-1 1-1,0 0 1,1 0-1,-2 0 1,-6-1-1,-9-3 482,-9-5-363,0 3 0,0 1-1,-1 1 1,0 1 0,0 2 0,0 2 0,-46 2 0,37 3-66,1 2 0,-1 2 0,1 2 1,1 1-1,-53 21 0,30-3-122,1 2 0,1 3 0,2 2 0,2 3 1,1 3-1,2 2 0,-50 51 0,52-41-196,3 1 1,2 3 0,3 2-1,2 2 1,3 1-1,-33 73 1,58-106-103,2 1-1,2 0 1,0 1 0,2 0 0,1 0-1,-5 64 1,11-80-83,1 1 0,0-1-1,1 0 1,1 0 0,0 1-1,1-1 1,0 0 0,2-1-1,-1 1 1,2-1 0,0 0-1,1 0 1,0-1 0,1 1-1,0-2 1,17 20 0,-18-25 10,0-1 1,1 0-1,0-1 0,0 0 1,0 0-1,0-1 1,1 0-1,-1 0 1,1-1-1,0 0 0,0 0 1,1-1-1,-1 0 1,0-1-1,1 0 1,-1-1-1,1 0 1,12-1-1,20-7-132,-20-1 62,35-18 1,219-135-620,-240 140 691,-1-2-1,-1-2 1,-2-1 0,0-1 0,29-35-1,-39 39 32,53-60-43,-4-4-1,-4-3 0,-4-3 1,-4-2-1,57-129 1,-30 26 60,105-372 1,-86 164 328,-78 272 253,10-140-1,-35 256-442,1-29 243,-3 46-310,0-1 0,0 0-1,-1 0 1,1 1 0,-1-1 0,1 0-1,-1 1 1,0-1 0,0 1-1,0-1 1,0 1 0,-3-4-1,4 5-26,-1 1-1,1-1 1,-1 1-1,0-1 1,1 1-1,-1-1 1,0 1-1,0-1 1,1 1-1,-1 0 1,0-1-1,0 1 1,1 0-1,-1 0 1,0-1-1,0 1 1,0 0-1,0 0 1,1 0-1,-1 0 1,0 0-1,0 0 1,0 0-1,0 1 1,1-1-1,-1 0 1,0 0-1,0 1 1,0-1-1,1 0 1,-1 1-1,0-1 1,0 1-1,1-1 1,-1 1-1,0-1 1,0 1-1,-23 26 544,15-12-364,0 0-1,2 1 0,-1 0 0,-8 32 1,-11 72 298,17-73-335,-29 172 321,-20 435 0,85 226-4356,-13-762 1053,6 0 0,47 167 1,-19-146-2712,11-18-2989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6:01.9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4 11657,'-10'-2'1133,"10"0"-95,2 4-96,-5 9-98,2-5-575,-1 0 1,0 0-1,1 0 0,0 0 1,1 0-1,-1 0 0,1 0 1,0 0-1,1 1 0,-1-1 1,1 0-1,2 7 0,4 10 401,17 40 1,-9-25-136,-1-4-339,1-1 1,2-1-1,0 0 1,3-1-1,0-1 1,2-1-1,37 39 1,-24-34-95,2-1 0,2-1 0,0-3 1,2-1-1,45 23 0,-19-17-129,2-3 0,1-4 0,2-2 0,0-4 0,1-2 0,1-4-1,94 7 1,-116-19-222,0-1-1,0-3 0,0-3 0,0-1 0,-1-3 0,0-2 0,0-2 1,89-35-1,-99 30 144,-1-2 1,-2-2-1,0-1 1,-1-3-1,-1 0 1,-1-2-1,-2-2 1,-1-1-1,-1-2 1,46-61-1,-66 79 392,-1-1-1,-1 1 1,13-31-1,-60 101 821,-10 19-818,3 1 1,3 2-1,-43 113 0,-23 156-923,59-111-2891,45-205 965,2 1 1,2 59-1,8-18-5563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6:02.3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1134 838 10177,'-48'-3'455,"-115"-3"1635,117 7-1351,0 3-1,1 1 1,-1 2 0,2 3 0,-1 1-1,-55 22 1,54-15-430,2 3 0,0 1 1,2 2-1,0 2 0,-66 54 0,82-56-237,0 1 1,2 1 0,1 2 0,1 0-1,1 1 1,1 1 0,-19 40-1,39-68-71,-4 5-13,0 0 0,1 1 1,0 0-1,1-1 0,0 1 1,0 0-1,0 0 0,1 0 0,0 0 1,1 1-1,0 10 0,2 1-203,1-1-1,8 30 0,-9-44 135,0 0-1,0 1 0,0-1 0,1 0 0,-1 0 1,1 0-1,1-1 0,-1 1 0,1-1 0,-1 0 1,1 0-1,0 0 0,1 0 0,-1-1 0,1 1 1,0-1-1,-1 0 0,1-1 0,1 1 0,-1-1 1,11 3-1,-7-3-70,0 0 0,0 0 0,1-1 0,-1-1 0,1 1 0,-1-2-1,1 1 1,-1-1 0,1-1 0,-1 0 0,10-3 0,6-4-22,-1-2 1,-1 0-1,0-2 0,0 0 1,-1-1-1,-1-2 0,0 0 1,33-36-1,-12 7 25,-2-2-1,56-86 1,-39 39-7,88-198 0,8-117 926,-48 27 2128,-95 342-2386,-9 38-432,-1 1 1,1-1-1,-1 1 1,1-1-1,-1 1 1,0-1-1,0 0 0,0 1 1,0-1-1,0 1 1,0-1-1,0 0 1,-1 1-1,1-1 1,-1 1-1,1-1 0,-1 1 1,1-1-1,-3-2 1,3 4-48,0 0 1,0 0-1,-1-1 1,1 1-1,0 0 1,-1 0-1,1 0 1,-1 0-1,1 0 1,0-1-1,-1 1 1,1 0-1,0 0 1,-1 0-1,1 0 1,-1 0-1,1 0 1,0 0-1,-1 0 1,1 0-1,0 1 1,-1-1-1,1 0 1,-1 0-1,1 0 1,-1 1-1,-13 12 208,4 5-30,0 1 1,2 0-1,0 0 1,1 0-1,-7 35 1,3-15-43,-14 53 20,5 1 0,4 1 1,4 1-1,3 0 0,8 157 1,8-155-1354,4-2 1,4 0-1,29 97 1,-35-161-783,1-1-1,2 0 1,19 37 0,14 10-5734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8.7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611 181 4956,'-80'-21'1191,"75"20"-942,-1 0 0,0 1 1,0 0-1,0 0 0,0 0 0,0 1 0,0 0 0,0 0 0,0 1 0,0 0 0,1 0 0,-1 0 1,-7 4-1,-23 8 1454,-131 23 4275,139-31-4155,0-1 0,-53 2-1,11-1 1437,39-5-1442,30-3-1320,8-3-194,49-13 168,242-18-461,-164 24-753,10-4-209,657-82-8117,-591 65 3154,1 2-3563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49.0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329 100 10557,'-37'-22'668,"20"12"270,1 1 1,-33-13-1,41 19-157,0-1-1,0 0 1,1 0 0,-1 0 0,1-1-1,-7-6 1,12 10 777,6 2-890,22 9-347,-1 0 1,0 2-1,-1 1 0,0 1 0,43 33 0,-44-30-173,254 190 798,-195-138-703,93 100 0,-155-147-203,-1 1-1,-1 2 0,-2-1 0,21 41 0,102 240 273,-130-282-288,-2 1 0,0 0 0,-1 0 0,-2 0 0,3 30 0,-7-31-2,-1 1 0,-2-1-1,-7 34 1,8-43-9,-7 29 22,-2-1 0,-2 0 0,-1-1 1,-3-1-1,-30 56 0,16-44 6,-2-2-1,-2-2 1,-58 64-1,11-31-587,-4-3 0,-3-4-1,-160 103 1,163-124-3028,-110 48 0,139-70-1925,33-13-3040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0.2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 1323 10229,'1'-1'113,"-1"-1"0,1 0 1,0 1-1,0-1 0,0 1 0,1-1 0,-1 1 1,0-1-1,1 1 0,-1 0 0,0 0 1,1 0-1,0 0 0,-1 0 0,1 0 0,-1 0 1,1 0-1,0 1 0,0-1 0,-1 1 1,1-1-1,0 1 0,0 0 0,3-1 0,-1 1 52,0-1-1,0-1 1,0 1-1,0-1 0,0 1 1,6-5-1,8-5 145,1 1 1,-1 1-1,1 0 0,1 2 1,0 0-1,0 1 0,28-4 1,11-5-84,-26 6-83,-1 1 82,43-18 0,-66 22-204,-1 0-1,1 0 0,-1-1 0,-1 0 0,1 0 0,-1-1 0,0 0 0,0 0 0,10-12 0,-16 16 2,1 0-1,-1 1 1,1-1 0,-1 0-1,0 0 1,0 1-1,0-1 1,0 0 0,0 0-1,0 0 1,0-1 0,-1 1-1,1 0 1,-1 0 0,1 0-1,-1 0 1,0-1 0,0 1-1,0 0 1,0 0 0,0 0-1,-1-1 1,1 1 0,-1 0-1,1 0 1,-1 0-1,0 0 1,0 0 0,0 0-1,0 0 1,0 0 0,0 0-1,0 0 1,-1 1 0,1-1-1,-3-2 1,0 1 39,0 0 0,0 1 1,-1-1-1,1 1 0,-1 0 1,1 0-1,-1 0 0,0 1 0,0 0 1,1-1-1,-1 2 0,0-1 1,0 1-1,0-1 0,-6 2 0,-14 1 90,1 2 0,0 1 0,0 0-1,1 2 1,-1 1 0,2 1-1,-1 1 1,1 0 0,0 2 0,1 1-1,1 0 1,0 2 0,1 0-1,1 1 1,0 1 0,1 1-1,1 0 1,0 1 0,2 1 0,0 0-1,1 1 1,1 1 0,-9 24-1,11-22-90,2 1 0,1 1 0,1-1-1,1 1 1,-2 37 0,7-44-36,0 0 1,2 0-1,0-1 0,1 1 1,0-1-1,2 1 1,0-1-1,11 23 0,-5-17-20,0-1-1,2 1 0,1-2 0,1 0 0,0-1 0,2 0 0,1-1 0,0-1 0,1-1 0,1 0 1,35 22-1,-30-25-58,0 0 0,1-2 0,1-1 0,0-2 0,1 0 1,0-2-1,0-1 0,0-1 0,1-1 0,40 0 0,-34-4-115,1-2 0,-1-1-1,0-2 1,0-2-1,0-1 1,34-12-1,-24 3-165,-1-1 0,0-3 0,80-49-1,-59 24 29,-1-3-1,-3-3 1,-2-3-1,-3-1 1,61-78-1,-57 55 103,-4-3-1,90-174 0,46-194 419,-134 278 1047,40-204-1,-92 348-972,0 0 0,-2-1 0,1-30 0,-24 86 399,4 6-448,2-1 0,1 2 1,-8 38-1,-17 114 370,17-77-362,-18 93 236,-23 397 1,59-514-444,3 0 0,17 111 0,-14-167-134,2 0 0,2-1 0,0 0 0,2 0 1,1-1-1,2-1 0,0 1 0,2-2 0,1 0 0,21 26 1,-30-43 9,0-1 0,1 0 0,-1 0 0,1-1 0,1 0 1,-1-1-1,1 1 0,1-2 0,-1 1 0,1-1 1,0-1-1,0 0 0,0 0 0,1-1 0,-1 0 0,1-1 1,-1 0-1,1-1 0,0 0 0,0-1 0,0 0 1,0-1-1,0 0 0,11-3 0,8-2-167,-1-3 0,0 0 1,-1-2-1,0-1 0,0-1 0,-1-1 0,-1-2 0,-1-1 1,25-20-1,-8 2 43,-2-2 1,-1-2-1,-2-1 0,37-53 1,-56 67 312,-1 0-1,-2-1 1,17-36 0,-25 46 53,-1 1 1,-1-1-1,0-1 0,-1 1 1,-1-1-1,-1 1 1,1-20-1,-3 33-121,-1 0 0,1 0-1,-1 1 1,0-1 0,0 0 0,0 0 0,0 0 0,-1 1 0,1-1-1,-1 1 1,-3-5 0,5 7-33,-18 11 183,16-8-181,0 0 0,0 0 0,0 0 0,1 0 0,-1 0 1,1 1-1,-1-1 0,1 0 0,0 1 0,-1-1 0,1 1 1,1-1-1,-1 1 0,0 0 0,1-1 0,-1 1 1,1 0-1,0-1 0,0 1 0,0 0 0,0-1 0,0 1 1,0 0-1,2 4 0,1 4 9,0 0 0,0 0 0,1 0-1,7 12 1,-4-8-24,2-1 0,0 0 0,1 0-1,0-1 1,1 0 0,1-1 0,0 0 0,26 19 0,6-1-345,66 35 0,-91-54 261,4 2-145,0-1-1,1-2 1,1 0 0,0-1 0,0-1-1,0-2 1,1 0 0,0-2 0,0-1-1,1-1 1,-1-1 0,0-1-1,32-5 1,-42 3 137,0-1 0,0 0 0,0-1 0,0-1 0,0-1 0,-1 0 0,0-1 0,0-1 0,-1 0 0,25-18 0,126-122-193,-144 128 286,1 1 0,1 2 0,1 0 0,0 2 0,2 0 0,-1 2 0,2 1 0,-1 1 0,54-15 0,-70 24 10,-1 0 1,0 1-1,1 0 1,-1 1-1,1 0 1,-1 0-1,1 1 1,-1 0-1,1 1 1,-1 0-1,0 0 1,0 1-1,0 0 1,0 1-1,0 0 1,15 9-1,-13-4 52,0 0-1,-1 1 0,0-1 0,0 2 1,-1 0-1,13 19 0,-11-14 71,1 0 0,16 14 0,-8-8 34,-16-17-92,0 0-1,1 0 0,-1-1 1,1 0-1,0 0 0,0 0 1,0 0-1,0-1 0,7 3 1,-4-3-54,-1-1 1,1-1 0,-1 1 0,1-1 0,-1-1 0,1 1 0,0-1-1,-1-1 1,1 1 0,-1-1 0,1-1 0,-1 1 0,1-1 0,-1-1-1,10-4 1,12-6 39,-1-1-1,38-27 1,-36 22-70,2 0 64,50-33 514,135-62 0,-187 102-475,0 0 1,0 3-1,1 0 0,0 2 1,0 1-1,1 2 0,-1 1 0,57 1 1,99 19 70,-165-15-139,0-1-1,0 0 1,41-6-1,-38 3-6,-12 0-1,0 0 1,-1 0-1,1-1 0,-1-1 1,1 0-1,-1-1 1,0 0-1,-1-1 1,1 0-1,-1-1 0,0 0 1,-1-1-1,0 0 1,0-1-1,-1 0 0,10-11 1,5-11 317,-2-1-1,-1-2 1,30-63 0,-12 23 727,12-11-46,-49 81-881,1 5-16,-1-1-99,0 0-1,0 1 1,0-1 0,0 1 0,0 0 0,0 0 0,0 0-1,0 0 1,0 0 0,-1 0 0,1 0 0,0 1 0,-1-1 0,1 0-1,-1 1 1,1 0 0,-1-1 0,0 1 0,2 2 0,0 2-3,0 1 0,-1-1 0,0 1 0,2 11 1,-1-6-11,2 12-379,-2 0-1,0 0 0,-2 1 0,-1 33 0,-16 97-8845,14-145 8142,-4 38-7005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0.3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64 293 9377,'-44'-76'2440,"41"34"-380,-11 12-280,11 15-295,10-9-281,10-9-336,9 15-220,18 6-120,16-3-452,21 5-552,16 1-1112,13 3-1261,18 3-1675,26 9-3521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1.7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218 180 8581,'-30'2'2392,"22"-2"-1455,-1 1-1,1-1 0,-1 0 1,0-1-1,1 0 1,-1 0-1,-14-5 0,2-2 1418,0 0 0,-38-8 0,59 16-2340,0 0 0,0 0 0,-1 0 0,1 0 0,0 0 0,0 0 0,0 0 0,0 0 0,0 0 0,0 0 0,-1 0 0,1 0 0,0 0 0,0-1 0,0 1 0,0 0 0,0 0 0,0 0 0,0 0 0,0 0 0,-1 0 0,1 0 0,0 0 0,0 0 0,0 0 0,0-1 0,0 1 0,0 0 0,0 0 0,0 0 0,0 0 0,0 0 0,0 0 0,0-1 0,0 1 0,0 0 1,0 0-1,0 0 0,0 0 0,0 0 0,0 0 0,0-1 0,0 1 0,0 0 0,0 0 0,0 0 0,0 0 0,0 0 0,0 0 0,0-1 0,0 1 0,0 0 0,0 0 0,0 0 0,0 0 0,0 0 0,1 0 0,-1 0 0,0 0 0,0 0 0,0-1 0,0 1 0,0 0 0,2-4 67,0-1 0,0 1 0,0 0 1,1-1-1,-1 1 0,1 0 0,0 1 0,0-1 0,0 0 0,1 1 0,-1 0 1,1 0-1,0 0 0,0 0 0,0 0 0,0 1 0,0 0 0,8-3 0,8-2 57,0 2 0,0 0-1,28-3 1,-40 7-99,374-34 691,3 28-461,-320 7-229,1074 20 304,-488-4-215,-435-5-953,-214-11 646,-1 1 0,0-1 0,1 0 0,-1 0 0,1 1 0,-1-1 0,0 1 0,1 0 0,-1-1 0,0 1 0,1 0 0,-1-1 0,0 1 0,0 0 0,0 0 0,0 0 0,0 0-1,0 0 1,0 1 0,0-1 0,0 0 0,-1 0 0,1 0 0,0 1 0,-1-1 0,1 2 0,1 2-918,-1 1-1,0 0 0,-1-1 1,1 1-1,-1 7 0,0 4-5234,3 4-2209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2.1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108 334 8877,'-2'-26'2318,"5"-46"0,-2 64-1920,0 0 0,0 0-1,1 0 1,0 1 0,1-1 0,0 0 0,0 1 0,1-1 0,0 1 0,5-7 0,1 1-143,1 2 0,0 0 0,1 0 0,0 1 0,1 0 0,0 1 0,1 1 0,-1 0 1,2 1-1,-1 0 0,1 1 0,28-8 0,-18 8-140,-1 2 0,1 0 0,0 1 0,0 1 0,-1 2 0,1 0 1,37 6-1,-48-4-93,0 0 1,0 2-1,0-1 0,0 2 1,0 0-1,-1 0 1,0 1-1,0 1 1,0 0-1,-1 1 1,0 0-1,-1 1 0,0 1 1,0-1-1,-1 2 1,0-1-1,-1 1 1,0 1-1,0 0 0,-2 0 1,1 1-1,-2 0 1,0 0-1,0 0 1,-1 1-1,-1 0 1,0 0-1,3 24 0,-4-6-7,-1 1-1,-2 0 0,-1 0 0,-1-1 0,-2 1 1,-1-1-1,-2 0 0,-1 0 0,-17 43 0,-10 10 11,-4-1 0,-54 86-1,-234 325 40,82-134 215,233-343-230,1 0-1,0 1 0,2 0 1,0 1-1,1 0 1,-7 33-1,13-47-37,1 1 1,0-1-1,1 0 0,0 1 0,0-1 1,0 0-1,1 0 0,0 1 0,0-1 1,0 0-1,1 0 0,0 0 0,0 0 1,1 0-1,0-1 0,0 1 0,0-1 1,0 1-1,1-1 0,0 0 0,0 0 1,0-1-1,1 1 0,0-1 0,-1 0 1,12 6-1,1 0 8,-1 0 1,2-2 0,-1 0-1,32 8 1,79 15-73,-102-26 1,56 10-446,0-4 1,1-4-1,93-4 1,247-38-4294,-93-25-2549,-157 24 473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2.2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278 55 5080,'-77'-21'1121,"81"6"459,-28 6-1024,8-1 268,-11 13-820,0 4 156,7-1-304,-4 0-484,-2 6-1852,-15 9-609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2.9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1540 11 5100,'-4'-10'9928,"-11"15"-6853,12-4-3157,-11 5 424,0 0-1,1 1 1,0 1 0,0 0-1,1 1 1,0 0 0,1 1 0,-13 13-1,-81 102 1309,78-91-1189,-211 285 1702,-287 508 0,444-683-2167,7 4-1,7 3 0,6 3 1,7 2-1,6 3 0,-32 202 1,66-267-735,-3 118 1,16-161-8,3-1 1,1 0-1,3 0 1,14 54-1,-16-88 214,0-1 1,1 0-1,1 0 0,1-1 1,13 23-1,-16-31 30,0-1 0,0 0 1,0 0-1,0 0 0,1 0 0,0-1 0,0 1 1,0-1-1,1 0 0,-1-1 0,1 0 1,0 0-1,0 0 0,0 0 0,0-1 0,7 2 1,30-1-7091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3.2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2181 64 6473,'-17'-13'669,"11"7"-172,-1 1 0,1 0 0,-1 0-1,0 0 1,0 1 0,0 1 0,0-1 0,-1 1 0,0 0-1,-15-3 1,9 5-135,0 1 1,1 0-1,-1 1 0,1 1 1,-1 0-1,1 1 0,-21 7 1,-96 44 1022,70-28-960,-119 56 357,-234 144 1,-141 149-3260,231-113-920,254-203 2204,-42 39-2381,9 1-1682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3.4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91 11237,'61'-12'1816,"-21"2"-40,7 1-191,6-3-317,11 0-204,23 0-280,37 3-148,27 3-144,36 6-96,28-6-324,16 3-424,23 6-544,11 9-636,20 3-541,10 6-2699,6 4-3745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3.9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2371 1747 7609,'-19'-49'1030,"10"24"-9,-1 1 0,-14-27 0,15 37-473,0 1-1,-1 0 0,-1 1 0,0 0 0,0 0 1,-1 1-1,-1 1 0,0 0 0,0 1 1,-1 0-1,0 1 0,-16-6 0,5 3-87,0 1 0,-1 1 0,-1 1 0,1 1 0,-1 2 0,-36-3 0,7 6 69,0 3 0,0 2 0,0 3 1,1 2-1,0 3 0,0 2 0,-72 27 0,9 7 56,3 4 0,-128 78 0,118-56-115,-201 158-1,269-184-377,3 2 0,1 3 0,3 2 0,2 3 0,-55 85 0,87-117-76,1 2-1,1 0 1,1 0-1,2 2 1,0-1-1,2 1 1,-10 60-1,17-78-83,1 0 1,0 0-1,1 0 0,1 1 0,-1-1 1,2 0-1,-1 0 0,2 0 0,-1-1 1,1 1-1,1 0 0,0-1 1,1 0-1,0 0 0,0 0 0,1-1 1,0 1-1,1-1 0,0-1 0,0 1 1,1-1-1,0-1 0,0 0 1,19 13-1,-12-12-84,0 0 0,0-1 0,1-1 0,-1 0 0,2-1 0,-1-1 1,0-1-1,1 0 0,0-1 0,0-1 0,-1 0 0,24-2 0,1-3-114,0-2-1,0-1 1,76-24-1,-60 11 99,-1-3 0,-1-2 1,-1-2-1,76-52 0,-63 32 21,-3-4-1,105-106 1,-66 41 61,-5-4-1,-6-4 1,86-153-1,-69 88 184,-8-5-1,-8-3 1,-9-5-1,60-222 1,-6-209 3060,-137 631-3118,-1 0-1,1 1 0,-1-1 0,1 0 1,-1 0-1,0 0 0,0 0 0,0 0 0,0 0 1,0 0-1,0 0 0,0 0 0,-1 0 1,1 0-1,-1 0 0,1 0 0,-1 1 0,0-1 1,0 0-1,0 0 0,-1-1 0,1 2-19,1 1-1,-1 0 0,1 0 0,-1 0 1,0 0-1,1-1 0,-1 1 1,1 0-1,-1 0 0,0 0 0,1 0 1,-1 0-1,1 1 0,-1-1 1,1 0-1,-1 0 0,0 0 1,1 0-1,-1 1 0,1-1 0,-1 0 1,1 0-1,-2 1 0,-18 20 245,9-5-129,1 1-1,0 0 0,1 0 0,-12 36 1,-19 84 213,35-120-312,-125 659 166,63 12-3698,50-219-974,20-355 944,5-1 1,26 127 0,1-90-4654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4.0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4 248 12569,'-3'-67'2040,"6"37"-352,-3 0-295,0-3-293,0 12-280,0 0-136,0-4-1700,0 4-1284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6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217 275 12885,'-103'-42'1857,"94"37"-1472,1 1-1,0-1 1,0 0-1,1-1 1,-1 0-1,1 0 1,0-1-1,1 0 1,-10-12-1,1 1 545,14 16-828,-1 0 1,1 1-1,-1-1 0,1 0 1,0 0-1,0 0 0,0 0 1,0 0-1,0 0 1,0-1-1,1 1 0,-1 0 1,1 0-1,0 0 0,-1-1 1,1 1-1,0 0 1,0 0-1,1-1 0,-1 1 1,0 0-1,1 0 0,-1-1 1,1 1-1,1-3 1,0 1-31,0 1 1,0 0-1,0-1 1,0 1 0,1 0-1,0 0 1,-1 1 0,1-1-1,0 0 1,0 1 0,1 0-1,-1 0 1,0 0-1,7-3 1,14-3 82,0 1 0,0 1 0,0 2 0,1 0 0,32 0 0,157-3 253,218 20 0,-323-7-407,705 45-652,78 5-439,-1-47-759,-827-11 1635,62-1-1491,221-34 0,-324 33 828,0-2 1,41-15-1,-55 17-75,0-1-1,0 1 1,-1-2 0,1 1 0,10-11 0,6-8-5455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7.1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895 120 7493,'-86'-68'2057,"81"63"-1445,-1 1 1,0 0 0,0 0 0,0 0 0,0 0 0,-1 1 0,1 0 0,-12-3 0,-15-8 2772,32 15-3247,0 0 0,1 0 0,-1 0 0,1 1 0,-1-1 0,1 0 0,-1 1 0,1-1 0,0 0 0,-1 1 0,1-1 0,0 0 0,0 1 0,0-1 0,0 3 0,4 11 214,0 1 0,1-1 0,1 0 0,0 0 0,1-1 0,0 0 0,18 24 0,1 4 192,247 491 2593,-201-364-2512,63 225-1,-116-324-540,-4 2-1,-3-1 1,-3 2 0,-3-1-1,-3 1 1,-3 0-1,-4-1 1,-3 1-1,-2-1 1,-29 105 0,19-114-361,-2-1 1,-3-1-1,-3-1 1,-2-1-1,-3-1 1,-2-2-1,-3-1 0,-2-2 1,-2-2-1,-2-1 1,-89 76-1,78-83-789,-2-2 0,-2-3 0,-79 39 0,-197 66-8340,172-87 54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8.1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2124 9989,'-26'0'1342,"12"0"2970,33-19-1737,-8 12-2371,-1 0 0,1 1 0,1 1 0,-1 0 0,1 0 0,0 1 1,0 1-1,0 0 0,14-2 0,6-2 41,348-78 1080,425-116-507,-557 106-680,-214 79-118,-1-2 0,-1-1-1,-1-1 1,58-48 0,-81 60-19,0-1-1,0 1 1,-1-1 0,0 0-1,0-1 1,-1 0 0,-1 0-1,9-19 1,-13 26 0,0 1-1,0-1 1,0 0 0,-1 0-1,1 0 1,-1 0 0,0 0 0,1 0-1,-1 0 1,-1 0 0,1 0 0,0 0-1,-1 0 1,0 0 0,1 0-1,-1 0 1,0 1 0,0-1 0,-1 0-1,1 0 1,-1 1 0,1-1 0,-1 1-1,0 0 1,0-1 0,0 1-1,0 0 1,0 0 0,0 0 0,-1 0-1,1 1 1,-1-1 0,1 0 0,-1 1-1,0 0 1,0 0 0,-5-2-1,-3-1 0,-1 0-1,0 1 0,0 0 0,0 1 0,0 0 1,-18 0-1,7 3 20,0 1 1,0 1-1,-34 8 0,4 2 56,1 2 0,1 2 0,-81 40 0,89-34-21,0 2 1,2 2-1,1 2 1,2 1-1,-59 60 1,77-69-41,1 1 1,1 0-1,1 2 0,1 0 1,1 1-1,1 0 1,1 1-1,2 1 0,0 0 1,-13 56-1,22-69-5,0 0 0,1 0 0,0 1 0,1-1 0,1 0 0,0 0 0,1 1 0,1-1 0,0 0 0,1-1 0,0 1 0,1 0 0,8 15 0,-4-12-20,1-2 0,0 1-1,1-2 1,1 1 0,0-1 0,1-1 0,1 0 0,0-1-1,29 19 1,-14-13-63,1-1-1,1-1 1,0-2-1,1-1 1,0-2-1,1-1 0,45 8 1,-35-12-68,1-1 0,0-2 0,0-3-1,0-1 1,52-8 0,-25-4-121,0-3 0,-1-3 0,-1-3 0,-1-3 0,-1-3 0,115-67 0,-71 26 59,-4-5-1,-2-4 1,-5-5 0,-2-4 0,128-150-1,-133 124 121,-5-4 0,-5-3 0,-6-4 0,106-226 0,-59 23 277,-109 277-21,-3-1 0,-1 0 0,-3-1 1,3-83-1,-11 122-90,-1 0 1,0 1-1,0-1 1,-1 0-1,-1 1 1,0 0-1,-7-17 1,10 28-67,0 0 1,-1 0-1,1 0 1,-1 0-1,1 0 0,-1 0 1,1 0-1,-1 0 1,0 0-1,1 0 1,-1 1-1,0-1 0,0 0 1,0 1-1,0-1 1,1 0-1,-1 1 1,0-1-1,0 1 0,0-1 1,0 1-1,0 0 1,0-1-1,-1 1 1,0 0-1,-25 7 234,24-6-224,-6 3 26,-1 1 1,1 1 0,1 0-1,-1 0 1,1 1 0,0 0 0,0 0-1,1 1 1,0 0 0,1 0-1,-11 17 1,-8 16 121,-24 59 0,38-78-130,-23 57 60,3 1 0,3 1 0,5 2 0,-18 107 0,27-91-56,4 0 0,4 0-1,11 144 1,0-185-81,3 1 0,30 109-1,-28-135-122,1-1-1,2 0 0,1 0 1,2-1-1,0-1 0,30 38 0,-36-56 36,0 0-1,1 0 0,1-1 0,0 0 0,0-1 1,1-1-1,0 0 0,1 0 0,0-2 0,0 1 1,1-2-1,0 0 0,0-1 0,1 0 1,-1-1-1,23 2 0,-16-4-47,0-1 1,0-1-1,-1-1 0,1-1 0,0-1 1,0-1-1,-1 0 0,0-2 0,0-1 1,0 0-1,28-16 0,-6-1-60,-1-2-1,-1-1 1,-2-2-1,41-39 1,133-148 908,-191 193-426,-4 4-13,-1 2 243,-1-1-1,13-20 0,-27 36 653,-4 3-1012,0 1 0,0-1 1,0 1-1,0 0 0,0-1 1,0 1-1,1 0 0,-1 0 1,-2 4-1,-3 8-42,0-1 0,1 1 0,0 0 0,1 1 0,1-1 0,0 1 1,1 0-1,0 0 0,1 0 0,1 29 0,1-36-64,1 1 0,0 0 0,0 0 0,1 0-1,0-1 1,0 1 0,1-1 0,0 0 0,1 1 0,0-1 0,0-1 0,0 1 0,1-1 0,1 1 0,-1-1 0,1-1 0,0 1 0,0-1 0,1 0-1,8 5 1,7 2-83,-1-2-1,1 0 0,1-2 0,0-1 1,0 0-1,0-2 0,1 0 0,0-2 1,0-1-1,44 1 0,17-5-1665,148-22-1,64-26-5876,-135 24-398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8.2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33 12473,'-77'27'2164,"53"-39"-107,-3 0 4899,51-3-5968,23-3-212,16 15-524,24 6-568,24 6-196,13 3-392,23 0-572,7 6-700,-3-9-540,3 4-2497,7 2-4156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8.6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765 649 10857,'-24'-43'813,"12"23"-38,1-2-1,1 0 1,-9-27 0,14 33-288,0 0 1,2-1 0,0 0-1,0 0 1,2 0-1,0 0 1,1 0 0,1 0-1,0 1 1,5-22 0,-2 24-331,0-1 0,0 1 0,1 0 0,1 0 0,1 0 0,0 0 1,0 1-1,1 1 0,1-1 0,0 1 0,1 1 0,0 0 0,1 0 0,0 1 1,1 0-1,0 1 0,0 0 0,20-9 0,-15 9-100,0 2-1,0 0 1,1 1-1,-1 0 1,1 2-1,1 0 1,-1 1 0,0 1-1,1 0 1,30 2-1,-39 1-40,1 0 0,-1 1-1,0 0 1,0 1 0,0 0 0,0 0-1,-1 1 1,1 0 0,-1 1 0,0 0-1,0 0 1,-1 1 0,0 0 0,0 1-1,0 0 1,0 0 0,-1 0 0,-1 1-1,1 0 1,9 16 0,-10-13-13,-1 1 0,1-1 0,-2 1 0,0 0 0,0 1 0,-1-1 0,-1 1 0,0-1 0,0 1 0,-1 14 0,-2-7 8,0 1-1,-2-1 1,0 0-1,-1 0 1,-12 33-1,-6 1 4,-2-1-1,-2-2 0,-52 75 1,-466 595-100,424-573 59,10-15-23,-68 88 115,143-173-64,2 2 0,-44 91 0,70-126-10,0 0 0,2 0 0,0 0 0,0 1 0,2 0 1,0-1-1,1 1 0,-1 17 0,3-26-19,1 0 0,0 1 0,0-1 0,0 0 0,1 0 0,0 0 0,0 0 0,1-1-1,0 1 1,0 0 0,0-1 0,1 0 0,0 0 0,0 0 0,1 0 0,0-1 0,0 0 0,0 0 0,11 9 0,-5-7-94,1 0-1,0-1 1,0-1 0,0 1 0,0-2 0,1 0 0,0 0-1,0-1 1,0-1 0,22 2 0,-3-3-400,1-1 0,0-1 1,40-7-1,18-9-1570,0-3 1,-2-5-1,0-4 1,102-47-1,-35 2-4520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8.7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462 28 8609,'0'-28'3310,"-4"39"-185,-10 36-1063,-21 22-92,-9 21-752,-150 485 1283,153-417-2545,-38 157-2064,54-179-1921,-1 107-9601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9.0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1055 25 11153,'-14'-20'1965,"11"16"2703,6 7-3612,35 49-18,-2 2 1,49 96-1,41 131-476,-95-208-307,0 1-111,30 108-1,-49-133-100,-2 0 0,-2 1-1,1 73 1,-9-69-62,-3 0 0,-2 0 1,-3-1-1,-1 1 0,-4-2 0,-1 1 0,-3-2 0,-2 0 0,-2-1 0,-2-2 1,-3 0-1,-1-1 0,-58 73 0,38-62-488,-3-3 1,-2-2-1,-2-2 0,-2-2 0,-3-3 1,-2-3-1,-1-2 0,-2-3 1,-103 44-1,-197 51-6804,182-80-295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9.5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5024 546 8373,'-39'-38'265,"-168"-149"1427,146 137-646,-2 2-1,-111-63 0,139 93-710,-1 1 0,0 2 0,-1 1 1,-1 2-1,0 2 0,0 1 0,-55-4 0,30 9-50,1 4 0,-1 2-1,0 4 1,1 1 0,-66 18 0,3 8 186,-179 71 0,115-23-123,3 9 0,-239 153-1,199-91-9,-272 238 0,321-230-120,7 7 1,8 8-1,7 6 1,-154 238 0,195-241-58,8 6 1,8 3 0,8 5 0,-125 394 0,177-450-117,6 1 0,6 1 0,6 1 0,6 1 0,5 172 0,13-224-31,3 0 0,4-1 1,4 0-1,4-2 0,4 0 1,3-1-1,3-1 0,5-2 1,65 116-1,-49-116-22,4-3-1,4-2 1,3-2 0,3-4-1,3-2 1,2-3 0,4-3-1,85 54 1,-59-52-52,3-4 1,3-5 0,2-4-1,2-5 1,2-5-1,129 30 1,-68-33-128,2-7 0,317 15 1,-287-44-21,1-8 1,228-38-1,-242 12 78,-2-9-1,-2-8 1,-3-8-1,-2-8 1,-3-8-1,-3-8 1,243-151-1,-315 164 105,-3-4 1,-2-5-1,-5-4 0,-3-4 0,-3-4 0,119-159 1,-156 175 68,-2-1 1,-4-3 0,-3-2 0,-4-2 0,-3-1 0,-4-1-1,-4-2 1,-3-1 0,24-175 0,-41 171 51,-4 0 1,-4 0-1,-3 0 1,-5 0-1,-4 1 1,-3 0-1,-5 1 1,-52-141-1,39 141-12,-5 2-1,-3 2 0,-3 2 0,-4 2 0,-4 2 1,-3 2-1,-3 3 0,-84-80 0,74 91-150,-2 3 0,-2 3 1,-3 3-1,-2 4 0,-3 3 0,-1 4 0,-2 3 0,-1 4 0,-2 4 0,-1 3 0,-165-28 0,184 48-495,0 2-1,0 4 1,0 3 0,-85 12 0,103-6-597,0 3 0,1 2-1,0 2 1,1 2 0,1 2 0,-56 29 0,62-21-2486,-48 36 1,89-62 3628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5:59.7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64 157 10901,'-53'-54'1348,"46"39"-1124,4-4-612,6-5-616,0 0-2276,4 3-1537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6:02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64 106 9653,'-53'-10'1330,"42"8"-209,15 2-234,348-5 1999,77 1-2384,1565 37-521,-1827-28-110,417 7-385,-5-30-706,-206-30-1284,-352 43 1549,1 0 0,-2-1-1,1-2 1,30-14 0,-9 0-3278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6:02.9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 40 10093,'-77'-30'1663,"59"20"780,35 19-1154,96 66 1062,130 63-1,8 5-1628,548 446 392,-786-578-1105,56 45 50,-2 4-1,75 86 1,21 59 54,-149-187-113,-1 1 0,-1 1 1,0 0-1,-2 1 0,0 0 1,-2 1-1,0 0 1,-1 0-1,-2 1 0,0-1 1,2 27-1,-7-31-72,0-1 0,-2 0 0,0 0 0,-1 0-1,0 0 1,-1 0 0,-1-1 0,-1 1 0,0-1 0,-2 0 0,1-1 0,-2 0-1,-17 25 1,1-9-278,-2 0-1,0-1 0,-2-2 0,-1-1 1,-1-1-1,-40 25 0,-15 2-1276,-120 56-1,-111 14-2473,210-85 1052,-23 12-2424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6:04.7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 97 4328,'-3'-18'991,"2"14"2591,1 8-3431,-6 23 57,6-24 2794,-3-4-2930,-55-18 3077,55 18-2899,4-2-151,-1 1-79,1-1 0,0 1 0,0-1 0,0 1 1,0 0-1,0 0 0,1-1 0,-1 1 0,1 0 0,-1 0 0,1 0 0,0 1 0,0-1 0,-1 0 0,1 1 1,1-1-1,-1 1 0,0 0 0,0-1 0,0 1 0,5-1 0,4-2-4,0 2 0,0-1-1,20-1 1,-12 2 45,273-17-25,-127 13 5,62 3-65,-185 6 30,0 1 0,0 3 0,55 15 0,-87-19-9,0 0 1,-1 1-1,0 0 1,0 0-1,0 1 1,-1 0-1,1 1 1,-1 0-1,11 10 1,-17-14 7,-1 1 1,1-1-1,-1 1 1,1-1-1,-1 1 1,0-1-1,0 1 1,0 0 0,0 0-1,0 0 1,-1-1-1,1 1 1,-1 0-1,0 0 1,0 0 0,0 0-1,0 0 1,-1 0-1,1-1 1,-2 6-1,0 0-9,0 0 0,-1 0 1,0 0-1,0 0 0,-8 12 0,-11 11 31,-39 44-1,39-50-28,0 2 1,-24 39-1,43-61 18,0 1 1,1 0-1,0-1 0,0 1 1,0 0-1,1 0 0,-1 1 1,1-1-1,1 0 1,-1 0-1,2 10 0,0-5-18,0 0-1,1 1 1,1-1-1,0 0 0,8 19 1,2-3 38,1-1 0,2 0 0,36 46 0,103 111-87,-25-33 89,-128-148-31,0 0 1,0 0 0,0 0-1,0 1 1,-1-1-1,1 0 1,-1 1 0,1 0-1,-1-1 1,0 1-1,0 0 1,0-1-1,-1 1 1,1 0 0,-1 0-1,1 0 1,-1 0-1,0 0 1,0-1 0,0 1-1,0 0 1,-1 0-1,1 0 1,-1 0-1,0 0 1,-1 4 0,-1-4-2,1 0 0,-1 1-1,0-1 1,0 0 0,-1-1 0,1 1 0,0 0 0,-1-1 0,0 0 0,0 0 0,1 0 0,-1 0 0,0-1 0,0 1 0,-1-1 0,1 0 0,-4 0 0,-14 3-186,1-1 0,-1-2-1,0 0 1,1-1 0,-43-6 0,36 2-2267,1-2 0,-29-10 0,33 7-3362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6:05.0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1187 295 10045,'-20'-6'277,"-8"-2"563,-1 1 0,-58-6 0,17 9 788,0 3 0,-101 13 0,85-1-1116,1 5 1,1 4-1,-115 41 1,162-47-408,-1 2 0,-35 21 0,64-32-115,0 0 0,1 0 0,-1 1 0,1 0 0,0 1-1,1 0 1,0 0 0,0 1 0,0 0 0,1 0 0,0 0-1,1 1 1,-6 10 0,10-15-59,1 0 0,-1 0 0,1 0 0,0 0 0,0 1 0,0-1 0,1 0 0,-1 0 0,1 0 0,0 0 0,0-1 0,0 1 0,1 0 0,-1 0 0,1-1 0,0 1 0,0-1 0,0 1 0,1-1 0,-1 0 0,1 0 0,0 0 0,0 0 0,0 0 0,0-1 0,6 5 0,-3-4-64,0-1 1,0 0 0,0 0 0,1 0-1,-1 0 1,0-1 0,1 0 0,-1-1-1,1 1 1,9-2 0,3 0-65,0-2 0,21-5-1,-18 1 51,-1 0 0,0-1 0,0-2-1,32-18 1,-26 13 51,13-10 22,0-1 0,-2-1-1,-1-3 1,40-40 0,123-147 1356,-165 177-730,2-4 171,-10 12 981,39-36 0,-73 90-827,-35 63-220,25-53-482,-19 48-1,16-24-1365,-24 115 1,32-108-664,5-32-1925,-3 43 0,9-21-4128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6:05.5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2348 286 10441,'-305'39'1472,"239"-30"-620,0 3 0,1 3 0,1 3 0,-86 35 0,60-15 518,-104 62 0,-73 64 207,142-79-604,-212 187 0,254-194-663,4 4 0,4 4 0,-72 105 0,113-139-147,2 1-1,3 1 1,2 2-1,-34 101 1,48-112-81,1 1 0,2 0 1,3 1-1,1 0 0,3 0 1,3 83-1,3-101-46,2 0 1,0 0 0,2 0-1,1-1 1,1 0-1,2 0 1,26 49-1,-17-43-44,2-1 0,1-2 0,2 0-1,0-1 1,42 35 0,-10-17-155,2-3 0,2-3 0,2-3 0,2-2 0,133 54 0,-93-52-333,2-5 1,1-4-1,142 20 0,-82-29-643,256 1 0,-227-28 207,-1-9 0,-1-7-1,248-63 1,-137 4-387,378-154 0,-39-52 305,-503 212 1127,-4-6 1,177-138 0,-248 165 168,-3-3-1,-2-3 0,-2-2 1,-4-3-1,-2-3 1,56-92-1,-83 115-81,-2-2 1,-2 0-1,-2-2 1,-2 0-1,-2-1 1,-3-1-1,-2 0 1,-2-1-1,-2 0 0,-3-1 1,-1-70-1,-6 88-64,-2 0 0,-1 0-1,-2 1 1,-1-1 0,-1 2-1,-3-1 1,0 2 0,-30-55 0,19 48 5,-2 2 0,-1 0 1,-2 2-1,-1 0 1,-2 3-1,-44-37 1,21 26-27,-2 2 0,-2 3 1,-2 3-1,-1 2 1,-1 3-1,-2 3 1,-1 2-1,-126-29 1,142 42-178,-1 3 1,0 2 0,-1 2 0,-90 3 0,86 3-287,0 3 1,0 2 0,1 3 0,0 1 0,-73 26 0,99-26-89,0 2 0,1 1 0,0 1 1,2 1-1,-1 1 0,2 1 0,-28 25 0,34-24-516,0 1 0,1 0 0,1 1 0,1 1 0,-16 27 0,-15 47-5131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0:26:05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1 230 10785,'7'-60'1472,"3"42"-368,0 3-192,3-4-200,0 1-124,1 0-120,-1 0 9,1 3-461,2 0-641,1 3-647,3 0-2940,-6 3-3229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78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40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7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96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18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27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92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71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27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81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361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F23095B-33C7-43DD-9036-621FD733545F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CA90EF3-2D6A-4505-8DF1-8DBFDDDCA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8947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9.xml"/><Relationship Id="rId21" Type="http://schemas.openxmlformats.org/officeDocument/2006/relationships/image" Target="../media/image66.png"/><Relationship Id="rId42" Type="http://schemas.openxmlformats.org/officeDocument/2006/relationships/customXml" Target="../ink/ink77.xml"/><Relationship Id="rId47" Type="http://schemas.openxmlformats.org/officeDocument/2006/relationships/image" Target="../media/image79.png"/><Relationship Id="rId63" Type="http://schemas.openxmlformats.org/officeDocument/2006/relationships/image" Target="../media/image87.png"/><Relationship Id="rId68" Type="http://schemas.openxmlformats.org/officeDocument/2006/relationships/customXml" Target="../ink/ink90.xml"/><Relationship Id="rId16" Type="http://schemas.openxmlformats.org/officeDocument/2006/relationships/customXml" Target="../ink/ink64.xml"/><Relationship Id="rId11" Type="http://schemas.openxmlformats.org/officeDocument/2006/relationships/image" Target="../media/image61.png"/><Relationship Id="rId32" Type="http://schemas.openxmlformats.org/officeDocument/2006/relationships/customXml" Target="../ink/ink72.xml"/><Relationship Id="rId37" Type="http://schemas.openxmlformats.org/officeDocument/2006/relationships/image" Target="../media/image74.png"/><Relationship Id="rId53" Type="http://schemas.openxmlformats.org/officeDocument/2006/relationships/image" Target="../media/image82.png"/><Relationship Id="rId58" Type="http://schemas.openxmlformats.org/officeDocument/2006/relationships/customXml" Target="../ink/ink85.xml"/><Relationship Id="rId74" Type="http://schemas.openxmlformats.org/officeDocument/2006/relationships/customXml" Target="../ink/ink93.xml"/><Relationship Id="rId79" Type="http://schemas.openxmlformats.org/officeDocument/2006/relationships/image" Target="../media/image95.png"/><Relationship Id="rId5" Type="http://schemas.openxmlformats.org/officeDocument/2006/relationships/image" Target="../media/image58.png"/><Relationship Id="rId61" Type="http://schemas.openxmlformats.org/officeDocument/2006/relationships/image" Target="../media/image86.png"/><Relationship Id="rId82" Type="http://schemas.openxmlformats.org/officeDocument/2006/relationships/customXml" Target="../ink/ink97.xml"/><Relationship Id="rId19" Type="http://schemas.openxmlformats.org/officeDocument/2006/relationships/image" Target="../media/image65.png"/><Relationship Id="rId14" Type="http://schemas.openxmlformats.org/officeDocument/2006/relationships/customXml" Target="../ink/ink63.xml"/><Relationship Id="rId22" Type="http://schemas.openxmlformats.org/officeDocument/2006/relationships/customXml" Target="../ink/ink67.xml"/><Relationship Id="rId27" Type="http://schemas.openxmlformats.org/officeDocument/2006/relationships/image" Target="../media/image69.png"/><Relationship Id="rId30" Type="http://schemas.openxmlformats.org/officeDocument/2006/relationships/customXml" Target="../ink/ink71.xml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openxmlformats.org/officeDocument/2006/relationships/customXml" Target="../ink/ink80.xml"/><Relationship Id="rId56" Type="http://schemas.openxmlformats.org/officeDocument/2006/relationships/customXml" Target="../ink/ink84.xml"/><Relationship Id="rId64" Type="http://schemas.openxmlformats.org/officeDocument/2006/relationships/customXml" Target="../ink/ink88.xml"/><Relationship Id="rId69" Type="http://schemas.openxmlformats.org/officeDocument/2006/relationships/image" Target="../media/image90.png"/><Relationship Id="rId77" Type="http://schemas.openxmlformats.org/officeDocument/2006/relationships/image" Target="../media/image94.png"/><Relationship Id="rId8" Type="http://schemas.openxmlformats.org/officeDocument/2006/relationships/customXml" Target="../ink/ink60.xml"/><Relationship Id="rId51" Type="http://schemas.openxmlformats.org/officeDocument/2006/relationships/image" Target="../media/image81.png"/><Relationship Id="rId72" Type="http://schemas.openxmlformats.org/officeDocument/2006/relationships/customXml" Target="../ink/ink92.xml"/><Relationship Id="rId80" Type="http://schemas.openxmlformats.org/officeDocument/2006/relationships/customXml" Target="../ink/ink96.xml"/><Relationship Id="rId3" Type="http://schemas.openxmlformats.org/officeDocument/2006/relationships/image" Target="../media/image57.png"/><Relationship Id="rId12" Type="http://schemas.openxmlformats.org/officeDocument/2006/relationships/customXml" Target="../ink/ink62.xml"/><Relationship Id="rId17" Type="http://schemas.openxmlformats.org/officeDocument/2006/relationships/image" Target="../media/image64.png"/><Relationship Id="rId25" Type="http://schemas.openxmlformats.org/officeDocument/2006/relationships/image" Target="../media/image68.png"/><Relationship Id="rId33" Type="http://schemas.openxmlformats.org/officeDocument/2006/relationships/image" Target="../media/image72.png"/><Relationship Id="rId38" Type="http://schemas.openxmlformats.org/officeDocument/2006/relationships/customXml" Target="../ink/ink75.xml"/><Relationship Id="rId46" Type="http://schemas.openxmlformats.org/officeDocument/2006/relationships/customXml" Target="../ink/ink79.xml"/><Relationship Id="rId59" Type="http://schemas.openxmlformats.org/officeDocument/2006/relationships/image" Target="../media/image85.png"/><Relationship Id="rId67" Type="http://schemas.openxmlformats.org/officeDocument/2006/relationships/image" Target="../media/image89.png"/><Relationship Id="rId20" Type="http://schemas.openxmlformats.org/officeDocument/2006/relationships/customXml" Target="../ink/ink66.xml"/><Relationship Id="rId41" Type="http://schemas.openxmlformats.org/officeDocument/2006/relationships/image" Target="../media/image76.png"/><Relationship Id="rId54" Type="http://schemas.openxmlformats.org/officeDocument/2006/relationships/customXml" Target="../ink/ink83.xml"/><Relationship Id="rId62" Type="http://schemas.openxmlformats.org/officeDocument/2006/relationships/customXml" Target="../ink/ink87.xml"/><Relationship Id="rId70" Type="http://schemas.openxmlformats.org/officeDocument/2006/relationships/customXml" Target="../ink/ink91.xml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9.xml"/><Relationship Id="rId15" Type="http://schemas.openxmlformats.org/officeDocument/2006/relationships/image" Target="../media/image63.png"/><Relationship Id="rId23" Type="http://schemas.openxmlformats.org/officeDocument/2006/relationships/image" Target="../media/image67.png"/><Relationship Id="rId28" Type="http://schemas.openxmlformats.org/officeDocument/2006/relationships/customXml" Target="../ink/ink70.xml"/><Relationship Id="rId36" Type="http://schemas.openxmlformats.org/officeDocument/2006/relationships/customXml" Target="../ink/ink74.xml"/><Relationship Id="rId49" Type="http://schemas.openxmlformats.org/officeDocument/2006/relationships/image" Target="../media/image80.png"/><Relationship Id="rId57" Type="http://schemas.openxmlformats.org/officeDocument/2006/relationships/image" Target="../media/image84.png"/><Relationship Id="rId10" Type="http://schemas.openxmlformats.org/officeDocument/2006/relationships/customXml" Target="../ink/ink61.xml"/><Relationship Id="rId31" Type="http://schemas.openxmlformats.org/officeDocument/2006/relationships/image" Target="../media/image71.png"/><Relationship Id="rId44" Type="http://schemas.openxmlformats.org/officeDocument/2006/relationships/customXml" Target="../ink/ink78.xml"/><Relationship Id="rId52" Type="http://schemas.openxmlformats.org/officeDocument/2006/relationships/customXml" Target="../ink/ink82.xml"/><Relationship Id="rId60" Type="http://schemas.openxmlformats.org/officeDocument/2006/relationships/customXml" Target="../ink/ink86.xml"/><Relationship Id="rId65" Type="http://schemas.openxmlformats.org/officeDocument/2006/relationships/image" Target="../media/image88.png"/><Relationship Id="rId73" Type="http://schemas.openxmlformats.org/officeDocument/2006/relationships/image" Target="../media/image92.png"/><Relationship Id="rId78" Type="http://schemas.openxmlformats.org/officeDocument/2006/relationships/customXml" Target="../ink/ink95.xml"/><Relationship Id="rId81" Type="http://schemas.openxmlformats.org/officeDocument/2006/relationships/image" Target="../media/image96.png"/><Relationship Id="rId4" Type="http://schemas.openxmlformats.org/officeDocument/2006/relationships/customXml" Target="../ink/ink58.xml"/><Relationship Id="rId9" Type="http://schemas.openxmlformats.org/officeDocument/2006/relationships/image" Target="../media/image60.png"/><Relationship Id="rId13" Type="http://schemas.openxmlformats.org/officeDocument/2006/relationships/image" Target="../media/image62.png"/><Relationship Id="rId18" Type="http://schemas.openxmlformats.org/officeDocument/2006/relationships/customXml" Target="../ink/ink65.xml"/><Relationship Id="rId39" Type="http://schemas.openxmlformats.org/officeDocument/2006/relationships/image" Target="../media/image75.png"/><Relationship Id="rId34" Type="http://schemas.openxmlformats.org/officeDocument/2006/relationships/customXml" Target="../ink/ink73.xml"/><Relationship Id="rId50" Type="http://schemas.openxmlformats.org/officeDocument/2006/relationships/customXml" Target="../ink/ink81.xml"/><Relationship Id="rId55" Type="http://schemas.openxmlformats.org/officeDocument/2006/relationships/image" Target="../media/image83.png"/><Relationship Id="rId76" Type="http://schemas.openxmlformats.org/officeDocument/2006/relationships/customXml" Target="../ink/ink94.xml"/><Relationship Id="rId7" Type="http://schemas.openxmlformats.org/officeDocument/2006/relationships/image" Target="../media/image59.png"/><Relationship Id="rId71" Type="http://schemas.openxmlformats.org/officeDocument/2006/relationships/image" Target="../media/image91.png"/><Relationship Id="rId2" Type="http://schemas.openxmlformats.org/officeDocument/2006/relationships/customXml" Target="../ink/ink57.xml"/><Relationship Id="rId29" Type="http://schemas.openxmlformats.org/officeDocument/2006/relationships/image" Target="../media/image70.png"/><Relationship Id="rId24" Type="http://schemas.openxmlformats.org/officeDocument/2006/relationships/customXml" Target="../ink/ink68.xml"/><Relationship Id="rId40" Type="http://schemas.openxmlformats.org/officeDocument/2006/relationships/customXml" Target="../ink/ink76.xml"/><Relationship Id="rId45" Type="http://schemas.openxmlformats.org/officeDocument/2006/relationships/image" Target="../media/image78.png"/><Relationship Id="rId66" Type="http://schemas.openxmlformats.org/officeDocument/2006/relationships/customXml" Target="../ink/ink89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0.xml"/><Relationship Id="rId21" Type="http://schemas.openxmlformats.org/officeDocument/2006/relationships/image" Target="../media/image107.png"/><Relationship Id="rId42" Type="http://schemas.openxmlformats.org/officeDocument/2006/relationships/customXml" Target="../ink/ink118.xml"/><Relationship Id="rId47" Type="http://schemas.openxmlformats.org/officeDocument/2006/relationships/image" Target="../media/image119.png"/><Relationship Id="rId63" Type="http://schemas.openxmlformats.org/officeDocument/2006/relationships/image" Target="../media/image127.png"/><Relationship Id="rId68" Type="http://schemas.openxmlformats.org/officeDocument/2006/relationships/customXml" Target="../ink/ink131.xml"/><Relationship Id="rId84" Type="http://schemas.openxmlformats.org/officeDocument/2006/relationships/customXml" Target="../ink/ink139.xml"/><Relationship Id="rId89" Type="http://schemas.openxmlformats.org/officeDocument/2006/relationships/image" Target="../media/image140.png"/><Relationship Id="rId16" Type="http://schemas.openxmlformats.org/officeDocument/2006/relationships/customXml" Target="../ink/ink105.xml"/><Relationship Id="rId11" Type="http://schemas.openxmlformats.org/officeDocument/2006/relationships/image" Target="../media/image102.png"/><Relationship Id="rId32" Type="http://schemas.openxmlformats.org/officeDocument/2006/relationships/customXml" Target="../ink/ink113.xml"/><Relationship Id="rId37" Type="http://schemas.openxmlformats.org/officeDocument/2006/relationships/image" Target="../media/image114.png"/><Relationship Id="rId53" Type="http://schemas.openxmlformats.org/officeDocument/2006/relationships/image" Target="../media/image122.png"/><Relationship Id="rId58" Type="http://schemas.openxmlformats.org/officeDocument/2006/relationships/customXml" Target="../ink/ink126.xml"/><Relationship Id="rId74" Type="http://schemas.openxmlformats.org/officeDocument/2006/relationships/customXml" Target="../ink/ink134.xml"/><Relationship Id="rId79" Type="http://schemas.openxmlformats.org/officeDocument/2006/relationships/image" Target="../media/image135.png"/><Relationship Id="rId5" Type="http://schemas.openxmlformats.org/officeDocument/2006/relationships/image" Target="../media/image99.png"/><Relationship Id="rId90" Type="http://schemas.openxmlformats.org/officeDocument/2006/relationships/customXml" Target="../ink/ink142.xml"/><Relationship Id="rId95" Type="http://schemas.openxmlformats.org/officeDocument/2006/relationships/image" Target="../media/image143.png"/><Relationship Id="rId22" Type="http://schemas.openxmlformats.org/officeDocument/2006/relationships/customXml" Target="../ink/ink108.xml"/><Relationship Id="rId27" Type="http://schemas.openxmlformats.org/officeDocument/2006/relationships/image" Target="../media/image110.png"/><Relationship Id="rId43" Type="http://schemas.openxmlformats.org/officeDocument/2006/relationships/image" Target="../media/image117.png"/><Relationship Id="rId48" Type="http://schemas.openxmlformats.org/officeDocument/2006/relationships/customXml" Target="../ink/ink121.xml"/><Relationship Id="rId64" Type="http://schemas.openxmlformats.org/officeDocument/2006/relationships/customXml" Target="../ink/ink129.xml"/><Relationship Id="rId69" Type="http://schemas.openxmlformats.org/officeDocument/2006/relationships/image" Target="../media/image130.png"/><Relationship Id="rId80" Type="http://schemas.openxmlformats.org/officeDocument/2006/relationships/customXml" Target="../ink/ink137.xml"/><Relationship Id="rId85" Type="http://schemas.openxmlformats.org/officeDocument/2006/relationships/image" Target="../media/image138.png"/><Relationship Id="rId12" Type="http://schemas.openxmlformats.org/officeDocument/2006/relationships/customXml" Target="../ink/ink103.xml"/><Relationship Id="rId17" Type="http://schemas.openxmlformats.org/officeDocument/2006/relationships/image" Target="../media/image105.png"/><Relationship Id="rId25" Type="http://schemas.openxmlformats.org/officeDocument/2006/relationships/image" Target="../media/image109.png"/><Relationship Id="rId33" Type="http://schemas.openxmlformats.org/officeDocument/2006/relationships/image" Target="../media/image113.png"/><Relationship Id="rId38" Type="http://schemas.openxmlformats.org/officeDocument/2006/relationships/customXml" Target="../ink/ink116.xml"/><Relationship Id="rId46" Type="http://schemas.openxmlformats.org/officeDocument/2006/relationships/customXml" Target="../ink/ink120.xml"/><Relationship Id="rId59" Type="http://schemas.openxmlformats.org/officeDocument/2006/relationships/image" Target="../media/image125.png"/><Relationship Id="rId67" Type="http://schemas.openxmlformats.org/officeDocument/2006/relationships/image" Target="../media/image129.png"/><Relationship Id="rId20" Type="http://schemas.openxmlformats.org/officeDocument/2006/relationships/customXml" Target="../ink/ink107.xml"/><Relationship Id="rId41" Type="http://schemas.openxmlformats.org/officeDocument/2006/relationships/image" Target="../media/image116.png"/><Relationship Id="rId54" Type="http://schemas.openxmlformats.org/officeDocument/2006/relationships/customXml" Target="../ink/ink124.xml"/><Relationship Id="rId62" Type="http://schemas.openxmlformats.org/officeDocument/2006/relationships/customXml" Target="../ink/ink128.xml"/><Relationship Id="rId70" Type="http://schemas.openxmlformats.org/officeDocument/2006/relationships/customXml" Target="../ink/ink132.xml"/><Relationship Id="rId75" Type="http://schemas.openxmlformats.org/officeDocument/2006/relationships/image" Target="../media/image133.png"/><Relationship Id="rId83" Type="http://schemas.openxmlformats.org/officeDocument/2006/relationships/image" Target="../media/image137.png"/><Relationship Id="rId88" Type="http://schemas.openxmlformats.org/officeDocument/2006/relationships/customXml" Target="../ink/ink141.xml"/><Relationship Id="rId91" Type="http://schemas.openxmlformats.org/officeDocument/2006/relationships/image" Target="../media/image141.png"/><Relationship Id="rId96" Type="http://schemas.openxmlformats.org/officeDocument/2006/relationships/customXml" Target="../ink/ink14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0.xml"/><Relationship Id="rId15" Type="http://schemas.openxmlformats.org/officeDocument/2006/relationships/image" Target="../media/image104.png"/><Relationship Id="rId23" Type="http://schemas.openxmlformats.org/officeDocument/2006/relationships/image" Target="../media/image108.png"/><Relationship Id="rId28" Type="http://schemas.openxmlformats.org/officeDocument/2006/relationships/customXml" Target="../ink/ink111.xml"/><Relationship Id="rId36" Type="http://schemas.openxmlformats.org/officeDocument/2006/relationships/customXml" Target="../ink/ink115.xml"/><Relationship Id="rId49" Type="http://schemas.openxmlformats.org/officeDocument/2006/relationships/image" Target="../media/image120.png"/><Relationship Id="rId57" Type="http://schemas.openxmlformats.org/officeDocument/2006/relationships/image" Target="../media/image124.png"/><Relationship Id="rId10" Type="http://schemas.openxmlformats.org/officeDocument/2006/relationships/customXml" Target="../ink/ink102.xml"/><Relationship Id="rId31" Type="http://schemas.openxmlformats.org/officeDocument/2006/relationships/image" Target="../media/image112.png"/><Relationship Id="rId44" Type="http://schemas.openxmlformats.org/officeDocument/2006/relationships/customXml" Target="../ink/ink119.xml"/><Relationship Id="rId52" Type="http://schemas.openxmlformats.org/officeDocument/2006/relationships/customXml" Target="../ink/ink123.xml"/><Relationship Id="rId60" Type="http://schemas.openxmlformats.org/officeDocument/2006/relationships/customXml" Target="../ink/ink127.xml"/><Relationship Id="rId65" Type="http://schemas.openxmlformats.org/officeDocument/2006/relationships/image" Target="../media/image128.png"/><Relationship Id="rId73" Type="http://schemas.openxmlformats.org/officeDocument/2006/relationships/image" Target="../media/image132.png"/><Relationship Id="rId78" Type="http://schemas.openxmlformats.org/officeDocument/2006/relationships/customXml" Target="../ink/ink136.xml"/><Relationship Id="rId81" Type="http://schemas.openxmlformats.org/officeDocument/2006/relationships/image" Target="../media/image136.png"/><Relationship Id="rId86" Type="http://schemas.openxmlformats.org/officeDocument/2006/relationships/customXml" Target="../ink/ink140.xml"/><Relationship Id="rId94" Type="http://schemas.openxmlformats.org/officeDocument/2006/relationships/customXml" Target="../ink/ink144.xml"/><Relationship Id="rId99" Type="http://schemas.openxmlformats.org/officeDocument/2006/relationships/image" Target="../media/image145.png"/><Relationship Id="rId101" Type="http://schemas.openxmlformats.org/officeDocument/2006/relationships/image" Target="../media/image146.png"/><Relationship Id="rId4" Type="http://schemas.openxmlformats.org/officeDocument/2006/relationships/customXml" Target="../ink/ink99.xml"/><Relationship Id="rId9" Type="http://schemas.openxmlformats.org/officeDocument/2006/relationships/image" Target="../media/image101.png"/><Relationship Id="rId13" Type="http://schemas.openxmlformats.org/officeDocument/2006/relationships/image" Target="../media/image103.png"/><Relationship Id="rId18" Type="http://schemas.openxmlformats.org/officeDocument/2006/relationships/customXml" Target="../ink/ink106.xml"/><Relationship Id="rId39" Type="http://schemas.openxmlformats.org/officeDocument/2006/relationships/image" Target="../media/image115.png"/><Relationship Id="rId34" Type="http://schemas.openxmlformats.org/officeDocument/2006/relationships/customXml" Target="../ink/ink114.xml"/><Relationship Id="rId50" Type="http://schemas.openxmlformats.org/officeDocument/2006/relationships/customXml" Target="../ink/ink122.xml"/><Relationship Id="rId55" Type="http://schemas.openxmlformats.org/officeDocument/2006/relationships/image" Target="../media/image123.png"/><Relationship Id="rId76" Type="http://schemas.openxmlformats.org/officeDocument/2006/relationships/customXml" Target="../ink/ink135.xml"/><Relationship Id="rId97" Type="http://schemas.openxmlformats.org/officeDocument/2006/relationships/image" Target="../media/image144.png"/><Relationship Id="rId7" Type="http://schemas.openxmlformats.org/officeDocument/2006/relationships/image" Target="../media/image100.png"/><Relationship Id="rId71" Type="http://schemas.openxmlformats.org/officeDocument/2006/relationships/image" Target="../media/image131.png"/><Relationship Id="rId92" Type="http://schemas.openxmlformats.org/officeDocument/2006/relationships/customXml" Target="../ink/ink143.xml"/><Relationship Id="rId2" Type="http://schemas.openxmlformats.org/officeDocument/2006/relationships/customXml" Target="../ink/ink98.xml"/><Relationship Id="rId29" Type="http://schemas.openxmlformats.org/officeDocument/2006/relationships/image" Target="../media/image111.png"/><Relationship Id="rId24" Type="http://schemas.openxmlformats.org/officeDocument/2006/relationships/customXml" Target="../ink/ink109.xml"/><Relationship Id="rId40" Type="http://schemas.openxmlformats.org/officeDocument/2006/relationships/customXml" Target="../ink/ink117.xml"/><Relationship Id="rId45" Type="http://schemas.openxmlformats.org/officeDocument/2006/relationships/image" Target="../media/image118.png"/><Relationship Id="rId66" Type="http://schemas.openxmlformats.org/officeDocument/2006/relationships/customXml" Target="../ink/ink130.xml"/><Relationship Id="rId87" Type="http://schemas.openxmlformats.org/officeDocument/2006/relationships/image" Target="../media/image139.png"/><Relationship Id="rId61" Type="http://schemas.openxmlformats.org/officeDocument/2006/relationships/image" Target="../media/image126.png"/><Relationship Id="rId82" Type="http://schemas.openxmlformats.org/officeDocument/2006/relationships/customXml" Target="../ink/ink138.xml"/><Relationship Id="rId19" Type="http://schemas.openxmlformats.org/officeDocument/2006/relationships/image" Target="../media/image106.png"/><Relationship Id="rId14" Type="http://schemas.openxmlformats.org/officeDocument/2006/relationships/customXml" Target="../ink/ink104.xml"/><Relationship Id="rId30" Type="http://schemas.openxmlformats.org/officeDocument/2006/relationships/customXml" Target="../ink/ink112.xml"/><Relationship Id="rId35" Type="http://schemas.openxmlformats.org/officeDocument/2006/relationships/image" Target="../media/image89.png"/><Relationship Id="rId56" Type="http://schemas.openxmlformats.org/officeDocument/2006/relationships/customXml" Target="../ink/ink125.xml"/><Relationship Id="rId77" Type="http://schemas.openxmlformats.org/officeDocument/2006/relationships/image" Target="../media/image134.png"/><Relationship Id="rId100" Type="http://schemas.openxmlformats.org/officeDocument/2006/relationships/customXml" Target="../ink/ink147.xml"/><Relationship Id="rId8" Type="http://schemas.openxmlformats.org/officeDocument/2006/relationships/customXml" Target="../ink/ink101.xml"/><Relationship Id="rId51" Type="http://schemas.openxmlformats.org/officeDocument/2006/relationships/image" Target="../media/image121.png"/><Relationship Id="rId72" Type="http://schemas.openxmlformats.org/officeDocument/2006/relationships/customXml" Target="../ink/ink133.xml"/><Relationship Id="rId93" Type="http://schemas.openxmlformats.org/officeDocument/2006/relationships/image" Target="../media/image142.png"/><Relationship Id="rId98" Type="http://schemas.openxmlformats.org/officeDocument/2006/relationships/customXml" Target="../ink/ink146.xml"/><Relationship Id="rId3" Type="http://schemas.openxmlformats.org/officeDocument/2006/relationships/image" Target="../media/image98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0.xml"/><Relationship Id="rId117" Type="http://schemas.openxmlformats.org/officeDocument/2006/relationships/image" Target="../media/image204.png"/><Relationship Id="rId21" Type="http://schemas.openxmlformats.org/officeDocument/2006/relationships/image" Target="../media/image156.png"/><Relationship Id="rId42" Type="http://schemas.openxmlformats.org/officeDocument/2006/relationships/customXml" Target="../ink/ink168.xml"/><Relationship Id="rId47" Type="http://schemas.openxmlformats.org/officeDocument/2006/relationships/image" Target="../media/image169.png"/><Relationship Id="rId63" Type="http://schemas.openxmlformats.org/officeDocument/2006/relationships/image" Target="../media/image177.png"/><Relationship Id="rId68" Type="http://schemas.openxmlformats.org/officeDocument/2006/relationships/customXml" Target="../ink/ink181.xml"/><Relationship Id="rId84" Type="http://schemas.openxmlformats.org/officeDocument/2006/relationships/customXml" Target="../ink/ink189.xml"/><Relationship Id="rId89" Type="http://schemas.openxmlformats.org/officeDocument/2006/relationships/image" Target="../media/image190.png"/><Relationship Id="rId112" Type="http://schemas.openxmlformats.org/officeDocument/2006/relationships/customXml" Target="../ink/ink203.xml"/><Relationship Id="rId16" Type="http://schemas.openxmlformats.org/officeDocument/2006/relationships/customXml" Target="../ink/ink155.xml"/><Relationship Id="rId107" Type="http://schemas.openxmlformats.org/officeDocument/2006/relationships/image" Target="../media/image199.png"/><Relationship Id="rId11" Type="http://schemas.openxmlformats.org/officeDocument/2006/relationships/image" Target="../media/image151.png"/><Relationship Id="rId32" Type="http://schemas.openxmlformats.org/officeDocument/2006/relationships/customXml" Target="../ink/ink163.xml"/><Relationship Id="rId37" Type="http://schemas.openxmlformats.org/officeDocument/2006/relationships/image" Target="../media/image164.png"/><Relationship Id="rId53" Type="http://schemas.openxmlformats.org/officeDocument/2006/relationships/image" Target="../media/image172.png"/><Relationship Id="rId58" Type="http://schemas.openxmlformats.org/officeDocument/2006/relationships/customXml" Target="../ink/ink176.xml"/><Relationship Id="rId74" Type="http://schemas.openxmlformats.org/officeDocument/2006/relationships/customXml" Target="../ink/ink184.xml"/><Relationship Id="rId79" Type="http://schemas.openxmlformats.org/officeDocument/2006/relationships/image" Target="../media/image185.png"/><Relationship Id="rId102" Type="http://schemas.openxmlformats.org/officeDocument/2006/relationships/customXml" Target="../ink/ink198.xml"/><Relationship Id="rId123" Type="http://schemas.openxmlformats.org/officeDocument/2006/relationships/image" Target="../media/image207.png"/><Relationship Id="rId5" Type="http://schemas.openxmlformats.org/officeDocument/2006/relationships/image" Target="../media/image148.png"/><Relationship Id="rId90" Type="http://schemas.openxmlformats.org/officeDocument/2006/relationships/customXml" Target="../ink/ink192.xml"/><Relationship Id="rId95" Type="http://schemas.openxmlformats.org/officeDocument/2006/relationships/image" Target="../media/image193.png"/><Relationship Id="rId22" Type="http://schemas.openxmlformats.org/officeDocument/2006/relationships/customXml" Target="../ink/ink158.xml"/><Relationship Id="rId27" Type="http://schemas.openxmlformats.org/officeDocument/2006/relationships/image" Target="../media/image159.png"/><Relationship Id="rId43" Type="http://schemas.openxmlformats.org/officeDocument/2006/relationships/image" Target="../media/image167.png"/><Relationship Id="rId48" Type="http://schemas.openxmlformats.org/officeDocument/2006/relationships/customXml" Target="../ink/ink171.xml"/><Relationship Id="rId64" Type="http://schemas.openxmlformats.org/officeDocument/2006/relationships/customXml" Target="../ink/ink179.xml"/><Relationship Id="rId69" Type="http://schemas.openxmlformats.org/officeDocument/2006/relationships/image" Target="../media/image180.png"/><Relationship Id="rId113" Type="http://schemas.openxmlformats.org/officeDocument/2006/relationships/image" Target="../media/image202.png"/><Relationship Id="rId118" Type="http://schemas.openxmlformats.org/officeDocument/2006/relationships/customXml" Target="../ink/ink206.xml"/><Relationship Id="rId80" Type="http://schemas.openxmlformats.org/officeDocument/2006/relationships/customXml" Target="../ink/ink187.xml"/><Relationship Id="rId85" Type="http://schemas.openxmlformats.org/officeDocument/2006/relationships/image" Target="../media/image188.png"/><Relationship Id="rId12" Type="http://schemas.openxmlformats.org/officeDocument/2006/relationships/customXml" Target="../ink/ink153.xml"/><Relationship Id="rId17" Type="http://schemas.openxmlformats.org/officeDocument/2006/relationships/image" Target="../media/image154.png"/><Relationship Id="rId33" Type="http://schemas.openxmlformats.org/officeDocument/2006/relationships/image" Target="../media/image162.png"/><Relationship Id="rId38" Type="http://schemas.openxmlformats.org/officeDocument/2006/relationships/customXml" Target="../ink/ink166.xml"/><Relationship Id="rId59" Type="http://schemas.openxmlformats.org/officeDocument/2006/relationships/image" Target="../media/image175.png"/><Relationship Id="rId103" Type="http://schemas.openxmlformats.org/officeDocument/2006/relationships/image" Target="../media/image197.png"/><Relationship Id="rId108" Type="http://schemas.openxmlformats.org/officeDocument/2006/relationships/customXml" Target="../ink/ink201.xml"/><Relationship Id="rId124" Type="http://schemas.openxmlformats.org/officeDocument/2006/relationships/customXml" Target="../ink/ink209.xml"/><Relationship Id="rId54" Type="http://schemas.openxmlformats.org/officeDocument/2006/relationships/customXml" Target="../ink/ink174.xml"/><Relationship Id="rId70" Type="http://schemas.openxmlformats.org/officeDocument/2006/relationships/customXml" Target="../ink/ink182.xml"/><Relationship Id="rId75" Type="http://schemas.openxmlformats.org/officeDocument/2006/relationships/image" Target="../media/image183.png"/><Relationship Id="rId91" Type="http://schemas.openxmlformats.org/officeDocument/2006/relationships/image" Target="../media/image191.png"/><Relationship Id="rId96" Type="http://schemas.openxmlformats.org/officeDocument/2006/relationships/customXml" Target="../ink/ink1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0.xml"/><Relationship Id="rId23" Type="http://schemas.openxmlformats.org/officeDocument/2006/relationships/image" Target="../media/image157.png"/><Relationship Id="rId28" Type="http://schemas.openxmlformats.org/officeDocument/2006/relationships/customXml" Target="../ink/ink161.xml"/><Relationship Id="rId49" Type="http://schemas.openxmlformats.org/officeDocument/2006/relationships/image" Target="../media/image170.png"/><Relationship Id="rId114" Type="http://schemas.openxmlformats.org/officeDocument/2006/relationships/customXml" Target="../ink/ink204.xml"/><Relationship Id="rId119" Type="http://schemas.openxmlformats.org/officeDocument/2006/relationships/image" Target="../media/image205.png"/><Relationship Id="rId44" Type="http://schemas.openxmlformats.org/officeDocument/2006/relationships/customXml" Target="../ink/ink169.xml"/><Relationship Id="rId60" Type="http://schemas.openxmlformats.org/officeDocument/2006/relationships/customXml" Target="../ink/ink177.xml"/><Relationship Id="rId65" Type="http://schemas.openxmlformats.org/officeDocument/2006/relationships/image" Target="../media/image178.png"/><Relationship Id="rId81" Type="http://schemas.openxmlformats.org/officeDocument/2006/relationships/image" Target="../media/image186.png"/><Relationship Id="rId86" Type="http://schemas.openxmlformats.org/officeDocument/2006/relationships/customXml" Target="../ink/ink190.xml"/><Relationship Id="rId13" Type="http://schemas.openxmlformats.org/officeDocument/2006/relationships/image" Target="../media/image152.png"/><Relationship Id="rId18" Type="http://schemas.openxmlformats.org/officeDocument/2006/relationships/customXml" Target="../ink/ink156.xml"/><Relationship Id="rId39" Type="http://schemas.openxmlformats.org/officeDocument/2006/relationships/image" Target="../media/image165.png"/><Relationship Id="rId109" Type="http://schemas.openxmlformats.org/officeDocument/2006/relationships/image" Target="../media/image200.png"/><Relationship Id="rId34" Type="http://schemas.openxmlformats.org/officeDocument/2006/relationships/customXml" Target="../ink/ink164.xml"/><Relationship Id="rId50" Type="http://schemas.openxmlformats.org/officeDocument/2006/relationships/customXml" Target="../ink/ink172.xml"/><Relationship Id="rId55" Type="http://schemas.openxmlformats.org/officeDocument/2006/relationships/image" Target="../media/image173.png"/><Relationship Id="rId76" Type="http://schemas.openxmlformats.org/officeDocument/2006/relationships/customXml" Target="../ink/ink185.xml"/><Relationship Id="rId97" Type="http://schemas.openxmlformats.org/officeDocument/2006/relationships/image" Target="../media/image194.png"/><Relationship Id="rId104" Type="http://schemas.openxmlformats.org/officeDocument/2006/relationships/customXml" Target="../ink/ink199.xml"/><Relationship Id="rId120" Type="http://schemas.openxmlformats.org/officeDocument/2006/relationships/customXml" Target="../ink/ink207.xml"/><Relationship Id="rId125" Type="http://schemas.openxmlformats.org/officeDocument/2006/relationships/image" Target="../media/image208.png"/><Relationship Id="rId7" Type="http://schemas.openxmlformats.org/officeDocument/2006/relationships/image" Target="../media/image149.png"/><Relationship Id="rId71" Type="http://schemas.openxmlformats.org/officeDocument/2006/relationships/image" Target="../media/image181.png"/><Relationship Id="rId92" Type="http://schemas.openxmlformats.org/officeDocument/2006/relationships/customXml" Target="../ink/ink193.xml"/><Relationship Id="rId2" Type="http://schemas.openxmlformats.org/officeDocument/2006/relationships/customXml" Target="../ink/ink148.xml"/><Relationship Id="rId29" Type="http://schemas.openxmlformats.org/officeDocument/2006/relationships/image" Target="../media/image160.png"/><Relationship Id="rId24" Type="http://schemas.openxmlformats.org/officeDocument/2006/relationships/customXml" Target="../ink/ink159.xml"/><Relationship Id="rId40" Type="http://schemas.openxmlformats.org/officeDocument/2006/relationships/customXml" Target="../ink/ink167.xml"/><Relationship Id="rId45" Type="http://schemas.openxmlformats.org/officeDocument/2006/relationships/image" Target="../media/image168.png"/><Relationship Id="rId66" Type="http://schemas.openxmlformats.org/officeDocument/2006/relationships/customXml" Target="../ink/ink180.xml"/><Relationship Id="rId87" Type="http://schemas.openxmlformats.org/officeDocument/2006/relationships/image" Target="../media/image189.png"/><Relationship Id="rId110" Type="http://schemas.openxmlformats.org/officeDocument/2006/relationships/customXml" Target="../ink/ink202.xml"/><Relationship Id="rId115" Type="http://schemas.openxmlformats.org/officeDocument/2006/relationships/image" Target="../media/image203.png"/><Relationship Id="rId61" Type="http://schemas.openxmlformats.org/officeDocument/2006/relationships/image" Target="../media/image176.png"/><Relationship Id="rId82" Type="http://schemas.openxmlformats.org/officeDocument/2006/relationships/customXml" Target="../ink/ink188.xml"/><Relationship Id="rId19" Type="http://schemas.openxmlformats.org/officeDocument/2006/relationships/image" Target="../media/image155.png"/><Relationship Id="rId14" Type="http://schemas.openxmlformats.org/officeDocument/2006/relationships/customXml" Target="../ink/ink154.xml"/><Relationship Id="rId30" Type="http://schemas.openxmlformats.org/officeDocument/2006/relationships/customXml" Target="../ink/ink162.xml"/><Relationship Id="rId35" Type="http://schemas.openxmlformats.org/officeDocument/2006/relationships/image" Target="../media/image163.png"/><Relationship Id="rId56" Type="http://schemas.openxmlformats.org/officeDocument/2006/relationships/customXml" Target="../ink/ink175.xml"/><Relationship Id="rId77" Type="http://schemas.openxmlformats.org/officeDocument/2006/relationships/image" Target="../media/image184.png"/><Relationship Id="rId100" Type="http://schemas.openxmlformats.org/officeDocument/2006/relationships/customXml" Target="../ink/ink197.xml"/><Relationship Id="rId105" Type="http://schemas.openxmlformats.org/officeDocument/2006/relationships/image" Target="../media/image198.png"/><Relationship Id="rId126" Type="http://schemas.openxmlformats.org/officeDocument/2006/relationships/customXml" Target="../ink/ink210.xml"/><Relationship Id="rId8" Type="http://schemas.openxmlformats.org/officeDocument/2006/relationships/customXml" Target="../ink/ink151.xml"/><Relationship Id="rId51" Type="http://schemas.openxmlformats.org/officeDocument/2006/relationships/image" Target="../media/image171.png"/><Relationship Id="rId72" Type="http://schemas.openxmlformats.org/officeDocument/2006/relationships/customXml" Target="../ink/ink183.xml"/><Relationship Id="rId93" Type="http://schemas.openxmlformats.org/officeDocument/2006/relationships/image" Target="../media/image192.png"/><Relationship Id="rId98" Type="http://schemas.openxmlformats.org/officeDocument/2006/relationships/customXml" Target="../ink/ink196.xml"/><Relationship Id="rId121" Type="http://schemas.openxmlformats.org/officeDocument/2006/relationships/image" Target="../media/image206.png"/><Relationship Id="rId3" Type="http://schemas.openxmlformats.org/officeDocument/2006/relationships/image" Target="../media/image147.png"/><Relationship Id="rId25" Type="http://schemas.openxmlformats.org/officeDocument/2006/relationships/image" Target="../media/image158.png"/><Relationship Id="rId46" Type="http://schemas.openxmlformats.org/officeDocument/2006/relationships/customXml" Target="../ink/ink170.xml"/><Relationship Id="rId67" Type="http://schemas.openxmlformats.org/officeDocument/2006/relationships/image" Target="../media/image179.png"/><Relationship Id="rId116" Type="http://schemas.openxmlformats.org/officeDocument/2006/relationships/customXml" Target="../ink/ink205.xml"/><Relationship Id="rId20" Type="http://schemas.openxmlformats.org/officeDocument/2006/relationships/customXml" Target="../ink/ink157.xml"/><Relationship Id="rId41" Type="http://schemas.openxmlformats.org/officeDocument/2006/relationships/image" Target="../media/image166.png"/><Relationship Id="rId62" Type="http://schemas.openxmlformats.org/officeDocument/2006/relationships/customXml" Target="../ink/ink178.xml"/><Relationship Id="rId83" Type="http://schemas.openxmlformats.org/officeDocument/2006/relationships/image" Target="../media/image187.png"/><Relationship Id="rId88" Type="http://schemas.openxmlformats.org/officeDocument/2006/relationships/customXml" Target="../ink/ink191.xml"/><Relationship Id="rId111" Type="http://schemas.openxmlformats.org/officeDocument/2006/relationships/image" Target="../media/image201.png"/><Relationship Id="rId15" Type="http://schemas.openxmlformats.org/officeDocument/2006/relationships/image" Target="../media/image153.png"/><Relationship Id="rId36" Type="http://schemas.openxmlformats.org/officeDocument/2006/relationships/customXml" Target="../ink/ink165.xml"/><Relationship Id="rId57" Type="http://schemas.openxmlformats.org/officeDocument/2006/relationships/image" Target="../media/image174.png"/><Relationship Id="rId106" Type="http://schemas.openxmlformats.org/officeDocument/2006/relationships/customXml" Target="../ink/ink200.xml"/><Relationship Id="rId127" Type="http://schemas.openxmlformats.org/officeDocument/2006/relationships/image" Target="../media/image209.png"/><Relationship Id="rId10" Type="http://schemas.openxmlformats.org/officeDocument/2006/relationships/customXml" Target="../ink/ink152.xml"/><Relationship Id="rId31" Type="http://schemas.openxmlformats.org/officeDocument/2006/relationships/image" Target="../media/image161.png"/><Relationship Id="rId52" Type="http://schemas.openxmlformats.org/officeDocument/2006/relationships/customXml" Target="../ink/ink173.xml"/><Relationship Id="rId73" Type="http://schemas.openxmlformats.org/officeDocument/2006/relationships/image" Target="../media/image182.png"/><Relationship Id="rId78" Type="http://schemas.openxmlformats.org/officeDocument/2006/relationships/customXml" Target="../ink/ink186.xml"/><Relationship Id="rId94" Type="http://schemas.openxmlformats.org/officeDocument/2006/relationships/customXml" Target="../ink/ink194.xml"/><Relationship Id="rId99" Type="http://schemas.openxmlformats.org/officeDocument/2006/relationships/image" Target="../media/image195.png"/><Relationship Id="rId101" Type="http://schemas.openxmlformats.org/officeDocument/2006/relationships/image" Target="../media/image196.png"/><Relationship Id="rId122" Type="http://schemas.openxmlformats.org/officeDocument/2006/relationships/customXml" Target="../ink/ink208.xml"/><Relationship Id="rId4" Type="http://schemas.openxmlformats.org/officeDocument/2006/relationships/customXml" Target="../ink/ink149.xml"/><Relationship Id="rId9" Type="http://schemas.openxmlformats.org/officeDocument/2006/relationships/image" Target="../media/image15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png"/><Relationship Id="rId18" Type="http://schemas.openxmlformats.org/officeDocument/2006/relationships/customXml" Target="../ink/ink219.xml"/><Relationship Id="rId26" Type="http://schemas.openxmlformats.org/officeDocument/2006/relationships/customXml" Target="../ink/ink223.xml"/><Relationship Id="rId39" Type="http://schemas.openxmlformats.org/officeDocument/2006/relationships/image" Target="../media/image227.png"/><Relationship Id="rId21" Type="http://schemas.openxmlformats.org/officeDocument/2006/relationships/image" Target="../media/image218.png"/><Relationship Id="rId34" Type="http://schemas.openxmlformats.org/officeDocument/2006/relationships/customXml" Target="../ink/ink227.xml"/><Relationship Id="rId7" Type="http://schemas.openxmlformats.org/officeDocument/2006/relationships/image" Target="../media/image212.png"/><Relationship Id="rId2" Type="http://schemas.openxmlformats.org/officeDocument/2006/relationships/customXml" Target="../ink/ink211.xml"/><Relationship Id="rId16" Type="http://schemas.openxmlformats.org/officeDocument/2006/relationships/customXml" Target="../ink/ink218.xml"/><Relationship Id="rId20" Type="http://schemas.openxmlformats.org/officeDocument/2006/relationships/customXml" Target="../ink/ink220.xml"/><Relationship Id="rId29" Type="http://schemas.openxmlformats.org/officeDocument/2006/relationships/image" Target="../media/image222.png"/><Relationship Id="rId41" Type="http://schemas.openxmlformats.org/officeDocument/2006/relationships/image" Target="../media/image22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3.xml"/><Relationship Id="rId11" Type="http://schemas.openxmlformats.org/officeDocument/2006/relationships/image" Target="../media/image214.png"/><Relationship Id="rId24" Type="http://schemas.openxmlformats.org/officeDocument/2006/relationships/customXml" Target="../ink/ink222.xml"/><Relationship Id="rId32" Type="http://schemas.openxmlformats.org/officeDocument/2006/relationships/customXml" Target="../ink/ink226.xml"/><Relationship Id="rId37" Type="http://schemas.openxmlformats.org/officeDocument/2006/relationships/image" Target="../media/image226.png"/><Relationship Id="rId40" Type="http://schemas.openxmlformats.org/officeDocument/2006/relationships/customXml" Target="../ink/ink230.xml"/><Relationship Id="rId5" Type="http://schemas.openxmlformats.org/officeDocument/2006/relationships/image" Target="../media/image211.png"/><Relationship Id="rId15" Type="http://schemas.openxmlformats.org/officeDocument/2006/relationships/image" Target="../media/image215.png"/><Relationship Id="rId23" Type="http://schemas.openxmlformats.org/officeDocument/2006/relationships/image" Target="../media/image219.png"/><Relationship Id="rId28" Type="http://schemas.openxmlformats.org/officeDocument/2006/relationships/customXml" Target="../ink/ink224.xml"/><Relationship Id="rId36" Type="http://schemas.openxmlformats.org/officeDocument/2006/relationships/customXml" Target="../ink/ink228.xml"/><Relationship Id="rId10" Type="http://schemas.openxmlformats.org/officeDocument/2006/relationships/customXml" Target="../ink/ink215.xml"/><Relationship Id="rId19" Type="http://schemas.openxmlformats.org/officeDocument/2006/relationships/image" Target="../media/image217.png"/><Relationship Id="rId31" Type="http://schemas.openxmlformats.org/officeDocument/2006/relationships/image" Target="../media/image223.png"/><Relationship Id="rId4" Type="http://schemas.openxmlformats.org/officeDocument/2006/relationships/customXml" Target="../ink/ink212.xml"/><Relationship Id="rId9" Type="http://schemas.openxmlformats.org/officeDocument/2006/relationships/image" Target="../media/image213.png"/><Relationship Id="rId14" Type="http://schemas.openxmlformats.org/officeDocument/2006/relationships/customXml" Target="../ink/ink217.xml"/><Relationship Id="rId22" Type="http://schemas.openxmlformats.org/officeDocument/2006/relationships/customXml" Target="../ink/ink221.xml"/><Relationship Id="rId27" Type="http://schemas.openxmlformats.org/officeDocument/2006/relationships/image" Target="../media/image221.png"/><Relationship Id="rId30" Type="http://schemas.openxmlformats.org/officeDocument/2006/relationships/customXml" Target="../ink/ink225.xml"/><Relationship Id="rId35" Type="http://schemas.openxmlformats.org/officeDocument/2006/relationships/image" Target="../media/image225.png"/><Relationship Id="rId8" Type="http://schemas.openxmlformats.org/officeDocument/2006/relationships/customXml" Target="../ink/ink214.xml"/><Relationship Id="rId3" Type="http://schemas.openxmlformats.org/officeDocument/2006/relationships/image" Target="../media/image210.png"/><Relationship Id="rId12" Type="http://schemas.openxmlformats.org/officeDocument/2006/relationships/customXml" Target="../ink/ink216.xml"/><Relationship Id="rId17" Type="http://schemas.openxmlformats.org/officeDocument/2006/relationships/image" Target="../media/image216.png"/><Relationship Id="rId25" Type="http://schemas.openxmlformats.org/officeDocument/2006/relationships/image" Target="../media/image220.png"/><Relationship Id="rId33" Type="http://schemas.openxmlformats.org/officeDocument/2006/relationships/image" Target="../media/image224.png"/><Relationship Id="rId38" Type="http://schemas.openxmlformats.org/officeDocument/2006/relationships/customXml" Target="../ink/ink229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5.png"/><Relationship Id="rId21" Type="http://schemas.openxmlformats.org/officeDocument/2006/relationships/image" Target="../media/image238.png"/><Relationship Id="rId42" Type="http://schemas.openxmlformats.org/officeDocument/2006/relationships/customXml" Target="../ink/ink251.xml"/><Relationship Id="rId63" Type="http://schemas.openxmlformats.org/officeDocument/2006/relationships/image" Target="../media/image259.png"/><Relationship Id="rId84" Type="http://schemas.openxmlformats.org/officeDocument/2006/relationships/customXml" Target="../ink/ink272.xml"/><Relationship Id="rId138" Type="http://schemas.openxmlformats.org/officeDocument/2006/relationships/customXml" Target="../ink/ink299.xml"/><Relationship Id="rId159" Type="http://schemas.openxmlformats.org/officeDocument/2006/relationships/image" Target="../media/image306.png"/><Relationship Id="rId170" Type="http://schemas.openxmlformats.org/officeDocument/2006/relationships/customXml" Target="../ink/ink315.xml"/><Relationship Id="rId191" Type="http://schemas.openxmlformats.org/officeDocument/2006/relationships/image" Target="../media/image322.png"/><Relationship Id="rId205" Type="http://schemas.openxmlformats.org/officeDocument/2006/relationships/image" Target="../media/image329.png"/><Relationship Id="rId226" Type="http://schemas.openxmlformats.org/officeDocument/2006/relationships/customXml" Target="../ink/ink343.xml"/><Relationship Id="rId107" Type="http://schemas.openxmlformats.org/officeDocument/2006/relationships/image" Target="../media/image280.png"/><Relationship Id="rId11" Type="http://schemas.openxmlformats.org/officeDocument/2006/relationships/image" Target="../media/image233.png"/><Relationship Id="rId32" Type="http://schemas.openxmlformats.org/officeDocument/2006/relationships/customXml" Target="../ink/ink246.xml"/><Relationship Id="rId53" Type="http://schemas.openxmlformats.org/officeDocument/2006/relationships/image" Target="../media/image254.png"/><Relationship Id="rId74" Type="http://schemas.openxmlformats.org/officeDocument/2006/relationships/customXml" Target="../ink/ink267.xml"/><Relationship Id="rId128" Type="http://schemas.openxmlformats.org/officeDocument/2006/relationships/customXml" Target="../ink/ink294.xml"/><Relationship Id="rId149" Type="http://schemas.openxmlformats.org/officeDocument/2006/relationships/image" Target="../media/image301.png"/><Relationship Id="rId5" Type="http://schemas.openxmlformats.org/officeDocument/2006/relationships/image" Target="../media/image230.png"/><Relationship Id="rId95" Type="http://schemas.openxmlformats.org/officeDocument/2006/relationships/image" Target="../media/image275.png"/><Relationship Id="rId160" Type="http://schemas.openxmlformats.org/officeDocument/2006/relationships/customXml" Target="../ink/ink310.xml"/><Relationship Id="rId181" Type="http://schemas.openxmlformats.org/officeDocument/2006/relationships/image" Target="../media/image317.png"/><Relationship Id="rId216" Type="http://schemas.openxmlformats.org/officeDocument/2006/relationships/customXml" Target="../ink/ink338.xml"/><Relationship Id="rId237" Type="http://schemas.openxmlformats.org/officeDocument/2006/relationships/image" Target="../media/image345.png"/><Relationship Id="rId22" Type="http://schemas.openxmlformats.org/officeDocument/2006/relationships/customXml" Target="../ink/ink241.xml"/><Relationship Id="rId43" Type="http://schemas.openxmlformats.org/officeDocument/2006/relationships/image" Target="../media/image249.png"/><Relationship Id="rId64" Type="http://schemas.openxmlformats.org/officeDocument/2006/relationships/customXml" Target="../ink/ink262.xml"/><Relationship Id="rId118" Type="http://schemas.openxmlformats.org/officeDocument/2006/relationships/customXml" Target="../ink/ink289.xml"/><Relationship Id="rId139" Type="http://schemas.openxmlformats.org/officeDocument/2006/relationships/image" Target="../media/image296.png"/><Relationship Id="rId85" Type="http://schemas.openxmlformats.org/officeDocument/2006/relationships/image" Target="../media/image270.png"/><Relationship Id="rId150" Type="http://schemas.openxmlformats.org/officeDocument/2006/relationships/customXml" Target="../ink/ink305.xml"/><Relationship Id="rId171" Type="http://schemas.openxmlformats.org/officeDocument/2006/relationships/image" Target="../media/image312.png"/><Relationship Id="rId192" Type="http://schemas.openxmlformats.org/officeDocument/2006/relationships/customXml" Target="../ink/ink326.xml"/><Relationship Id="rId206" Type="http://schemas.openxmlformats.org/officeDocument/2006/relationships/customXml" Target="../ink/ink333.xml"/><Relationship Id="rId227" Type="http://schemas.openxmlformats.org/officeDocument/2006/relationships/image" Target="../media/image340.png"/><Relationship Id="rId12" Type="http://schemas.openxmlformats.org/officeDocument/2006/relationships/customXml" Target="../ink/ink236.xml"/><Relationship Id="rId33" Type="http://schemas.openxmlformats.org/officeDocument/2006/relationships/image" Target="../media/image244.png"/><Relationship Id="rId108" Type="http://schemas.openxmlformats.org/officeDocument/2006/relationships/customXml" Target="../ink/ink284.xml"/><Relationship Id="rId129" Type="http://schemas.openxmlformats.org/officeDocument/2006/relationships/image" Target="../media/image291.png"/><Relationship Id="rId54" Type="http://schemas.openxmlformats.org/officeDocument/2006/relationships/customXml" Target="../ink/ink257.xml"/><Relationship Id="rId75" Type="http://schemas.openxmlformats.org/officeDocument/2006/relationships/image" Target="../media/image265.png"/><Relationship Id="rId96" Type="http://schemas.openxmlformats.org/officeDocument/2006/relationships/customXml" Target="../ink/ink278.xml"/><Relationship Id="rId140" Type="http://schemas.openxmlformats.org/officeDocument/2006/relationships/customXml" Target="../ink/ink300.xml"/><Relationship Id="rId161" Type="http://schemas.openxmlformats.org/officeDocument/2006/relationships/image" Target="../media/image307.png"/><Relationship Id="rId182" Type="http://schemas.openxmlformats.org/officeDocument/2006/relationships/customXml" Target="../ink/ink321.xml"/><Relationship Id="rId217" Type="http://schemas.openxmlformats.org/officeDocument/2006/relationships/image" Target="../media/image335.png"/><Relationship Id="rId6" Type="http://schemas.openxmlformats.org/officeDocument/2006/relationships/customXml" Target="../ink/ink233.xml"/><Relationship Id="rId238" Type="http://schemas.openxmlformats.org/officeDocument/2006/relationships/customXml" Target="../ink/ink349.xml"/><Relationship Id="rId23" Type="http://schemas.openxmlformats.org/officeDocument/2006/relationships/image" Target="../media/image239.png"/><Relationship Id="rId119" Type="http://schemas.openxmlformats.org/officeDocument/2006/relationships/image" Target="../media/image286.png"/><Relationship Id="rId44" Type="http://schemas.openxmlformats.org/officeDocument/2006/relationships/customXml" Target="../ink/ink252.xml"/><Relationship Id="rId65" Type="http://schemas.openxmlformats.org/officeDocument/2006/relationships/image" Target="../media/image260.png"/><Relationship Id="rId86" Type="http://schemas.openxmlformats.org/officeDocument/2006/relationships/customXml" Target="../ink/ink273.xml"/><Relationship Id="rId130" Type="http://schemas.openxmlformats.org/officeDocument/2006/relationships/customXml" Target="../ink/ink295.xml"/><Relationship Id="rId151" Type="http://schemas.openxmlformats.org/officeDocument/2006/relationships/image" Target="../media/image302.png"/><Relationship Id="rId172" Type="http://schemas.openxmlformats.org/officeDocument/2006/relationships/customXml" Target="../ink/ink316.xml"/><Relationship Id="rId193" Type="http://schemas.openxmlformats.org/officeDocument/2006/relationships/image" Target="../media/image323.png"/><Relationship Id="rId207" Type="http://schemas.openxmlformats.org/officeDocument/2006/relationships/image" Target="../media/image330.png"/><Relationship Id="rId228" Type="http://schemas.openxmlformats.org/officeDocument/2006/relationships/customXml" Target="../ink/ink344.xml"/><Relationship Id="rId13" Type="http://schemas.openxmlformats.org/officeDocument/2006/relationships/image" Target="../media/image234.png"/><Relationship Id="rId109" Type="http://schemas.openxmlformats.org/officeDocument/2006/relationships/image" Target="../media/image281.png"/><Relationship Id="rId34" Type="http://schemas.openxmlformats.org/officeDocument/2006/relationships/customXml" Target="../ink/ink247.xml"/><Relationship Id="rId55" Type="http://schemas.openxmlformats.org/officeDocument/2006/relationships/image" Target="../media/image255.png"/><Relationship Id="rId76" Type="http://schemas.openxmlformats.org/officeDocument/2006/relationships/customXml" Target="../ink/ink268.xml"/><Relationship Id="rId97" Type="http://schemas.openxmlformats.org/officeDocument/2006/relationships/image" Target="../media/image276.png"/><Relationship Id="rId120" Type="http://schemas.openxmlformats.org/officeDocument/2006/relationships/customXml" Target="../ink/ink290.xml"/><Relationship Id="rId141" Type="http://schemas.openxmlformats.org/officeDocument/2006/relationships/image" Target="../media/image297.png"/><Relationship Id="rId7" Type="http://schemas.openxmlformats.org/officeDocument/2006/relationships/image" Target="../media/image231.png"/><Relationship Id="rId162" Type="http://schemas.openxmlformats.org/officeDocument/2006/relationships/customXml" Target="../ink/ink311.xml"/><Relationship Id="rId183" Type="http://schemas.openxmlformats.org/officeDocument/2006/relationships/image" Target="../media/image318.png"/><Relationship Id="rId218" Type="http://schemas.openxmlformats.org/officeDocument/2006/relationships/customXml" Target="../ink/ink339.xml"/><Relationship Id="rId239" Type="http://schemas.openxmlformats.org/officeDocument/2006/relationships/image" Target="../media/image346.png"/><Relationship Id="rId24" Type="http://schemas.openxmlformats.org/officeDocument/2006/relationships/customXml" Target="../ink/ink242.xml"/><Relationship Id="rId45" Type="http://schemas.openxmlformats.org/officeDocument/2006/relationships/image" Target="../media/image250.png"/><Relationship Id="rId66" Type="http://schemas.openxmlformats.org/officeDocument/2006/relationships/customXml" Target="../ink/ink263.xml"/><Relationship Id="rId87" Type="http://schemas.openxmlformats.org/officeDocument/2006/relationships/image" Target="../media/image271.png"/><Relationship Id="rId110" Type="http://schemas.openxmlformats.org/officeDocument/2006/relationships/customXml" Target="../ink/ink285.xml"/><Relationship Id="rId131" Type="http://schemas.openxmlformats.org/officeDocument/2006/relationships/image" Target="../media/image292.png"/><Relationship Id="rId152" Type="http://schemas.openxmlformats.org/officeDocument/2006/relationships/customXml" Target="../ink/ink306.xml"/><Relationship Id="rId173" Type="http://schemas.openxmlformats.org/officeDocument/2006/relationships/image" Target="../media/image313.png"/><Relationship Id="rId194" Type="http://schemas.openxmlformats.org/officeDocument/2006/relationships/customXml" Target="../ink/ink327.xml"/><Relationship Id="rId208" Type="http://schemas.openxmlformats.org/officeDocument/2006/relationships/customXml" Target="../ink/ink334.xml"/><Relationship Id="rId229" Type="http://schemas.openxmlformats.org/officeDocument/2006/relationships/image" Target="../media/image341.png"/><Relationship Id="rId240" Type="http://schemas.openxmlformats.org/officeDocument/2006/relationships/customXml" Target="../ink/ink350.xml"/><Relationship Id="rId14" Type="http://schemas.openxmlformats.org/officeDocument/2006/relationships/customXml" Target="../ink/ink237.xml"/><Relationship Id="rId35" Type="http://schemas.openxmlformats.org/officeDocument/2006/relationships/image" Target="../media/image245.png"/><Relationship Id="rId56" Type="http://schemas.openxmlformats.org/officeDocument/2006/relationships/customXml" Target="../ink/ink258.xml"/><Relationship Id="rId77" Type="http://schemas.openxmlformats.org/officeDocument/2006/relationships/image" Target="../media/image266.png"/><Relationship Id="rId100" Type="http://schemas.openxmlformats.org/officeDocument/2006/relationships/customXml" Target="../ink/ink280.xml"/><Relationship Id="rId8" Type="http://schemas.openxmlformats.org/officeDocument/2006/relationships/customXml" Target="../ink/ink234.xml"/><Relationship Id="rId98" Type="http://schemas.openxmlformats.org/officeDocument/2006/relationships/customXml" Target="../ink/ink279.xml"/><Relationship Id="rId121" Type="http://schemas.openxmlformats.org/officeDocument/2006/relationships/image" Target="../media/image287.png"/><Relationship Id="rId142" Type="http://schemas.openxmlformats.org/officeDocument/2006/relationships/customXml" Target="../ink/ink301.xml"/><Relationship Id="rId163" Type="http://schemas.openxmlformats.org/officeDocument/2006/relationships/image" Target="../media/image308.png"/><Relationship Id="rId184" Type="http://schemas.openxmlformats.org/officeDocument/2006/relationships/customXml" Target="../ink/ink322.xml"/><Relationship Id="rId219" Type="http://schemas.openxmlformats.org/officeDocument/2006/relationships/image" Target="../media/image336.png"/><Relationship Id="rId230" Type="http://schemas.openxmlformats.org/officeDocument/2006/relationships/customXml" Target="../ink/ink345.xml"/><Relationship Id="rId25" Type="http://schemas.openxmlformats.org/officeDocument/2006/relationships/image" Target="../media/image240.png"/><Relationship Id="rId46" Type="http://schemas.openxmlformats.org/officeDocument/2006/relationships/customXml" Target="../ink/ink253.xml"/><Relationship Id="rId67" Type="http://schemas.openxmlformats.org/officeDocument/2006/relationships/image" Target="../media/image261.png"/><Relationship Id="rId88" Type="http://schemas.openxmlformats.org/officeDocument/2006/relationships/customXml" Target="../ink/ink274.xml"/><Relationship Id="rId111" Type="http://schemas.openxmlformats.org/officeDocument/2006/relationships/image" Target="../media/image282.png"/><Relationship Id="rId132" Type="http://schemas.openxmlformats.org/officeDocument/2006/relationships/customXml" Target="../ink/ink296.xml"/><Relationship Id="rId153" Type="http://schemas.openxmlformats.org/officeDocument/2006/relationships/image" Target="../media/image303.png"/><Relationship Id="rId174" Type="http://schemas.openxmlformats.org/officeDocument/2006/relationships/customXml" Target="../ink/ink317.xml"/><Relationship Id="rId195" Type="http://schemas.openxmlformats.org/officeDocument/2006/relationships/image" Target="../media/image324.png"/><Relationship Id="rId209" Type="http://schemas.openxmlformats.org/officeDocument/2006/relationships/image" Target="../media/image331.png"/><Relationship Id="rId220" Type="http://schemas.openxmlformats.org/officeDocument/2006/relationships/customXml" Target="../ink/ink340.xml"/><Relationship Id="rId241" Type="http://schemas.openxmlformats.org/officeDocument/2006/relationships/image" Target="../media/image347.png"/><Relationship Id="rId15" Type="http://schemas.openxmlformats.org/officeDocument/2006/relationships/image" Target="../media/image235.png"/><Relationship Id="rId36" Type="http://schemas.openxmlformats.org/officeDocument/2006/relationships/customXml" Target="../ink/ink248.xml"/><Relationship Id="rId57" Type="http://schemas.openxmlformats.org/officeDocument/2006/relationships/image" Target="../media/image256.png"/><Relationship Id="rId106" Type="http://schemas.openxmlformats.org/officeDocument/2006/relationships/customXml" Target="../ink/ink283.xml"/><Relationship Id="rId127" Type="http://schemas.openxmlformats.org/officeDocument/2006/relationships/image" Target="../media/image290.png"/><Relationship Id="rId10" Type="http://schemas.openxmlformats.org/officeDocument/2006/relationships/customXml" Target="../ink/ink235.xml"/><Relationship Id="rId31" Type="http://schemas.openxmlformats.org/officeDocument/2006/relationships/image" Target="../media/image243.png"/><Relationship Id="rId52" Type="http://schemas.openxmlformats.org/officeDocument/2006/relationships/customXml" Target="../ink/ink256.xml"/><Relationship Id="rId73" Type="http://schemas.openxmlformats.org/officeDocument/2006/relationships/image" Target="../media/image264.png"/><Relationship Id="rId78" Type="http://schemas.openxmlformats.org/officeDocument/2006/relationships/customXml" Target="../ink/ink269.xml"/><Relationship Id="rId94" Type="http://schemas.openxmlformats.org/officeDocument/2006/relationships/customXml" Target="../ink/ink277.xml"/><Relationship Id="rId99" Type="http://schemas.openxmlformats.org/officeDocument/2006/relationships/image" Target="../media/image277.png"/><Relationship Id="rId101" Type="http://schemas.openxmlformats.org/officeDocument/2006/relationships/image" Target="../media/image278.png"/><Relationship Id="rId122" Type="http://schemas.openxmlformats.org/officeDocument/2006/relationships/customXml" Target="../ink/ink291.xml"/><Relationship Id="rId143" Type="http://schemas.openxmlformats.org/officeDocument/2006/relationships/image" Target="../media/image298.png"/><Relationship Id="rId148" Type="http://schemas.openxmlformats.org/officeDocument/2006/relationships/customXml" Target="../ink/ink304.xml"/><Relationship Id="rId164" Type="http://schemas.openxmlformats.org/officeDocument/2006/relationships/customXml" Target="../ink/ink312.xml"/><Relationship Id="rId169" Type="http://schemas.openxmlformats.org/officeDocument/2006/relationships/image" Target="../media/image311.png"/><Relationship Id="rId185" Type="http://schemas.openxmlformats.org/officeDocument/2006/relationships/image" Target="../media/image319.png"/><Relationship Id="rId4" Type="http://schemas.openxmlformats.org/officeDocument/2006/relationships/customXml" Target="../ink/ink232.xml"/><Relationship Id="rId9" Type="http://schemas.openxmlformats.org/officeDocument/2006/relationships/image" Target="../media/image232.png"/><Relationship Id="rId180" Type="http://schemas.openxmlformats.org/officeDocument/2006/relationships/customXml" Target="../ink/ink320.xml"/><Relationship Id="rId210" Type="http://schemas.openxmlformats.org/officeDocument/2006/relationships/customXml" Target="../ink/ink335.xml"/><Relationship Id="rId215" Type="http://schemas.openxmlformats.org/officeDocument/2006/relationships/image" Target="../media/image334.png"/><Relationship Id="rId236" Type="http://schemas.openxmlformats.org/officeDocument/2006/relationships/customXml" Target="../ink/ink348.xml"/><Relationship Id="rId26" Type="http://schemas.openxmlformats.org/officeDocument/2006/relationships/customXml" Target="../ink/ink243.xml"/><Relationship Id="rId231" Type="http://schemas.openxmlformats.org/officeDocument/2006/relationships/image" Target="../media/image342.png"/><Relationship Id="rId47" Type="http://schemas.openxmlformats.org/officeDocument/2006/relationships/image" Target="../media/image251.png"/><Relationship Id="rId68" Type="http://schemas.openxmlformats.org/officeDocument/2006/relationships/customXml" Target="../ink/ink264.xml"/><Relationship Id="rId89" Type="http://schemas.openxmlformats.org/officeDocument/2006/relationships/image" Target="../media/image272.png"/><Relationship Id="rId112" Type="http://schemas.openxmlformats.org/officeDocument/2006/relationships/customXml" Target="../ink/ink286.xml"/><Relationship Id="rId133" Type="http://schemas.openxmlformats.org/officeDocument/2006/relationships/image" Target="../media/image293.png"/><Relationship Id="rId154" Type="http://schemas.openxmlformats.org/officeDocument/2006/relationships/customXml" Target="../ink/ink307.xml"/><Relationship Id="rId175" Type="http://schemas.openxmlformats.org/officeDocument/2006/relationships/image" Target="../media/image314.png"/><Relationship Id="rId196" Type="http://schemas.openxmlformats.org/officeDocument/2006/relationships/customXml" Target="../ink/ink328.xml"/><Relationship Id="rId200" Type="http://schemas.openxmlformats.org/officeDocument/2006/relationships/customXml" Target="../ink/ink330.xml"/><Relationship Id="rId16" Type="http://schemas.openxmlformats.org/officeDocument/2006/relationships/customXml" Target="../ink/ink238.xml"/><Relationship Id="rId221" Type="http://schemas.openxmlformats.org/officeDocument/2006/relationships/image" Target="../media/image337.png"/><Relationship Id="rId242" Type="http://schemas.openxmlformats.org/officeDocument/2006/relationships/customXml" Target="../ink/ink351.xml"/><Relationship Id="rId37" Type="http://schemas.openxmlformats.org/officeDocument/2006/relationships/image" Target="../media/image246.png"/><Relationship Id="rId58" Type="http://schemas.openxmlformats.org/officeDocument/2006/relationships/customXml" Target="../ink/ink259.xml"/><Relationship Id="rId79" Type="http://schemas.openxmlformats.org/officeDocument/2006/relationships/image" Target="../media/image267.png"/><Relationship Id="rId102" Type="http://schemas.openxmlformats.org/officeDocument/2006/relationships/customXml" Target="../ink/ink281.xml"/><Relationship Id="rId123" Type="http://schemas.openxmlformats.org/officeDocument/2006/relationships/image" Target="../media/image288.png"/><Relationship Id="rId144" Type="http://schemas.openxmlformats.org/officeDocument/2006/relationships/customXml" Target="../ink/ink302.xml"/><Relationship Id="rId90" Type="http://schemas.openxmlformats.org/officeDocument/2006/relationships/customXml" Target="../ink/ink275.xml"/><Relationship Id="rId165" Type="http://schemas.openxmlformats.org/officeDocument/2006/relationships/image" Target="../media/image309.png"/><Relationship Id="rId186" Type="http://schemas.openxmlformats.org/officeDocument/2006/relationships/customXml" Target="../ink/ink323.xml"/><Relationship Id="rId211" Type="http://schemas.openxmlformats.org/officeDocument/2006/relationships/image" Target="../media/image332.png"/><Relationship Id="rId232" Type="http://schemas.openxmlformats.org/officeDocument/2006/relationships/customXml" Target="../ink/ink346.xml"/><Relationship Id="rId27" Type="http://schemas.openxmlformats.org/officeDocument/2006/relationships/image" Target="../media/image241.png"/><Relationship Id="rId48" Type="http://schemas.openxmlformats.org/officeDocument/2006/relationships/customXml" Target="../ink/ink254.xml"/><Relationship Id="rId69" Type="http://schemas.openxmlformats.org/officeDocument/2006/relationships/image" Target="../media/image262.png"/><Relationship Id="rId113" Type="http://schemas.openxmlformats.org/officeDocument/2006/relationships/image" Target="../media/image283.png"/><Relationship Id="rId134" Type="http://schemas.openxmlformats.org/officeDocument/2006/relationships/customXml" Target="../ink/ink297.xml"/><Relationship Id="rId80" Type="http://schemas.openxmlformats.org/officeDocument/2006/relationships/customXml" Target="../ink/ink270.xml"/><Relationship Id="rId155" Type="http://schemas.openxmlformats.org/officeDocument/2006/relationships/image" Target="../media/image304.png"/><Relationship Id="rId176" Type="http://schemas.openxmlformats.org/officeDocument/2006/relationships/customXml" Target="../ink/ink318.xml"/><Relationship Id="rId197" Type="http://schemas.openxmlformats.org/officeDocument/2006/relationships/image" Target="../media/image325.png"/><Relationship Id="rId201" Type="http://schemas.openxmlformats.org/officeDocument/2006/relationships/image" Target="../media/image327.png"/><Relationship Id="rId222" Type="http://schemas.openxmlformats.org/officeDocument/2006/relationships/customXml" Target="../ink/ink341.xml"/><Relationship Id="rId243" Type="http://schemas.openxmlformats.org/officeDocument/2006/relationships/image" Target="../media/image348.png"/><Relationship Id="rId17" Type="http://schemas.openxmlformats.org/officeDocument/2006/relationships/image" Target="../media/image236.png"/><Relationship Id="rId38" Type="http://schemas.openxmlformats.org/officeDocument/2006/relationships/customXml" Target="../ink/ink249.xml"/><Relationship Id="rId59" Type="http://schemas.openxmlformats.org/officeDocument/2006/relationships/image" Target="../media/image257.png"/><Relationship Id="rId103" Type="http://schemas.openxmlformats.org/officeDocument/2006/relationships/image" Target="../media/image279.png"/><Relationship Id="rId124" Type="http://schemas.openxmlformats.org/officeDocument/2006/relationships/customXml" Target="../ink/ink292.xml"/><Relationship Id="rId70" Type="http://schemas.openxmlformats.org/officeDocument/2006/relationships/customXml" Target="../ink/ink265.xml"/><Relationship Id="rId91" Type="http://schemas.openxmlformats.org/officeDocument/2006/relationships/image" Target="../media/image273.png"/><Relationship Id="rId145" Type="http://schemas.openxmlformats.org/officeDocument/2006/relationships/image" Target="../media/image299.png"/><Relationship Id="rId166" Type="http://schemas.openxmlformats.org/officeDocument/2006/relationships/customXml" Target="../ink/ink313.xml"/><Relationship Id="rId187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36.xml"/><Relationship Id="rId233" Type="http://schemas.openxmlformats.org/officeDocument/2006/relationships/image" Target="../media/image343.png"/><Relationship Id="rId28" Type="http://schemas.openxmlformats.org/officeDocument/2006/relationships/customXml" Target="../ink/ink244.xml"/><Relationship Id="rId49" Type="http://schemas.openxmlformats.org/officeDocument/2006/relationships/image" Target="../media/image252.png"/><Relationship Id="rId114" Type="http://schemas.openxmlformats.org/officeDocument/2006/relationships/customXml" Target="../ink/ink287.xml"/><Relationship Id="rId60" Type="http://schemas.openxmlformats.org/officeDocument/2006/relationships/customXml" Target="../ink/ink260.xml"/><Relationship Id="rId81" Type="http://schemas.openxmlformats.org/officeDocument/2006/relationships/image" Target="../media/image268.png"/><Relationship Id="rId135" Type="http://schemas.openxmlformats.org/officeDocument/2006/relationships/image" Target="../media/image294.png"/><Relationship Id="rId156" Type="http://schemas.openxmlformats.org/officeDocument/2006/relationships/customXml" Target="../ink/ink308.xml"/><Relationship Id="rId177" Type="http://schemas.openxmlformats.org/officeDocument/2006/relationships/image" Target="../media/image315.png"/><Relationship Id="rId198" Type="http://schemas.openxmlformats.org/officeDocument/2006/relationships/customXml" Target="../ink/ink329.xml"/><Relationship Id="rId202" Type="http://schemas.openxmlformats.org/officeDocument/2006/relationships/customXml" Target="../ink/ink331.xml"/><Relationship Id="rId223" Type="http://schemas.openxmlformats.org/officeDocument/2006/relationships/image" Target="../media/image338.png"/><Relationship Id="rId18" Type="http://schemas.openxmlformats.org/officeDocument/2006/relationships/customXml" Target="../ink/ink239.xml"/><Relationship Id="rId39" Type="http://schemas.openxmlformats.org/officeDocument/2006/relationships/image" Target="../media/image247.png"/><Relationship Id="rId50" Type="http://schemas.openxmlformats.org/officeDocument/2006/relationships/customXml" Target="../ink/ink255.xml"/><Relationship Id="rId104" Type="http://schemas.openxmlformats.org/officeDocument/2006/relationships/customXml" Target="../ink/ink282.xml"/><Relationship Id="rId125" Type="http://schemas.openxmlformats.org/officeDocument/2006/relationships/image" Target="../media/image289.png"/><Relationship Id="rId146" Type="http://schemas.openxmlformats.org/officeDocument/2006/relationships/customXml" Target="../ink/ink303.xml"/><Relationship Id="rId167" Type="http://schemas.openxmlformats.org/officeDocument/2006/relationships/image" Target="../media/image310.png"/><Relationship Id="rId188" Type="http://schemas.openxmlformats.org/officeDocument/2006/relationships/customXml" Target="../ink/ink324.xml"/><Relationship Id="rId71" Type="http://schemas.openxmlformats.org/officeDocument/2006/relationships/image" Target="../media/image263.png"/><Relationship Id="rId92" Type="http://schemas.openxmlformats.org/officeDocument/2006/relationships/customXml" Target="../ink/ink276.xml"/><Relationship Id="rId213" Type="http://schemas.openxmlformats.org/officeDocument/2006/relationships/image" Target="../media/image333.png"/><Relationship Id="rId234" Type="http://schemas.openxmlformats.org/officeDocument/2006/relationships/customXml" Target="../ink/ink347.xml"/><Relationship Id="rId2" Type="http://schemas.openxmlformats.org/officeDocument/2006/relationships/customXml" Target="../ink/ink231.xml"/><Relationship Id="rId29" Type="http://schemas.openxmlformats.org/officeDocument/2006/relationships/image" Target="../media/image242.png"/><Relationship Id="rId40" Type="http://schemas.openxmlformats.org/officeDocument/2006/relationships/customXml" Target="../ink/ink250.xml"/><Relationship Id="rId115" Type="http://schemas.openxmlformats.org/officeDocument/2006/relationships/image" Target="../media/image284.png"/><Relationship Id="rId136" Type="http://schemas.openxmlformats.org/officeDocument/2006/relationships/customXml" Target="../ink/ink298.xml"/><Relationship Id="rId157" Type="http://schemas.openxmlformats.org/officeDocument/2006/relationships/image" Target="../media/image305.png"/><Relationship Id="rId178" Type="http://schemas.openxmlformats.org/officeDocument/2006/relationships/customXml" Target="../ink/ink319.xml"/><Relationship Id="rId61" Type="http://schemas.openxmlformats.org/officeDocument/2006/relationships/image" Target="../media/image258.png"/><Relationship Id="rId82" Type="http://schemas.openxmlformats.org/officeDocument/2006/relationships/customXml" Target="../ink/ink271.xml"/><Relationship Id="rId199" Type="http://schemas.openxmlformats.org/officeDocument/2006/relationships/image" Target="../media/image326.png"/><Relationship Id="rId203" Type="http://schemas.openxmlformats.org/officeDocument/2006/relationships/image" Target="../media/image328.png"/><Relationship Id="rId19" Type="http://schemas.openxmlformats.org/officeDocument/2006/relationships/image" Target="../media/image237.png"/><Relationship Id="rId224" Type="http://schemas.openxmlformats.org/officeDocument/2006/relationships/customXml" Target="../ink/ink342.xml"/><Relationship Id="rId30" Type="http://schemas.openxmlformats.org/officeDocument/2006/relationships/customXml" Target="../ink/ink245.xml"/><Relationship Id="rId105" Type="http://schemas.openxmlformats.org/officeDocument/2006/relationships/image" Target="../media/image221.png"/><Relationship Id="rId126" Type="http://schemas.openxmlformats.org/officeDocument/2006/relationships/customXml" Target="../ink/ink293.xml"/><Relationship Id="rId147" Type="http://schemas.openxmlformats.org/officeDocument/2006/relationships/image" Target="../media/image300.png"/><Relationship Id="rId168" Type="http://schemas.openxmlformats.org/officeDocument/2006/relationships/customXml" Target="../ink/ink314.xml"/><Relationship Id="rId51" Type="http://schemas.openxmlformats.org/officeDocument/2006/relationships/image" Target="../media/image253.png"/><Relationship Id="rId72" Type="http://schemas.openxmlformats.org/officeDocument/2006/relationships/customXml" Target="../ink/ink266.xml"/><Relationship Id="rId93" Type="http://schemas.openxmlformats.org/officeDocument/2006/relationships/image" Target="../media/image274.png"/><Relationship Id="rId189" Type="http://schemas.openxmlformats.org/officeDocument/2006/relationships/image" Target="../media/image321.png"/><Relationship Id="rId3" Type="http://schemas.openxmlformats.org/officeDocument/2006/relationships/image" Target="../media/image229.png"/><Relationship Id="rId214" Type="http://schemas.openxmlformats.org/officeDocument/2006/relationships/customXml" Target="../ink/ink337.xml"/><Relationship Id="rId235" Type="http://schemas.openxmlformats.org/officeDocument/2006/relationships/image" Target="../media/image344.png"/><Relationship Id="rId116" Type="http://schemas.openxmlformats.org/officeDocument/2006/relationships/customXml" Target="../ink/ink288.xml"/><Relationship Id="rId137" Type="http://schemas.openxmlformats.org/officeDocument/2006/relationships/image" Target="../media/image295.png"/><Relationship Id="rId158" Type="http://schemas.openxmlformats.org/officeDocument/2006/relationships/customXml" Target="../ink/ink309.xml"/><Relationship Id="rId20" Type="http://schemas.openxmlformats.org/officeDocument/2006/relationships/customXml" Target="../ink/ink240.xml"/><Relationship Id="rId41" Type="http://schemas.openxmlformats.org/officeDocument/2006/relationships/image" Target="../media/image248.png"/><Relationship Id="rId62" Type="http://schemas.openxmlformats.org/officeDocument/2006/relationships/customXml" Target="../ink/ink261.xml"/><Relationship Id="rId83" Type="http://schemas.openxmlformats.org/officeDocument/2006/relationships/image" Target="../media/image269.png"/><Relationship Id="rId179" Type="http://schemas.openxmlformats.org/officeDocument/2006/relationships/image" Target="../media/image316.png"/><Relationship Id="rId190" Type="http://schemas.openxmlformats.org/officeDocument/2006/relationships/customXml" Target="../ink/ink325.xml"/><Relationship Id="rId204" Type="http://schemas.openxmlformats.org/officeDocument/2006/relationships/customXml" Target="../ink/ink332.xml"/><Relationship Id="rId225" Type="http://schemas.openxmlformats.org/officeDocument/2006/relationships/image" Target="../media/image339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4.xml"/><Relationship Id="rId21" Type="http://schemas.openxmlformats.org/officeDocument/2006/relationships/image" Target="../media/image358.png"/><Relationship Id="rId42" Type="http://schemas.openxmlformats.org/officeDocument/2006/relationships/customXml" Target="../ink/ink372.xml"/><Relationship Id="rId47" Type="http://schemas.openxmlformats.org/officeDocument/2006/relationships/image" Target="../media/image371.png"/><Relationship Id="rId63" Type="http://schemas.openxmlformats.org/officeDocument/2006/relationships/image" Target="../media/image379.png"/><Relationship Id="rId68" Type="http://schemas.openxmlformats.org/officeDocument/2006/relationships/customXml" Target="../ink/ink385.xml"/><Relationship Id="rId84" Type="http://schemas.openxmlformats.org/officeDocument/2006/relationships/customXml" Target="../ink/ink393.xml"/><Relationship Id="rId16" Type="http://schemas.openxmlformats.org/officeDocument/2006/relationships/customXml" Target="../ink/ink359.xml"/><Relationship Id="rId11" Type="http://schemas.openxmlformats.org/officeDocument/2006/relationships/image" Target="../media/image353.png"/><Relationship Id="rId32" Type="http://schemas.openxmlformats.org/officeDocument/2006/relationships/customXml" Target="../ink/ink367.xml"/><Relationship Id="rId37" Type="http://schemas.openxmlformats.org/officeDocument/2006/relationships/image" Target="../media/image366.png"/><Relationship Id="rId53" Type="http://schemas.openxmlformats.org/officeDocument/2006/relationships/image" Target="../media/image374.png"/><Relationship Id="rId58" Type="http://schemas.openxmlformats.org/officeDocument/2006/relationships/customXml" Target="../ink/ink380.xml"/><Relationship Id="rId74" Type="http://schemas.openxmlformats.org/officeDocument/2006/relationships/customXml" Target="../ink/ink388.xml"/><Relationship Id="rId79" Type="http://schemas.openxmlformats.org/officeDocument/2006/relationships/image" Target="../media/image387.png"/><Relationship Id="rId5" Type="http://schemas.openxmlformats.org/officeDocument/2006/relationships/image" Target="../media/image350.png"/><Relationship Id="rId19" Type="http://schemas.openxmlformats.org/officeDocument/2006/relationships/image" Target="../media/image357.png"/><Relationship Id="rId14" Type="http://schemas.openxmlformats.org/officeDocument/2006/relationships/customXml" Target="../ink/ink358.xml"/><Relationship Id="rId22" Type="http://schemas.openxmlformats.org/officeDocument/2006/relationships/customXml" Target="../ink/ink362.xml"/><Relationship Id="rId27" Type="http://schemas.openxmlformats.org/officeDocument/2006/relationships/image" Target="../media/image361.png"/><Relationship Id="rId30" Type="http://schemas.openxmlformats.org/officeDocument/2006/relationships/customXml" Target="../ink/ink366.xml"/><Relationship Id="rId35" Type="http://schemas.openxmlformats.org/officeDocument/2006/relationships/image" Target="../media/image365.png"/><Relationship Id="rId43" Type="http://schemas.openxmlformats.org/officeDocument/2006/relationships/image" Target="../media/image369.png"/><Relationship Id="rId48" Type="http://schemas.openxmlformats.org/officeDocument/2006/relationships/customXml" Target="../ink/ink375.xml"/><Relationship Id="rId56" Type="http://schemas.openxmlformats.org/officeDocument/2006/relationships/customXml" Target="../ink/ink379.xml"/><Relationship Id="rId64" Type="http://schemas.openxmlformats.org/officeDocument/2006/relationships/customXml" Target="../ink/ink383.xml"/><Relationship Id="rId69" Type="http://schemas.openxmlformats.org/officeDocument/2006/relationships/image" Target="../media/image382.png"/><Relationship Id="rId77" Type="http://schemas.openxmlformats.org/officeDocument/2006/relationships/image" Target="../media/image386.png"/><Relationship Id="rId8" Type="http://schemas.openxmlformats.org/officeDocument/2006/relationships/customXml" Target="../ink/ink355.xml"/><Relationship Id="rId51" Type="http://schemas.openxmlformats.org/officeDocument/2006/relationships/image" Target="../media/image373.png"/><Relationship Id="rId72" Type="http://schemas.openxmlformats.org/officeDocument/2006/relationships/customXml" Target="../ink/ink387.xml"/><Relationship Id="rId80" Type="http://schemas.openxmlformats.org/officeDocument/2006/relationships/customXml" Target="../ink/ink391.xml"/><Relationship Id="rId85" Type="http://schemas.openxmlformats.org/officeDocument/2006/relationships/image" Target="../media/image390.png"/><Relationship Id="rId3" Type="http://schemas.openxmlformats.org/officeDocument/2006/relationships/image" Target="../media/image349.png"/><Relationship Id="rId12" Type="http://schemas.openxmlformats.org/officeDocument/2006/relationships/customXml" Target="../ink/ink357.xml"/><Relationship Id="rId17" Type="http://schemas.openxmlformats.org/officeDocument/2006/relationships/image" Target="../media/image356.png"/><Relationship Id="rId25" Type="http://schemas.openxmlformats.org/officeDocument/2006/relationships/image" Target="../media/image360.png"/><Relationship Id="rId33" Type="http://schemas.openxmlformats.org/officeDocument/2006/relationships/image" Target="../media/image364.png"/><Relationship Id="rId38" Type="http://schemas.openxmlformats.org/officeDocument/2006/relationships/customXml" Target="../ink/ink370.xml"/><Relationship Id="rId46" Type="http://schemas.openxmlformats.org/officeDocument/2006/relationships/customXml" Target="../ink/ink374.xml"/><Relationship Id="rId59" Type="http://schemas.openxmlformats.org/officeDocument/2006/relationships/image" Target="../media/image377.png"/><Relationship Id="rId67" Type="http://schemas.openxmlformats.org/officeDocument/2006/relationships/image" Target="../media/image381.png"/><Relationship Id="rId20" Type="http://schemas.openxmlformats.org/officeDocument/2006/relationships/customXml" Target="../ink/ink361.xml"/><Relationship Id="rId41" Type="http://schemas.openxmlformats.org/officeDocument/2006/relationships/image" Target="../media/image368.png"/><Relationship Id="rId54" Type="http://schemas.openxmlformats.org/officeDocument/2006/relationships/customXml" Target="../ink/ink378.xml"/><Relationship Id="rId62" Type="http://schemas.openxmlformats.org/officeDocument/2006/relationships/customXml" Target="../ink/ink382.xml"/><Relationship Id="rId70" Type="http://schemas.openxmlformats.org/officeDocument/2006/relationships/customXml" Target="../ink/ink386.xml"/><Relationship Id="rId75" Type="http://schemas.openxmlformats.org/officeDocument/2006/relationships/image" Target="../media/image385.png"/><Relationship Id="rId83" Type="http://schemas.openxmlformats.org/officeDocument/2006/relationships/image" Target="../media/image38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4.xml"/><Relationship Id="rId15" Type="http://schemas.openxmlformats.org/officeDocument/2006/relationships/image" Target="../media/image355.png"/><Relationship Id="rId23" Type="http://schemas.openxmlformats.org/officeDocument/2006/relationships/image" Target="../media/image359.png"/><Relationship Id="rId28" Type="http://schemas.openxmlformats.org/officeDocument/2006/relationships/customXml" Target="../ink/ink365.xml"/><Relationship Id="rId36" Type="http://schemas.openxmlformats.org/officeDocument/2006/relationships/customXml" Target="../ink/ink369.xml"/><Relationship Id="rId49" Type="http://schemas.openxmlformats.org/officeDocument/2006/relationships/image" Target="../media/image372.png"/><Relationship Id="rId57" Type="http://schemas.openxmlformats.org/officeDocument/2006/relationships/image" Target="../media/image376.png"/><Relationship Id="rId10" Type="http://schemas.openxmlformats.org/officeDocument/2006/relationships/customXml" Target="../ink/ink356.xml"/><Relationship Id="rId31" Type="http://schemas.openxmlformats.org/officeDocument/2006/relationships/image" Target="../media/image363.png"/><Relationship Id="rId44" Type="http://schemas.openxmlformats.org/officeDocument/2006/relationships/customXml" Target="../ink/ink373.xml"/><Relationship Id="rId52" Type="http://schemas.openxmlformats.org/officeDocument/2006/relationships/customXml" Target="../ink/ink377.xml"/><Relationship Id="rId60" Type="http://schemas.openxmlformats.org/officeDocument/2006/relationships/customXml" Target="../ink/ink381.xml"/><Relationship Id="rId65" Type="http://schemas.openxmlformats.org/officeDocument/2006/relationships/image" Target="../media/image380.png"/><Relationship Id="rId73" Type="http://schemas.openxmlformats.org/officeDocument/2006/relationships/image" Target="../media/image384.png"/><Relationship Id="rId78" Type="http://schemas.openxmlformats.org/officeDocument/2006/relationships/customXml" Target="../ink/ink390.xml"/><Relationship Id="rId81" Type="http://schemas.openxmlformats.org/officeDocument/2006/relationships/image" Target="../media/image388.png"/><Relationship Id="rId4" Type="http://schemas.openxmlformats.org/officeDocument/2006/relationships/customXml" Target="../ink/ink353.xml"/><Relationship Id="rId9" Type="http://schemas.openxmlformats.org/officeDocument/2006/relationships/image" Target="../media/image352.png"/><Relationship Id="rId13" Type="http://schemas.openxmlformats.org/officeDocument/2006/relationships/image" Target="../media/image354.png"/><Relationship Id="rId18" Type="http://schemas.openxmlformats.org/officeDocument/2006/relationships/customXml" Target="../ink/ink360.xml"/><Relationship Id="rId39" Type="http://schemas.openxmlformats.org/officeDocument/2006/relationships/image" Target="../media/image367.png"/><Relationship Id="rId34" Type="http://schemas.openxmlformats.org/officeDocument/2006/relationships/customXml" Target="../ink/ink368.xml"/><Relationship Id="rId50" Type="http://schemas.openxmlformats.org/officeDocument/2006/relationships/customXml" Target="../ink/ink376.xml"/><Relationship Id="rId55" Type="http://schemas.openxmlformats.org/officeDocument/2006/relationships/image" Target="../media/image375.png"/><Relationship Id="rId76" Type="http://schemas.openxmlformats.org/officeDocument/2006/relationships/customXml" Target="../ink/ink389.xml"/><Relationship Id="rId7" Type="http://schemas.openxmlformats.org/officeDocument/2006/relationships/image" Target="../media/image351.png"/><Relationship Id="rId71" Type="http://schemas.openxmlformats.org/officeDocument/2006/relationships/image" Target="../media/image383.png"/><Relationship Id="rId2" Type="http://schemas.openxmlformats.org/officeDocument/2006/relationships/customXml" Target="../ink/ink352.xml"/><Relationship Id="rId29" Type="http://schemas.openxmlformats.org/officeDocument/2006/relationships/image" Target="../media/image362.png"/><Relationship Id="rId24" Type="http://schemas.openxmlformats.org/officeDocument/2006/relationships/customXml" Target="../ink/ink363.xml"/><Relationship Id="rId40" Type="http://schemas.openxmlformats.org/officeDocument/2006/relationships/customXml" Target="../ink/ink371.xml"/><Relationship Id="rId45" Type="http://schemas.openxmlformats.org/officeDocument/2006/relationships/image" Target="../media/image370.png"/><Relationship Id="rId66" Type="http://schemas.openxmlformats.org/officeDocument/2006/relationships/customXml" Target="../ink/ink384.xml"/><Relationship Id="rId61" Type="http://schemas.openxmlformats.org/officeDocument/2006/relationships/image" Target="../media/image378.png"/><Relationship Id="rId82" Type="http://schemas.openxmlformats.org/officeDocument/2006/relationships/customXml" Target="../ink/ink39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AF5DBC-2DC9-C6AC-245A-86824B6C4E03}"/>
                  </a:ext>
                </a:extLst>
              </p14:cNvPr>
              <p14:cNvContentPartPr/>
              <p14:nvPr/>
            </p14:nvContentPartPr>
            <p14:xfrm>
              <a:off x="974995" y="6075740"/>
              <a:ext cx="542880" cy="22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AF5DBC-2DC9-C6AC-245A-86824B6C4E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0675" y="6071420"/>
                <a:ext cx="5515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E1D620D-998B-7764-5EA8-22E58F70A973}"/>
                  </a:ext>
                </a:extLst>
              </p14:cNvPr>
              <p14:cNvContentPartPr/>
              <p14:nvPr/>
            </p14:nvContentPartPr>
            <p14:xfrm>
              <a:off x="1797595" y="502940"/>
              <a:ext cx="541080" cy="750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E1D620D-998B-7764-5EA8-22E58F70A9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1475" y="496820"/>
                <a:ext cx="553320" cy="76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5BDAEBF5-B80D-7315-199D-AA385BA0AFCA}"/>
              </a:ext>
            </a:extLst>
          </p:cNvPr>
          <p:cNvGrpSpPr/>
          <p:nvPr/>
        </p:nvGrpSpPr>
        <p:grpSpPr>
          <a:xfrm>
            <a:off x="976435" y="197300"/>
            <a:ext cx="11206080" cy="6135840"/>
            <a:chOff x="976435" y="197300"/>
            <a:chExt cx="11206080" cy="61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AC87B0F-72B6-30FF-2AB3-DDDAB17EF7C9}"/>
                    </a:ext>
                  </a:extLst>
                </p14:cNvPr>
                <p14:cNvContentPartPr/>
                <p14:nvPr/>
              </p14:nvContentPartPr>
              <p14:xfrm>
                <a:off x="1460995" y="569180"/>
                <a:ext cx="791280" cy="1024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AC87B0F-72B6-30FF-2AB3-DDDAB17EF7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4875" y="563060"/>
                  <a:ext cx="803520" cy="10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97596F-4AA0-6F7E-25CF-5ADDB6FF9061}"/>
                    </a:ext>
                  </a:extLst>
                </p14:cNvPr>
                <p14:cNvContentPartPr/>
                <p14:nvPr/>
              </p14:nvContentPartPr>
              <p14:xfrm>
                <a:off x="6728875" y="374420"/>
                <a:ext cx="844560" cy="1028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97596F-4AA0-6F7E-25CF-5ADDB6FF90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22755" y="368300"/>
                  <a:ext cx="856800" cy="10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B9BBA6-7C6C-C69C-BF24-691DC3EA83D9}"/>
                    </a:ext>
                  </a:extLst>
                </p14:cNvPr>
                <p14:cNvContentPartPr/>
                <p14:nvPr/>
              </p14:nvContentPartPr>
              <p14:xfrm>
                <a:off x="2195035" y="669260"/>
                <a:ext cx="153000" cy="341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B9BBA6-7C6C-C69C-BF24-691DC3EA83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88915" y="663140"/>
                  <a:ext cx="1652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5785F15-31F6-F420-7A7B-7DC8F8A3E1DD}"/>
                    </a:ext>
                  </a:extLst>
                </p14:cNvPr>
                <p14:cNvContentPartPr/>
                <p14:nvPr/>
              </p14:nvContentPartPr>
              <p14:xfrm>
                <a:off x="2651155" y="1016300"/>
                <a:ext cx="122040" cy="64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5785F15-31F6-F420-7A7B-7DC8F8A3E1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45035" y="1010180"/>
                  <a:ext cx="134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C4360E-1BF5-EF1B-9EF5-A456CC3FEB1A}"/>
                    </a:ext>
                  </a:extLst>
                </p14:cNvPr>
                <p14:cNvContentPartPr/>
                <p14:nvPr/>
              </p14:nvContentPartPr>
              <p14:xfrm>
                <a:off x="3224995" y="653060"/>
                <a:ext cx="518760" cy="410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C4360E-1BF5-EF1B-9EF5-A456CC3FEB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8875" y="646940"/>
                  <a:ext cx="5310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B5FBDD-0572-B136-1C8E-341E41ECD481}"/>
                    </a:ext>
                  </a:extLst>
                </p14:cNvPr>
                <p14:cNvContentPartPr/>
                <p14:nvPr/>
              </p14:nvContentPartPr>
              <p14:xfrm>
                <a:off x="4016995" y="941420"/>
                <a:ext cx="119880" cy="172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B5FBDD-0572-B136-1C8E-341E41ECD4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10875" y="935300"/>
                  <a:ext cx="132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198D05-A246-0720-9AEB-7E615C7639F5}"/>
                    </a:ext>
                  </a:extLst>
                </p14:cNvPr>
                <p14:cNvContentPartPr/>
                <p14:nvPr/>
              </p14:nvContentPartPr>
              <p14:xfrm>
                <a:off x="4621435" y="604820"/>
                <a:ext cx="278280" cy="558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198D05-A246-0720-9AEB-7E615C7639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15315" y="598700"/>
                  <a:ext cx="2905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F80C935-4597-87A6-0E36-A1050513589B}"/>
                    </a:ext>
                  </a:extLst>
                </p14:cNvPr>
                <p14:cNvContentPartPr/>
                <p14:nvPr/>
              </p14:nvContentPartPr>
              <p14:xfrm>
                <a:off x="5123995" y="870860"/>
                <a:ext cx="241560" cy="304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F80C935-4597-87A6-0E36-A105051358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17875" y="864740"/>
                  <a:ext cx="2538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9A6CF4C-5DBA-147A-6259-B569D6E24A48}"/>
                    </a:ext>
                  </a:extLst>
                </p14:cNvPr>
                <p14:cNvContentPartPr/>
                <p14:nvPr/>
              </p14:nvContentPartPr>
              <p14:xfrm>
                <a:off x="5895835" y="574580"/>
                <a:ext cx="510480" cy="58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9A6CF4C-5DBA-147A-6259-B569D6E24A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89715" y="568460"/>
                  <a:ext cx="5227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0B452B-22C9-D389-3F3E-849CAA4B441C}"/>
                    </a:ext>
                  </a:extLst>
                </p14:cNvPr>
                <p14:cNvContentPartPr/>
                <p14:nvPr/>
              </p14:nvContentPartPr>
              <p14:xfrm>
                <a:off x="5476075" y="484220"/>
                <a:ext cx="122400" cy="966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0B452B-22C9-D389-3F3E-849CAA4B44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69955" y="478100"/>
                  <a:ext cx="134640" cy="9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C303E1-61FC-6005-CFA8-ECC2CCA72FFE}"/>
                    </a:ext>
                  </a:extLst>
                </p14:cNvPr>
                <p14:cNvContentPartPr/>
                <p14:nvPr/>
              </p14:nvContentPartPr>
              <p14:xfrm>
                <a:off x="5572555" y="453260"/>
                <a:ext cx="1086840" cy="1211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C303E1-61FC-6005-CFA8-ECC2CCA72F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66435" y="447140"/>
                  <a:ext cx="1099080" cy="12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702164A-0415-6B11-D658-1C7DF12DCA41}"/>
                    </a:ext>
                  </a:extLst>
                </p14:cNvPr>
                <p14:cNvContentPartPr/>
                <p14:nvPr/>
              </p14:nvContentPartPr>
              <p14:xfrm>
                <a:off x="3961555" y="317540"/>
                <a:ext cx="161640" cy="1065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702164A-0415-6B11-D658-1C7DF12DCA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55435" y="311420"/>
                  <a:ext cx="173880" cy="10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83D593A-9CE1-1011-D093-9A3258716525}"/>
                    </a:ext>
                  </a:extLst>
                </p14:cNvPr>
                <p14:cNvContentPartPr/>
                <p14:nvPr/>
              </p14:nvContentPartPr>
              <p14:xfrm>
                <a:off x="4196995" y="250220"/>
                <a:ext cx="1514160" cy="372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83D593A-9CE1-1011-D093-9A32587165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90875" y="244100"/>
                  <a:ext cx="15264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986E7B-32F1-8320-A3A2-17174B6F2432}"/>
                    </a:ext>
                  </a:extLst>
                </p14:cNvPr>
                <p14:cNvContentPartPr/>
                <p14:nvPr/>
              </p14:nvContentPartPr>
              <p14:xfrm>
                <a:off x="2559715" y="210980"/>
                <a:ext cx="460440" cy="1019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986E7B-32F1-8320-A3A2-17174B6F24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53595" y="204860"/>
                  <a:ext cx="47268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9444381-DEFF-53C0-D866-CCDEC326C6F6}"/>
                    </a:ext>
                  </a:extLst>
                </p14:cNvPr>
                <p14:cNvContentPartPr/>
                <p14:nvPr/>
              </p14:nvContentPartPr>
              <p14:xfrm>
                <a:off x="3019795" y="251660"/>
                <a:ext cx="1328040" cy="69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9444381-DEFF-53C0-D866-CCDEC326C6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13675" y="245540"/>
                  <a:ext cx="1340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85B065-BF2F-BCF0-1714-1FFC900168A0}"/>
                    </a:ext>
                  </a:extLst>
                </p14:cNvPr>
                <p14:cNvContentPartPr/>
                <p14:nvPr/>
              </p14:nvContentPartPr>
              <p14:xfrm>
                <a:off x="1678075" y="227180"/>
                <a:ext cx="475560" cy="1153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85B065-BF2F-BCF0-1714-1FFC900168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71595" y="221060"/>
                  <a:ext cx="487800" cy="11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1DC0BE-6F6E-90AE-09A8-00FE1103B7AD}"/>
                    </a:ext>
                  </a:extLst>
                </p14:cNvPr>
                <p14:cNvContentPartPr/>
                <p14:nvPr/>
              </p14:nvContentPartPr>
              <p14:xfrm>
                <a:off x="2129875" y="197300"/>
                <a:ext cx="664920" cy="74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1DC0BE-6F6E-90AE-09A8-00FE1103B7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23755" y="191180"/>
                  <a:ext cx="677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E52481-78DA-D3D6-E462-DC9009C40453}"/>
                    </a:ext>
                  </a:extLst>
                </p14:cNvPr>
                <p14:cNvContentPartPr/>
                <p14:nvPr/>
              </p14:nvContentPartPr>
              <p14:xfrm>
                <a:off x="1815955" y="1155260"/>
                <a:ext cx="1000800" cy="129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E52481-78DA-D3D6-E462-DC9009C4045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09835" y="1149140"/>
                  <a:ext cx="1013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22399C-2752-325B-6E5A-9EA7B0D83388}"/>
                    </a:ext>
                  </a:extLst>
                </p14:cNvPr>
                <p14:cNvContentPartPr/>
                <p14:nvPr/>
              </p14:nvContentPartPr>
              <p14:xfrm>
                <a:off x="1454875" y="1113860"/>
                <a:ext cx="835920" cy="2328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22399C-2752-325B-6E5A-9EA7B0D8338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48755" y="1107740"/>
                  <a:ext cx="848160" cy="23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E2EDA72-EA58-B36B-9B0B-C4970A0FFEFD}"/>
                    </a:ext>
                  </a:extLst>
                </p14:cNvPr>
                <p14:cNvContentPartPr/>
                <p14:nvPr/>
              </p14:nvContentPartPr>
              <p14:xfrm>
                <a:off x="976435" y="3588500"/>
                <a:ext cx="203760" cy="99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E2EDA72-EA58-B36B-9B0B-C4970A0FFE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0315" y="3582380"/>
                  <a:ext cx="21600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D71948-520A-2961-6128-CCDA5F58D091}"/>
                    </a:ext>
                  </a:extLst>
                </p14:cNvPr>
                <p14:cNvContentPartPr/>
                <p14:nvPr/>
              </p14:nvContentPartPr>
              <p14:xfrm>
                <a:off x="1424635" y="3873260"/>
                <a:ext cx="417600" cy="469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D71948-520A-2961-6128-CCDA5F58D09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18515" y="3867140"/>
                  <a:ext cx="4298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C1DFCC-C0DC-1944-808F-F85F2050ADC7}"/>
                    </a:ext>
                  </a:extLst>
                </p14:cNvPr>
                <p14:cNvContentPartPr/>
                <p14:nvPr/>
              </p14:nvContentPartPr>
              <p14:xfrm>
                <a:off x="2016835" y="3763100"/>
                <a:ext cx="47160" cy="75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C1DFCC-C0DC-1944-808F-F85F2050AD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10715" y="3756980"/>
                  <a:ext cx="5940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7889EE-CBD7-A06B-B8A2-4C7A64A8761A}"/>
                    </a:ext>
                  </a:extLst>
                </p14:cNvPr>
                <p14:cNvContentPartPr/>
                <p14:nvPr/>
              </p14:nvContentPartPr>
              <p14:xfrm>
                <a:off x="2607595" y="1311500"/>
                <a:ext cx="1558440" cy="83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7889EE-CBD7-A06B-B8A2-4C7A64A876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01475" y="1305380"/>
                  <a:ext cx="1570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50B8537-F43B-A3A9-0791-39AEC620EE92}"/>
                    </a:ext>
                  </a:extLst>
                </p14:cNvPr>
                <p14:cNvContentPartPr/>
                <p14:nvPr/>
              </p14:nvContentPartPr>
              <p14:xfrm>
                <a:off x="3045355" y="1232660"/>
                <a:ext cx="343800" cy="1790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50B8537-F43B-A3A9-0791-39AEC620EE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39235" y="1226540"/>
                  <a:ext cx="356040" cy="18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AA4E97-73FA-C8CB-FDB2-84F2304DFEDF}"/>
                    </a:ext>
                  </a:extLst>
                </p14:cNvPr>
                <p14:cNvContentPartPr/>
                <p14:nvPr/>
              </p14:nvContentPartPr>
              <p14:xfrm>
                <a:off x="2962195" y="3339740"/>
                <a:ext cx="43560" cy="492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AA4E97-73FA-C8CB-FDB2-84F2304DFE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56075" y="3333620"/>
                  <a:ext cx="558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C6EBFDE-326A-F4B0-A539-5DAF4C20FF82}"/>
                    </a:ext>
                  </a:extLst>
                </p14:cNvPr>
                <p14:cNvContentPartPr/>
                <p14:nvPr/>
              </p14:nvContentPartPr>
              <p14:xfrm>
                <a:off x="3321475" y="3332900"/>
                <a:ext cx="207000" cy="392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C6EBFDE-326A-F4B0-A539-5DAF4C20FF8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15355" y="3326780"/>
                  <a:ext cx="2192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970566-0404-C2F9-234F-0B097CA95097}"/>
                    </a:ext>
                  </a:extLst>
                </p14:cNvPr>
                <p14:cNvContentPartPr/>
                <p14:nvPr/>
              </p14:nvContentPartPr>
              <p14:xfrm>
                <a:off x="3659155" y="3272420"/>
                <a:ext cx="100080" cy="38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970566-0404-C2F9-234F-0B097CA9509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53035" y="3266300"/>
                  <a:ext cx="1123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F916476-8160-9218-80A3-DFCD117C5318}"/>
                    </a:ext>
                  </a:extLst>
                </p14:cNvPr>
                <p14:cNvContentPartPr/>
                <p14:nvPr/>
              </p14:nvContentPartPr>
              <p14:xfrm>
                <a:off x="3943555" y="2905580"/>
                <a:ext cx="163080" cy="155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F916476-8160-9218-80A3-DFCD117C531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37435" y="2899460"/>
                  <a:ext cx="175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C2A6489-F8F0-56F7-57A4-5EAD6DF384BB}"/>
                    </a:ext>
                  </a:extLst>
                </p14:cNvPr>
                <p14:cNvContentPartPr/>
                <p14:nvPr/>
              </p14:nvContentPartPr>
              <p14:xfrm>
                <a:off x="4875595" y="1435340"/>
                <a:ext cx="88920" cy="792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C2A6489-F8F0-56F7-57A4-5EAD6DF384B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69475" y="1429220"/>
                  <a:ext cx="10116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B5EB8E6-C9A3-FC63-FC43-C36204D0250B}"/>
                    </a:ext>
                  </a:extLst>
                </p14:cNvPr>
                <p14:cNvContentPartPr/>
                <p14:nvPr/>
              </p14:nvContentPartPr>
              <p14:xfrm>
                <a:off x="4681555" y="2311940"/>
                <a:ext cx="9720" cy="259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B5EB8E6-C9A3-FC63-FC43-C36204D0250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75435" y="2305820"/>
                  <a:ext cx="21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E4D8E63-2223-F51D-CD36-31C010326B26}"/>
                    </a:ext>
                  </a:extLst>
                </p14:cNvPr>
                <p14:cNvContentPartPr/>
                <p14:nvPr/>
              </p14:nvContentPartPr>
              <p14:xfrm>
                <a:off x="4888915" y="2409140"/>
                <a:ext cx="291240" cy="334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E4D8E63-2223-F51D-CD36-31C010326B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82795" y="2403020"/>
                  <a:ext cx="3034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2A31086-57CF-0772-AA7B-156DE72BF523}"/>
                    </a:ext>
                  </a:extLst>
                </p14:cNvPr>
                <p14:cNvContentPartPr/>
                <p14:nvPr/>
              </p14:nvContentPartPr>
              <p14:xfrm>
                <a:off x="5427115" y="2395100"/>
                <a:ext cx="256320" cy="317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A31086-57CF-0772-AA7B-156DE72BF5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20995" y="2388980"/>
                  <a:ext cx="2685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3BC44D0-9D36-3046-8853-27170815CB58}"/>
                    </a:ext>
                  </a:extLst>
                </p14:cNvPr>
                <p14:cNvContentPartPr/>
                <p14:nvPr/>
              </p14:nvContentPartPr>
              <p14:xfrm>
                <a:off x="6418915" y="1657820"/>
                <a:ext cx="639720" cy="1559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3BC44D0-9D36-3046-8853-27170815CB5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12795" y="1651700"/>
                  <a:ext cx="651960" cy="15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53194C-D2B3-A5FF-FC5F-BF8C6A4CDAFF}"/>
                    </a:ext>
                  </a:extLst>
                </p14:cNvPr>
                <p14:cNvContentPartPr/>
                <p14:nvPr/>
              </p14:nvContentPartPr>
              <p14:xfrm>
                <a:off x="7049635" y="3485180"/>
                <a:ext cx="60480" cy="680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53194C-D2B3-A5FF-FC5F-BF8C6A4CDAF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43515" y="3479060"/>
                  <a:ext cx="7272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64E30F-4529-20F2-E79C-1EF20F54B497}"/>
                    </a:ext>
                  </a:extLst>
                </p14:cNvPr>
                <p14:cNvContentPartPr/>
                <p14:nvPr/>
              </p14:nvContentPartPr>
              <p14:xfrm>
                <a:off x="7557235" y="3836900"/>
                <a:ext cx="127080" cy="372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64E30F-4529-20F2-E79C-1EF20F54B4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51115" y="3830780"/>
                  <a:ext cx="1393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9E84A16-1F19-29D4-9179-0EBA82F87E62}"/>
                    </a:ext>
                  </a:extLst>
                </p14:cNvPr>
                <p14:cNvContentPartPr/>
                <p14:nvPr/>
              </p14:nvContentPartPr>
              <p14:xfrm>
                <a:off x="8136115" y="3415340"/>
                <a:ext cx="479880" cy="923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9E84A16-1F19-29D4-9179-0EBA82F87E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29995" y="3409220"/>
                  <a:ext cx="492120" cy="9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2B4AF2-C4F8-B7B9-17B7-BCBCDBC03BDF}"/>
                    </a:ext>
                  </a:extLst>
                </p14:cNvPr>
                <p14:cNvContentPartPr/>
                <p14:nvPr/>
              </p14:nvContentPartPr>
              <p14:xfrm>
                <a:off x="9023515" y="4042100"/>
                <a:ext cx="170280" cy="144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2B4AF2-C4F8-B7B9-17B7-BCBCDBC03BD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17395" y="4035980"/>
                  <a:ext cx="182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8CAECC5-E0C2-EE09-5974-0958F507598E}"/>
                    </a:ext>
                  </a:extLst>
                </p14:cNvPr>
                <p14:cNvContentPartPr/>
                <p14:nvPr/>
              </p14:nvContentPartPr>
              <p14:xfrm>
                <a:off x="3762835" y="2993780"/>
                <a:ext cx="363240" cy="177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8CAECC5-E0C2-EE09-5974-0958F50759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56715" y="2987660"/>
                  <a:ext cx="375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68CFCA7-DD1E-0E68-6D1E-AF48937C6C2F}"/>
                    </a:ext>
                  </a:extLst>
                </p14:cNvPr>
                <p14:cNvContentPartPr/>
                <p14:nvPr/>
              </p14:nvContentPartPr>
              <p14:xfrm>
                <a:off x="2915755" y="4959380"/>
                <a:ext cx="606240" cy="1283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68CFCA7-DD1E-0E68-6D1E-AF48937C6C2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09635" y="4953260"/>
                  <a:ext cx="618480" cy="12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3074DCA-C146-1297-D094-95FE1FEA2520}"/>
                    </a:ext>
                  </a:extLst>
                </p14:cNvPr>
                <p14:cNvContentPartPr/>
                <p14:nvPr/>
              </p14:nvContentPartPr>
              <p14:xfrm>
                <a:off x="3625315" y="5080340"/>
                <a:ext cx="947880" cy="48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3074DCA-C146-1297-D094-95FE1FEA25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19195" y="5074220"/>
                  <a:ext cx="960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0F063DC-302D-89AF-880D-E8625D75FABF}"/>
                    </a:ext>
                  </a:extLst>
                </p14:cNvPr>
                <p14:cNvContentPartPr/>
                <p14:nvPr/>
              </p14:nvContentPartPr>
              <p14:xfrm>
                <a:off x="4131835" y="5173940"/>
                <a:ext cx="42480" cy="399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0F063DC-302D-89AF-880D-E8625D75FA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25715" y="5167820"/>
                  <a:ext cx="547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47EF0E-4DFF-F9B8-7BF6-DA8373F85830}"/>
                    </a:ext>
                  </a:extLst>
                </p14:cNvPr>
                <p14:cNvContentPartPr/>
                <p14:nvPr/>
              </p14:nvContentPartPr>
              <p14:xfrm>
                <a:off x="4404355" y="5335580"/>
                <a:ext cx="235440" cy="418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47EF0E-4DFF-F9B8-7BF6-DA8373F858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98235" y="5329460"/>
                  <a:ext cx="2476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E953F6-0BC1-178E-55AC-AE482ED8EDC1}"/>
                    </a:ext>
                  </a:extLst>
                </p14:cNvPr>
                <p14:cNvContentPartPr/>
                <p14:nvPr/>
              </p14:nvContentPartPr>
              <p14:xfrm>
                <a:off x="4849315" y="5304980"/>
                <a:ext cx="276120" cy="283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E953F6-0BC1-178E-55AC-AE482ED8EDC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43195" y="5298860"/>
                  <a:ext cx="288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EDAA755-13D8-E6D1-7AF1-79448AECB98D}"/>
                    </a:ext>
                  </a:extLst>
                </p14:cNvPr>
                <p14:cNvContentPartPr/>
                <p14:nvPr/>
              </p14:nvContentPartPr>
              <p14:xfrm>
                <a:off x="5359075" y="5330540"/>
                <a:ext cx="173160" cy="322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EDAA755-13D8-E6D1-7AF1-79448AECB98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52955" y="5324420"/>
                  <a:ext cx="1854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1592424-220C-D55C-42D6-A3172676C3DE}"/>
                    </a:ext>
                  </a:extLst>
                </p14:cNvPr>
                <p14:cNvContentPartPr/>
                <p14:nvPr/>
              </p14:nvContentPartPr>
              <p14:xfrm>
                <a:off x="5667955" y="5613500"/>
                <a:ext cx="173880" cy="160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1592424-220C-D55C-42D6-A3172676C3D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61835" y="5607380"/>
                  <a:ext cx="186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E1E7943-6030-D5B2-8677-1B9A157AB6F8}"/>
                    </a:ext>
                  </a:extLst>
                </p14:cNvPr>
                <p14:cNvContentPartPr/>
                <p14:nvPr/>
              </p14:nvContentPartPr>
              <p14:xfrm>
                <a:off x="7245115" y="4899260"/>
                <a:ext cx="53280" cy="732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E1E7943-6030-D5B2-8677-1B9A157AB6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38995" y="4893140"/>
                  <a:ext cx="6552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37EA67B-08FB-AE77-7083-65FD2F3AEA22}"/>
                    </a:ext>
                  </a:extLst>
                </p14:cNvPr>
                <p14:cNvContentPartPr/>
                <p14:nvPr/>
              </p14:nvContentPartPr>
              <p14:xfrm>
                <a:off x="7658755" y="5559140"/>
                <a:ext cx="265680" cy="242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37EA67B-08FB-AE77-7083-65FD2F3AEA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52635" y="5553020"/>
                  <a:ext cx="277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49D28F3-0E0E-8583-3992-0E0C66007526}"/>
                    </a:ext>
                  </a:extLst>
                </p14:cNvPr>
                <p14:cNvContentPartPr/>
                <p14:nvPr/>
              </p14:nvContentPartPr>
              <p14:xfrm>
                <a:off x="8988595" y="4665260"/>
                <a:ext cx="644400" cy="1018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49D28F3-0E0E-8583-3992-0E0C660075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82475" y="4659140"/>
                  <a:ext cx="656640" cy="10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0572D9-B6D6-0EA5-B0BA-50A31A4E0F9E}"/>
                    </a:ext>
                  </a:extLst>
                </p14:cNvPr>
                <p14:cNvContentPartPr/>
                <p14:nvPr/>
              </p14:nvContentPartPr>
              <p14:xfrm>
                <a:off x="10039075" y="5209580"/>
                <a:ext cx="423720" cy="429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0572D9-B6D6-0EA5-B0BA-50A31A4E0F9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32955" y="5203460"/>
                  <a:ext cx="4359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A1B5B04-527D-CC3B-3F82-F1D7594383BE}"/>
                    </a:ext>
                  </a:extLst>
                </p14:cNvPr>
                <p14:cNvContentPartPr/>
                <p14:nvPr/>
              </p14:nvContentPartPr>
              <p14:xfrm>
                <a:off x="10612555" y="4483460"/>
                <a:ext cx="51480" cy="226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A1B5B04-527D-CC3B-3F82-F1D7594383B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06435" y="4477340"/>
                  <a:ext cx="63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59CEC1B-3A76-F4FA-0C26-1DBE1908B19D}"/>
                    </a:ext>
                  </a:extLst>
                </p14:cNvPr>
                <p14:cNvContentPartPr/>
                <p14:nvPr/>
              </p14:nvContentPartPr>
              <p14:xfrm>
                <a:off x="10978315" y="4638980"/>
                <a:ext cx="87120" cy="309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59CEC1B-3A76-F4FA-0C26-1DBE1908B1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972195" y="4632860"/>
                  <a:ext cx="993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E92F58F-B3B7-6F37-E473-A3C6CDAAED43}"/>
                    </a:ext>
                  </a:extLst>
                </p14:cNvPr>
                <p14:cNvContentPartPr/>
                <p14:nvPr/>
              </p14:nvContentPartPr>
              <p14:xfrm>
                <a:off x="10783915" y="5114180"/>
                <a:ext cx="765000" cy="406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E92F58F-B3B7-6F37-E473-A3C6CDAAED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77795" y="5108060"/>
                  <a:ext cx="7772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7BEE745-629F-3532-648A-25E0D26D9B01}"/>
                    </a:ext>
                  </a:extLst>
                </p14:cNvPr>
                <p14:cNvContentPartPr/>
                <p14:nvPr/>
              </p14:nvContentPartPr>
              <p14:xfrm>
                <a:off x="11154355" y="4593260"/>
                <a:ext cx="1028160" cy="1556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7BEE745-629F-3532-648A-25E0D26D9B0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48235" y="4587140"/>
                  <a:ext cx="1040400" cy="15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30E3330-639A-E852-C041-5EEDBC2F9637}"/>
                    </a:ext>
                  </a:extLst>
                </p14:cNvPr>
                <p14:cNvContentPartPr/>
                <p14:nvPr/>
              </p14:nvContentPartPr>
              <p14:xfrm>
                <a:off x="4792075" y="6090860"/>
                <a:ext cx="3615840" cy="242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30E3330-639A-E852-C041-5EEDBC2F96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85955" y="6084740"/>
                  <a:ext cx="3628080" cy="25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930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843B04-67AE-DF10-A7E8-143DB25C9F35}"/>
                  </a:ext>
                </a:extLst>
              </p14:cNvPr>
              <p14:cNvContentPartPr/>
              <p14:nvPr/>
            </p14:nvContentPartPr>
            <p14:xfrm>
              <a:off x="9092275" y="466220"/>
              <a:ext cx="917640" cy="1562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843B04-67AE-DF10-A7E8-143DB25C9F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86155" y="460100"/>
                <a:ext cx="929880" cy="157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8CB6BA88-3456-439E-CA55-3C5C4A73F079}"/>
              </a:ext>
            </a:extLst>
          </p:cNvPr>
          <p:cNvGrpSpPr/>
          <p:nvPr/>
        </p:nvGrpSpPr>
        <p:grpSpPr>
          <a:xfrm>
            <a:off x="1751515" y="547940"/>
            <a:ext cx="2575800" cy="1755360"/>
            <a:chOff x="1751515" y="547940"/>
            <a:chExt cx="2575800" cy="175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BF9B48-757F-4FEE-50F8-ED4F60D0A6E1}"/>
                    </a:ext>
                  </a:extLst>
                </p14:cNvPr>
                <p14:cNvContentPartPr/>
                <p14:nvPr/>
              </p14:nvContentPartPr>
              <p14:xfrm>
                <a:off x="1751515" y="547940"/>
                <a:ext cx="623520" cy="1755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BF9B48-757F-4FEE-50F8-ED4F60D0A6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5395" y="541820"/>
                  <a:ext cx="635760" cy="17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E4BC34-AD04-2DEA-5418-6F8EF04B8120}"/>
                    </a:ext>
                  </a:extLst>
                </p14:cNvPr>
                <p14:cNvContentPartPr/>
                <p14:nvPr/>
              </p14:nvContentPartPr>
              <p14:xfrm>
                <a:off x="2470075" y="1054460"/>
                <a:ext cx="837000" cy="83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E4BC34-AD04-2DEA-5418-6F8EF04B81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63955" y="1048340"/>
                  <a:ext cx="849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211EB3-D125-AF02-EB83-2BFA39637E18}"/>
                    </a:ext>
                  </a:extLst>
                </p14:cNvPr>
                <p14:cNvContentPartPr/>
                <p14:nvPr/>
              </p14:nvContentPartPr>
              <p14:xfrm>
                <a:off x="2918635" y="1137260"/>
                <a:ext cx="69120" cy="433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211EB3-D125-AF02-EB83-2BFA39637E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12515" y="1131140"/>
                  <a:ext cx="8136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4B5C7E-B393-CDC0-49A4-2CDCDDA57EFA}"/>
                    </a:ext>
                  </a:extLst>
                </p14:cNvPr>
                <p14:cNvContentPartPr/>
                <p14:nvPr/>
              </p14:nvContentPartPr>
              <p14:xfrm>
                <a:off x="3259915" y="1390700"/>
                <a:ext cx="183600" cy="255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4B5C7E-B393-CDC0-49A4-2CDCDDA57E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53795" y="1384580"/>
                  <a:ext cx="1958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829BA4-1E5D-9DB6-A04A-8918BAFA9071}"/>
                    </a:ext>
                  </a:extLst>
                </p14:cNvPr>
                <p14:cNvContentPartPr/>
                <p14:nvPr/>
              </p14:nvContentPartPr>
              <p14:xfrm>
                <a:off x="3630355" y="1357220"/>
                <a:ext cx="344880" cy="142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829BA4-1E5D-9DB6-A04A-8918BAFA90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24235" y="1351100"/>
                  <a:ext cx="357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341818-C83D-6765-635A-24F882C8675C}"/>
                    </a:ext>
                  </a:extLst>
                </p14:cNvPr>
                <p14:cNvContentPartPr/>
                <p14:nvPr/>
              </p14:nvContentPartPr>
              <p14:xfrm>
                <a:off x="4266835" y="1543700"/>
                <a:ext cx="60480" cy="34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341818-C83D-6765-635A-24F882C867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60715" y="1537580"/>
                  <a:ext cx="7272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4DF4EE-221E-DE1F-1976-901B022ADC00}"/>
              </a:ext>
            </a:extLst>
          </p:cNvPr>
          <p:cNvGrpSpPr/>
          <p:nvPr/>
        </p:nvGrpSpPr>
        <p:grpSpPr>
          <a:xfrm>
            <a:off x="5124355" y="695540"/>
            <a:ext cx="1387080" cy="1104840"/>
            <a:chOff x="5124355" y="695540"/>
            <a:chExt cx="1387080" cy="11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D5B050-FA27-D109-438F-DA87D747BB5E}"/>
                    </a:ext>
                  </a:extLst>
                </p14:cNvPr>
                <p14:cNvContentPartPr/>
                <p14:nvPr/>
              </p14:nvContentPartPr>
              <p14:xfrm>
                <a:off x="5124355" y="996500"/>
                <a:ext cx="219240" cy="803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D5B050-FA27-D109-438F-DA87D747BB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18235" y="990380"/>
                  <a:ext cx="23148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1FC466-96B9-1F53-6D2B-308B9AFA5A0E}"/>
                    </a:ext>
                  </a:extLst>
                </p14:cNvPr>
                <p14:cNvContentPartPr/>
                <p14:nvPr/>
              </p14:nvContentPartPr>
              <p14:xfrm>
                <a:off x="5357275" y="695540"/>
                <a:ext cx="519480" cy="138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1FC466-96B9-1F53-6D2B-308B9AFA5A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51155" y="689420"/>
                  <a:ext cx="531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184279-C8B1-A997-EE8D-635DB2AD1516}"/>
                    </a:ext>
                  </a:extLst>
                </p14:cNvPr>
                <p14:cNvContentPartPr/>
                <p14:nvPr/>
              </p14:nvContentPartPr>
              <p14:xfrm>
                <a:off x="5763715" y="1374500"/>
                <a:ext cx="397800" cy="180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184279-C8B1-A997-EE8D-635DB2AD15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57595" y="1368380"/>
                  <a:ext cx="410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C97919-69CB-CFAF-5CC4-4E4C0EB613A8}"/>
                    </a:ext>
                  </a:extLst>
                </p14:cNvPr>
                <p14:cNvContentPartPr/>
                <p14:nvPr/>
              </p14:nvContentPartPr>
              <p14:xfrm>
                <a:off x="6298675" y="918020"/>
                <a:ext cx="212760" cy="426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C97919-69CB-CFAF-5CC4-4E4C0EB613A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92555" y="911900"/>
                  <a:ext cx="225000" cy="43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16AC05-740D-9C00-357A-AC8A3AC4F3E1}"/>
              </a:ext>
            </a:extLst>
          </p:cNvPr>
          <p:cNvGrpSpPr/>
          <p:nvPr/>
        </p:nvGrpSpPr>
        <p:grpSpPr>
          <a:xfrm>
            <a:off x="2267395" y="2535140"/>
            <a:ext cx="6502320" cy="2548800"/>
            <a:chOff x="2267395" y="2535140"/>
            <a:chExt cx="6502320" cy="254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B44936-3C72-4D0A-3435-603E4BEFBFB5}"/>
                    </a:ext>
                  </a:extLst>
                </p14:cNvPr>
                <p14:cNvContentPartPr/>
                <p14:nvPr/>
              </p14:nvContentPartPr>
              <p14:xfrm>
                <a:off x="2931955" y="3357740"/>
                <a:ext cx="125640" cy="623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B44936-3C72-4D0A-3435-603E4BEFBF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25835" y="3351620"/>
                  <a:ext cx="13788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1F1B180-DF1F-57C9-15E4-D91830EE026E}"/>
                    </a:ext>
                  </a:extLst>
                </p14:cNvPr>
                <p14:cNvContentPartPr/>
                <p14:nvPr/>
              </p14:nvContentPartPr>
              <p14:xfrm>
                <a:off x="3203395" y="4041020"/>
                <a:ext cx="141480" cy="231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1F1B180-DF1F-57C9-15E4-D91830EE026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97275" y="4034900"/>
                  <a:ext cx="1537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8978C1-2724-33F0-7180-808BEC2B6789}"/>
                    </a:ext>
                  </a:extLst>
                </p14:cNvPr>
                <p14:cNvContentPartPr/>
                <p14:nvPr/>
              </p14:nvContentPartPr>
              <p14:xfrm>
                <a:off x="4526035" y="3403100"/>
                <a:ext cx="365760" cy="777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8978C1-2724-33F0-7180-808BEC2B67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19915" y="3396980"/>
                  <a:ext cx="37800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A1A7C38-F9C1-C9A9-F5AD-018A2F3FD44C}"/>
                    </a:ext>
                  </a:extLst>
                </p14:cNvPr>
                <p14:cNvContentPartPr/>
                <p14:nvPr/>
              </p14:nvContentPartPr>
              <p14:xfrm>
                <a:off x="5550955" y="3896660"/>
                <a:ext cx="155880" cy="316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A1A7C38-F9C1-C9A9-F5AD-018A2F3FD4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44835" y="3890540"/>
                  <a:ext cx="1681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4220C1-8160-23C7-4848-CA555B354591}"/>
                    </a:ext>
                  </a:extLst>
                </p14:cNvPr>
                <p14:cNvContentPartPr/>
                <p14:nvPr/>
              </p14:nvContentPartPr>
              <p14:xfrm>
                <a:off x="6511795" y="3569780"/>
                <a:ext cx="108720" cy="259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4220C1-8160-23C7-4848-CA555B3545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05675" y="3563660"/>
                  <a:ext cx="120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4BA4B2-3AA0-D67E-C0A3-BE0C6F83C872}"/>
                    </a:ext>
                  </a:extLst>
                </p14:cNvPr>
                <p14:cNvContentPartPr/>
                <p14:nvPr/>
              </p14:nvContentPartPr>
              <p14:xfrm>
                <a:off x="7576675" y="3039860"/>
                <a:ext cx="415080" cy="261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4BA4B2-3AA0-D67E-C0A3-BE0C6F83C8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70555" y="3033740"/>
                  <a:ext cx="4273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8B1B90-D0D1-ED7A-BFA2-52A96516192D}"/>
                    </a:ext>
                  </a:extLst>
                </p14:cNvPr>
                <p14:cNvContentPartPr/>
                <p14:nvPr/>
              </p14:nvContentPartPr>
              <p14:xfrm>
                <a:off x="2267395" y="2535140"/>
                <a:ext cx="6502320" cy="2548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8B1B90-D0D1-ED7A-BFA2-52A96516192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61275" y="2529020"/>
                  <a:ext cx="6514560" cy="256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2085B8C-BC9A-4468-57DF-B39BE0DCBA83}"/>
                  </a:ext>
                </a:extLst>
              </p14:cNvPr>
              <p14:cNvContentPartPr/>
              <p14:nvPr/>
            </p14:nvContentPartPr>
            <p14:xfrm>
              <a:off x="3125275" y="5505860"/>
              <a:ext cx="100440" cy="821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2085B8C-BC9A-4468-57DF-B39BE0DCBA8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19155" y="5499740"/>
                <a:ext cx="112680" cy="83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5F3AFC-ECF2-7259-54AE-570C53B5AFB5}"/>
                  </a:ext>
                </a:extLst>
              </p14:cNvPr>
              <p14:cNvContentPartPr/>
              <p14:nvPr/>
            </p14:nvContentPartPr>
            <p14:xfrm>
              <a:off x="3668515" y="5812940"/>
              <a:ext cx="40320" cy="82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5F3AFC-ECF2-7259-54AE-570C53B5AFB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662395" y="5806820"/>
                <a:ext cx="525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6301530-71CB-EF42-4D8F-AE9A40973797}"/>
                  </a:ext>
                </a:extLst>
              </p14:cNvPr>
              <p14:cNvContentPartPr/>
              <p14:nvPr/>
            </p14:nvContentPartPr>
            <p14:xfrm>
              <a:off x="4374835" y="5478140"/>
              <a:ext cx="176040" cy="6685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6301530-71CB-EF42-4D8F-AE9A4097379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68715" y="5472020"/>
                <a:ext cx="188280" cy="68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CB4CA8F-8084-5D40-CB2C-CDACCEECCB86}"/>
                  </a:ext>
                </a:extLst>
              </p14:cNvPr>
              <p14:cNvContentPartPr/>
              <p14:nvPr/>
            </p14:nvContentPartPr>
            <p14:xfrm>
              <a:off x="5409835" y="5840300"/>
              <a:ext cx="168120" cy="63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CB4CA8F-8084-5D40-CB2C-CDACCEECCB8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03715" y="5834180"/>
                <a:ext cx="1803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A60E35B-BB42-6C12-C908-1F63EBA5349A}"/>
                  </a:ext>
                </a:extLst>
              </p14:cNvPr>
              <p14:cNvContentPartPr/>
              <p14:nvPr/>
            </p14:nvContentPartPr>
            <p14:xfrm>
              <a:off x="7606915" y="6051620"/>
              <a:ext cx="353520" cy="655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A60E35B-BB42-6C12-C908-1F63EBA5349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00795" y="6045500"/>
                <a:ext cx="36576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5C46E951-3327-46C7-870D-123F7E5BB81C}"/>
              </a:ext>
            </a:extLst>
          </p:cNvPr>
          <p:cNvGrpSpPr/>
          <p:nvPr/>
        </p:nvGrpSpPr>
        <p:grpSpPr>
          <a:xfrm>
            <a:off x="9613915" y="2374580"/>
            <a:ext cx="881280" cy="925200"/>
            <a:chOff x="9613915" y="2374580"/>
            <a:chExt cx="881280" cy="9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00E4A55-44CE-407E-C63F-BAB237F6C86E}"/>
                    </a:ext>
                  </a:extLst>
                </p14:cNvPr>
                <p14:cNvContentPartPr/>
                <p14:nvPr/>
              </p14:nvContentPartPr>
              <p14:xfrm>
                <a:off x="9613915" y="2374580"/>
                <a:ext cx="290520" cy="925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00E4A55-44CE-407E-C63F-BAB237F6C8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07795" y="2368460"/>
                  <a:ext cx="302760" cy="9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34207D-B693-433B-DA48-9628BAAE393B}"/>
                    </a:ext>
                  </a:extLst>
                </p14:cNvPr>
                <p14:cNvContentPartPr/>
                <p14:nvPr/>
              </p14:nvContentPartPr>
              <p14:xfrm>
                <a:off x="10171555" y="2624780"/>
                <a:ext cx="77400" cy="340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34207D-B693-433B-DA48-9628BAAE39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65435" y="2618660"/>
                  <a:ext cx="896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6C2E49A-F980-E154-B7C0-F98560A4D3B7}"/>
                    </a:ext>
                  </a:extLst>
                </p14:cNvPr>
                <p14:cNvContentPartPr/>
                <p14:nvPr/>
              </p14:nvContentPartPr>
              <p14:xfrm>
                <a:off x="10440475" y="2796140"/>
                <a:ext cx="54720" cy="84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6C2E49A-F980-E154-B7C0-F98560A4D3B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34355" y="2790020"/>
                  <a:ext cx="6696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7F92C19-D6F5-26CA-7555-EE4A63194EB3}"/>
              </a:ext>
            </a:extLst>
          </p:cNvPr>
          <p:cNvGrpSpPr/>
          <p:nvPr/>
        </p:nvGrpSpPr>
        <p:grpSpPr>
          <a:xfrm>
            <a:off x="157075" y="2930420"/>
            <a:ext cx="1004040" cy="888120"/>
            <a:chOff x="157075" y="2930420"/>
            <a:chExt cx="1004040" cy="88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BE3BBA0-77EE-B7C3-AB8B-642CEEB3D8F7}"/>
                    </a:ext>
                  </a:extLst>
                </p14:cNvPr>
                <p14:cNvContentPartPr/>
                <p14:nvPr/>
              </p14:nvContentPartPr>
              <p14:xfrm>
                <a:off x="580795" y="2964260"/>
                <a:ext cx="64080" cy="854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BE3BBA0-77EE-B7C3-AB8B-642CEEB3D8F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4675" y="2958140"/>
                  <a:ext cx="7632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F72F581-B9A3-758D-1BEA-314058ABD888}"/>
                    </a:ext>
                  </a:extLst>
                </p14:cNvPr>
                <p14:cNvContentPartPr/>
                <p14:nvPr/>
              </p14:nvContentPartPr>
              <p14:xfrm>
                <a:off x="157075" y="2930420"/>
                <a:ext cx="656640" cy="198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F72F581-B9A3-758D-1BEA-314058ABD88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0955" y="2924300"/>
                  <a:ext cx="668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4917FCD-E804-FC4E-AA28-5229EAAC59FC}"/>
                    </a:ext>
                  </a:extLst>
                </p14:cNvPr>
                <p14:cNvContentPartPr/>
                <p14:nvPr/>
              </p14:nvContentPartPr>
              <p14:xfrm>
                <a:off x="730195" y="3604700"/>
                <a:ext cx="154800" cy="154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4917FCD-E804-FC4E-AA28-5229EAAC59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4075" y="3598580"/>
                  <a:ext cx="167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A392132-E37D-301A-DBA7-74202E3E6A5B}"/>
                    </a:ext>
                  </a:extLst>
                </p14:cNvPr>
                <p14:cNvContentPartPr/>
                <p14:nvPr/>
              </p14:nvContentPartPr>
              <p14:xfrm>
                <a:off x="1012435" y="3531980"/>
                <a:ext cx="148680" cy="65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A392132-E37D-301A-DBA7-74202E3E6A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6315" y="3525860"/>
                  <a:ext cx="16092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B21DF45-63CD-0840-60F5-0B6FDD595A97}"/>
              </a:ext>
            </a:extLst>
          </p:cNvPr>
          <p:cNvGrpSpPr/>
          <p:nvPr/>
        </p:nvGrpSpPr>
        <p:grpSpPr>
          <a:xfrm>
            <a:off x="1537675" y="2829620"/>
            <a:ext cx="979560" cy="476640"/>
            <a:chOff x="1537675" y="2829620"/>
            <a:chExt cx="97956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1AD725-916A-8083-75C1-B62D475CE362}"/>
                    </a:ext>
                  </a:extLst>
                </p14:cNvPr>
                <p14:cNvContentPartPr/>
                <p14:nvPr/>
              </p14:nvContentPartPr>
              <p14:xfrm>
                <a:off x="2467555" y="2829620"/>
                <a:ext cx="49680" cy="17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1AD725-916A-8083-75C1-B62D475CE3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61435" y="2823500"/>
                  <a:ext cx="61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7F1AA2-3727-73A7-B464-49FCB2784E90}"/>
                    </a:ext>
                  </a:extLst>
                </p14:cNvPr>
                <p14:cNvContentPartPr/>
                <p14:nvPr/>
              </p14:nvContentPartPr>
              <p14:xfrm>
                <a:off x="1537675" y="3159740"/>
                <a:ext cx="103320" cy="146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7F1AA2-3727-73A7-B464-49FCB2784E9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31555" y="3153620"/>
                  <a:ext cx="115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8ECED5-7CD8-5E40-2593-447646CFCE37}"/>
                    </a:ext>
                  </a:extLst>
                </p14:cNvPr>
                <p14:cNvContentPartPr/>
                <p14:nvPr/>
              </p14:nvContentPartPr>
              <p14:xfrm>
                <a:off x="1933675" y="3123740"/>
                <a:ext cx="11160" cy="3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8ECED5-7CD8-5E40-2593-447646CFCE3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27555" y="3117620"/>
                  <a:ext cx="23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F08D7E1-3ABB-A475-71D9-A4A349C75544}"/>
                    </a:ext>
                  </a:extLst>
                </p14:cNvPr>
                <p14:cNvContentPartPr/>
                <p14:nvPr/>
              </p14:nvContentPartPr>
              <p14:xfrm>
                <a:off x="1856275" y="2978300"/>
                <a:ext cx="423720" cy="28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F08D7E1-3ABB-A475-71D9-A4A349C7554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50155" y="2972180"/>
                  <a:ext cx="43596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55C58B4-4A00-8B12-3EBA-1CC3B262DE27}"/>
                  </a:ext>
                </a:extLst>
              </p14:cNvPr>
              <p14:cNvContentPartPr/>
              <p14:nvPr/>
            </p14:nvContentPartPr>
            <p14:xfrm>
              <a:off x="2845555" y="2581220"/>
              <a:ext cx="162720" cy="1317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55C58B4-4A00-8B12-3EBA-1CC3B262DE2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839435" y="2575100"/>
                <a:ext cx="17496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C11DBF21-77CF-53D7-CABF-43106DD3D982}"/>
              </a:ext>
            </a:extLst>
          </p:cNvPr>
          <p:cNvGrpSpPr/>
          <p:nvPr/>
        </p:nvGrpSpPr>
        <p:grpSpPr>
          <a:xfrm>
            <a:off x="181915" y="4711340"/>
            <a:ext cx="2509200" cy="1478160"/>
            <a:chOff x="181915" y="4711340"/>
            <a:chExt cx="2509200" cy="14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73CF624-CFD6-241E-AAC5-89D913C30270}"/>
                    </a:ext>
                  </a:extLst>
                </p14:cNvPr>
                <p14:cNvContentPartPr/>
                <p14:nvPr/>
              </p14:nvContentPartPr>
              <p14:xfrm>
                <a:off x="181915" y="4711340"/>
                <a:ext cx="1317600" cy="1478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73CF624-CFD6-241E-AAC5-89D913C302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5795" y="4705220"/>
                  <a:ext cx="1329840" cy="14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2276E9-5743-04F5-1179-00C460FA8006}"/>
                    </a:ext>
                  </a:extLst>
                </p14:cNvPr>
                <p14:cNvContentPartPr/>
                <p14:nvPr/>
              </p14:nvContentPartPr>
              <p14:xfrm>
                <a:off x="1611835" y="5529620"/>
                <a:ext cx="900720" cy="165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2276E9-5743-04F5-1179-00C460FA800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05715" y="5523500"/>
                  <a:ext cx="912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481132-6844-393E-94E6-58CBBB405E0C}"/>
                    </a:ext>
                  </a:extLst>
                </p14:cNvPr>
                <p14:cNvContentPartPr/>
                <p14:nvPr/>
              </p14:nvContentPartPr>
              <p14:xfrm>
                <a:off x="2208355" y="5224700"/>
                <a:ext cx="482760" cy="937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481132-6844-393E-94E6-58CBBB405E0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02235" y="5218580"/>
                  <a:ext cx="495000" cy="9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0B56038-B9D7-B308-0CA2-24E1913B6D06}"/>
                  </a:ext>
                </a:extLst>
              </p14:cNvPr>
              <p14:cNvContentPartPr/>
              <p14:nvPr/>
            </p14:nvContentPartPr>
            <p14:xfrm>
              <a:off x="3152635" y="5821580"/>
              <a:ext cx="63000" cy="57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0B56038-B9D7-B308-0CA2-24E1913B6D0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46515" y="5815460"/>
                <a:ext cx="752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DF2BC39-85F2-1EFF-EC68-69A37A072E47}"/>
                  </a:ext>
                </a:extLst>
              </p14:cNvPr>
              <p14:cNvContentPartPr/>
              <p14:nvPr/>
            </p14:nvContentPartPr>
            <p14:xfrm>
              <a:off x="10258315" y="765740"/>
              <a:ext cx="249840" cy="6829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DF2BC39-85F2-1EFF-EC68-69A37A072E4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252195" y="759620"/>
                <a:ext cx="262080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376F102-FA30-D8B6-4284-162CE1253DBA}"/>
                  </a:ext>
                </a:extLst>
              </p14:cNvPr>
              <p14:cNvContentPartPr/>
              <p14:nvPr/>
            </p14:nvContentPartPr>
            <p14:xfrm>
              <a:off x="10878235" y="791300"/>
              <a:ext cx="288000" cy="5976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376F102-FA30-D8B6-4284-162CE1253DB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872115" y="785180"/>
                <a:ext cx="300240" cy="60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699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136F06-89A7-50D3-0A0B-92F30036402D}"/>
                  </a:ext>
                </a:extLst>
              </p14:cNvPr>
              <p14:cNvContentPartPr/>
              <p14:nvPr/>
            </p14:nvContentPartPr>
            <p14:xfrm>
              <a:off x="2899555" y="2602460"/>
              <a:ext cx="10080" cy="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136F06-89A7-50D3-0A0B-92F3003640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3435" y="2596340"/>
                <a:ext cx="223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83940B4-D006-F88F-6EBE-EA28A46097D5}"/>
                  </a:ext>
                </a:extLst>
              </p14:cNvPr>
              <p14:cNvContentPartPr/>
              <p14:nvPr/>
            </p14:nvContentPartPr>
            <p14:xfrm>
              <a:off x="10385035" y="2325260"/>
              <a:ext cx="764280" cy="10922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83940B4-D006-F88F-6EBE-EA28A46097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78915" y="2319140"/>
                <a:ext cx="776520" cy="11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03D474A-ACE5-320E-2B9C-48311DF0EA1D}"/>
                  </a:ext>
                </a:extLst>
              </p14:cNvPr>
              <p14:cNvContentPartPr/>
              <p14:nvPr/>
            </p14:nvContentPartPr>
            <p14:xfrm rot="100200">
              <a:off x="4109042" y="3517264"/>
              <a:ext cx="74746" cy="76592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03D474A-ACE5-320E-2B9C-48311DF0EA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00200">
                <a:off x="4102511" y="3511064"/>
                <a:ext cx="87083" cy="88993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0C9ADEE4-1A67-7B1B-49E4-E0DC5AC67172}"/>
              </a:ext>
            </a:extLst>
          </p:cNvPr>
          <p:cNvGrpSpPr/>
          <p:nvPr/>
        </p:nvGrpSpPr>
        <p:grpSpPr>
          <a:xfrm>
            <a:off x="258595" y="2127980"/>
            <a:ext cx="10957320" cy="2219040"/>
            <a:chOff x="258595" y="2127980"/>
            <a:chExt cx="10957320" cy="22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64E058-F163-4F0A-3103-5AD58772F0DB}"/>
                    </a:ext>
                  </a:extLst>
                </p14:cNvPr>
                <p14:cNvContentPartPr/>
                <p14:nvPr/>
              </p14:nvContentPartPr>
              <p14:xfrm>
                <a:off x="8248435" y="2486900"/>
                <a:ext cx="143640" cy="797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64E058-F163-4F0A-3103-5AD58772F0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42315" y="2480780"/>
                  <a:ext cx="155880" cy="8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92BECC-DCF7-F798-8A64-834B35B1BDAE}"/>
                    </a:ext>
                  </a:extLst>
                </p14:cNvPr>
                <p14:cNvContentPartPr/>
                <p14:nvPr/>
              </p14:nvContentPartPr>
              <p14:xfrm>
                <a:off x="8766835" y="2127980"/>
                <a:ext cx="998640" cy="1572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92BECC-DCF7-F798-8A64-834B35B1BD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60715" y="2121500"/>
                  <a:ext cx="1010880" cy="15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544382-10B0-465E-DC8B-8E8B565BDA79}"/>
                    </a:ext>
                  </a:extLst>
                </p14:cNvPr>
                <p14:cNvContentPartPr/>
                <p14:nvPr/>
              </p14:nvContentPartPr>
              <p14:xfrm>
                <a:off x="8869435" y="2685260"/>
                <a:ext cx="223200" cy="756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544382-10B0-465E-DC8B-8E8B565BDA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63315" y="2679140"/>
                  <a:ext cx="235440" cy="76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6BF74C2-5355-D967-3E83-AE88E53AEA1C}"/>
                    </a:ext>
                  </a:extLst>
                </p14:cNvPr>
                <p14:cNvContentPartPr/>
                <p14:nvPr/>
              </p14:nvContentPartPr>
              <p14:xfrm>
                <a:off x="2009275" y="2669060"/>
                <a:ext cx="78120" cy="690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6BF74C2-5355-D967-3E83-AE88E53AEA1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3155" y="2662940"/>
                  <a:ext cx="9036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D240138-C43B-51C2-0F28-1F771B6F42AB}"/>
                    </a:ext>
                  </a:extLst>
                </p14:cNvPr>
                <p14:cNvContentPartPr/>
                <p14:nvPr/>
              </p14:nvContentPartPr>
              <p14:xfrm>
                <a:off x="1862395" y="2433980"/>
                <a:ext cx="1077480" cy="1080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D240138-C43B-51C2-0F28-1F771B6F42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6275" y="2427860"/>
                  <a:ext cx="1089720" cy="10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DE9701B-5D59-970A-2E87-BD38CC2C0B7A}"/>
                    </a:ext>
                  </a:extLst>
                </p14:cNvPr>
                <p14:cNvContentPartPr/>
                <p14:nvPr/>
              </p14:nvContentPartPr>
              <p14:xfrm>
                <a:off x="2319235" y="2895860"/>
                <a:ext cx="60480" cy="344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DE9701B-5D59-970A-2E87-BD38CC2C0B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13115" y="2889740"/>
                  <a:ext cx="727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885126-2541-A6C2-E0D7-EE5842D60A20}"/>
                    </a:ext>
                  </a:extLst>
                </p14:cNvPr>
                <p14:cNvContentPartPr/>
                <p14:nvPr/>
              </p14:nvContentPartPr>
              <p14:xfrm>
                <a:off x="3722875" y="2615060"/>
                <a:ext cx="200880" cy="685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885126-2541-A6C2-E0D7-EE5842D60A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16755" y="2608940"/>
                  <a:ext cx="21312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1CFD0D-220F-4265-0E60-747D2BB3028C}"/>
                    </a:ext>
                  </a:extLst>
                </p14:cNvPr>
                <p14:cNvContentPartPr/>
                <p14:nvPr/>
              </p14:nvContentPartPr>
              <p14:xfrm>
                <a:off x="3803875" y="2372780"/>
                <a:ext cx="889560" cy="1153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1CFD0D-220F-4265-0E60-747D2BB302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7755" y="2366660"/>
                  <a:ext cx="901800" cy="11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2F97C1-6A69-4D21-C7F7-6C0895332116}"/>
                    </a:ext>
                  </a:extLst>
                </p14:cNvPr>
                <p14:cNvContentPartPr/>
                <p14:nvPr/>
              </p14:nvContentPartPr>
              <p14:xfrm>
                <a:off x="4040755" y="2654300"/>
                <a:ext cx="354240" cy="571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2F97C1-6A69-4D21-C7F7-6C08953321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34635" y="2648180"/>
                  <a:ext cx="36648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FC216D3-CBBD-A7EA-869D-99222E778611}"/>
                    </a:ext>
                  </a:extLst>
                </p14:cNvPr>
                <p14:cNvContentPartPr/>
                <p14:nvPr/>
              </p14:nvContentPartPr>
              <p14:xfrm>
                <a:off x="6010675" y="2397980"/>
                <a:ext cx="236160" cy="852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FC216D3-CBBD-A7EA-869D-99222E7786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04555" y="2391860"/>
                  <a:ext cx="24840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E27D84-B9FE-C51F-3E34-F3DABEE6E151}"/>
                    </a:ext>
                  </a:extLst>
                </p14:cNvPr>
                <p14:cNvContentPartPr/>
                <p14:nvPr/>
              </p14:nvContentPartPr>
              <p14:xfrm>
                <a:off x="6175915" y="2307980"/>
                <a:ext cx="759240" cy="1243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E27D84-B9FE-C51F-3E34-F3DABEE6E1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69795" y="2301860"/>
                  <a:ext cx="771480" cy="12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423A35D-522C-6A1D-8C3B-2B99B704D4EB}"/>
                    </a:ext>
                  </a:extLst>
                </p14:cNvPr>
                <p14:cNvContentPartPr/>
                <p14:nvPr/>
              </p14:nvContentPartPr>
              <p14:xfrm>
                <a:off x="6298675" y="2696420"/>
                <a:ext cx="375840" cy="474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423A35D-522C-6A1D-8C3B-2B99B704D4E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92555" y="2690300"/>
                  <a:ext cx="38808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3B55CC-20A9-F5C8-ABE2-19B737DC37D7}"/>
                    </a:ext>
                  </a:extLst>
                </p14:cNvPr>
                <p14:cNvContentPartPr/>
                <p14:nvPr/>
              </p14:nvContentPartPr>
              <p14:xfrm>
                <a:off x="2684275" y="3072980"/>
                <a:ext cx="5760" cy="7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3B55CC-20A9-F5C8-ABE2-19B737DC37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78155" y="3066860"/>
                  <a:ext cx="18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37146D-C0F2-5A85-3226-011C56FD3E16}"/>
                    </a:ext>
                  </a:extLst>
                </p14:cNvPr>
                <p14:cNvContentPartPr/>
                <p14:nvPr/>
              </p14:nvContentPartPr>
              <p14:xfrm>
                <a:off x="2752315" y="3098900"/>
                <a:ext cx="10080" cy="4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37146D-C0F2-5A85-3226-011C56FD3E1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46195" y="3092780"/>
                  <a:ext cx="223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D4B4599-AF3D-AAEA-8A3A-57EEFE887C74}"/>
                    </a:ext>
                  </a:extLst>
                </p14:cNvPr>
                <p14:cNvContentPartPr/>
                <p14:nvPr/>
              </p14:nvContentPartPr>
              <p14:xfrm>
                <a:off x="2755915" y="3068660"/>
                <a:ext cx="867240" cy="77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D4B4599-AF3D-AAEA-8A3A-57EEFE887C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49795" y="3062540"/>
                  <a:ext cx="879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EF82F9D-0192-EE1E-4F6D-B2E127251BAC}"/>
                    </a:ext>
                  </a:extLst>
                </p14:cNvPr>
                <p14:cNvContentPartPr/>
                <p14:nvPr/>
              </p14:nvContentPartPr>
              <p14:xfrm>
                <a:off x="3216355" y="2865620"/>
                <a:ext cx="624240" cy="730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EF82F9D-0192-EE1E-4F6D-B2E127251BA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10235" y="2859500"/>
                  <a:ext cx="63648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C1DD56E-DE17-62EE-22EE-894E83C13EB0}"/>
                    </a:ext>
                  </a:extLst>
                </p14:cNvPr>
                <p14:cNvContentPartPr/>
                <p14:nvPr/>
              </p14:nvContentPartPr>
              <p14:xfrm>
                <a:off x="4260715" y="3569780"/>
                <a:ext cx="15840" cy="28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1DD56E-DE17-62EE-22EE-894E83C13EB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54595" y="3563660"/>
                  <a:ext cx="28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5949B6-C266-E6A5-4441-20E4D9471EAB}"/>
                    </a:ext>
                  </a:extLst>
                </p14:cNvPr>
                <p14:cNvContentPartPr/>
                <p14:nvPr/>
              </p14:nvContentPartPr>
              <p14:xfrm>
                <a:off x="4621435" y="3014300"/>
                <a:ext cx="1279800" cy="167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5949B6-C266-E6A5-4441-20E4D9471E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15315" y="3008180"/>
                  <a:ext cx="1292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129B5C-E5B5-54A9-B0C7-098B24FE1F0A}"/>
                    </a:ext>
                  </a:extLst>
                </p14:cNvPr>
                <p14:cNvContentPartPr/>
                <p14:nvPr/>
              </p14:nvContentPartPr>
              <p14:xfrm>
                <a:off x="5374915" y="2891540"/>
                <a:ext cx="609840" cy="735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129B5C-E5B5-54A9-B0C7-098B24FE1F0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68795" y="2885420"/>
                  <a:ext cx="622080" cy="7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AAD0F4E-EBF7-9948-AF02-947FC5BF90BB}"/>
                    </a:ext>
                  </a:extLst>
                </p14:cNvPr>
                <p14:cNvContentPartPr/>
                <p14:nvPr/>
              </p14:nvContentPartPr>
              <p14:xfrm>
                <a:off x="2393395" y="2892260"/>
                <a:ext cx="747360" cy="554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AAD0F4E-EBF7-9948-AF02-947FC5BF90B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87275" y="2886140"/>
                  <a:ext cx="7596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88E48FB-A4DF-825F-015B-EF15A182E84C}"/>
                    </a:ext>
                  </a:extLst>
                </p14:cNvPr>
                <p14:cNvContentPartPr/>
                <p14:nvPr/>
              </p14:nvContentPartPr>
              <p14:xfrm>
                <a:off x="3117715" y="3087020"/>
                <a:ext cx="18720" cy="40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88E48FB-A4DF-825F-015B-EF15A182E8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11595" y="3080900"/>
                  <a:ext cx="30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BA356C-B823-98E1-7D21-7889DD41A299}"/>
                    </a:ext>
                  </a:extLst>
                </p14:cNvPr>
                <p14:cNvContentPartPr/>
                <p14:nvPr/>
              </p14:nvContentPartPr>
              <p14:xfrm>
                <a:off x="3299875" y="3124820"/>
                <a:ext cx="18360" cy="19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BA356C-B823-98E1-7D21-7889DD41A2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93755" y="3118700"/>
                  <a:ext cx="30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36E7F80-D9AA-7B57-E378-E6ABCF0E9440}"/>
                    </a:ext>
                  </a:extLst>
                </p14:cNvPr>
                <p14:cNvContentPartPr/>
                <p14:nvPr/>
              </p14:nvContentPartPr>
              <p14:xfrm>
                <a:off x="2551075" y="3114020"/>
                <a:ext cx="241560" cy="62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36E7F80-D9AA-7B57-E378-E6ABCF0E944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44955" y="3107900"/>
                  <a:ext cx="253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D142EC7-7FF1-D1CE-C875-B3D1A649E6A2}"/>
                    </a:ext>
                  </a:extLst>
                </p14:cNvPr>
                <p14:cNvContentPartPr/>
                <p14:nvPr/>
              </p14:nvContentPartPr>
              <p14:xfrm>
                <a:off x="5816275" y="3473300"/>
                <a:ext cx="25560" cy="27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D142EC7-7FF1-D1CE-C875-B3D1A649E6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10155" y="3467180"/>
                  <a:ext cx="37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D53072-CB67-77D0-EA72-035C9AFF10AF}"/>
                    </a:ext>
                  </a:extLst>
                </p14:cNvPr>
                <p14:cNvContentPartPr/>
                <p14:nvPr/>
              </p14:nvContentPartPr>
              <p14:xfrm>
                <a:off x="6827875" y="2963900"/>
                <a:ext cx="1581840" cy="154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D53072-CB67-77D0-EA72-035C9AFF10A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21755" y="2957780"/>
                  <a:ext cx="1594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D57895-0809-DBA8-FF3B-66C7BD59DD5D}"/>
                    </a:ext>
                  </a:extLst>
                </p14:cNvPr>
                <p14:cNvContentPartPr/>
                <p14:nvPr/>
              </p14:nvContentPartPr>
              <p14:xfrm>
                <a:off x="7817875" y="2763380"/>
                <a:ext cx="513360" cy="696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D57895-0809-DBA8-FF3B-66C7BD59DD5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11755" y="2757260"/>
                  <a:ext cx="52560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015516-B162-BFAC-DEC6-C2A71453362F}"/>
                    </a:ext>
                  </a:extLst>
                </p14:cNvPr>
                <p14:cNvContentPartPr/>
                <p14:nvPr/>
              </p14:nvContentPartPr>
              <p14:xfrm>
                <a:off x="7015795" y="2601740"/>
                <a:ext cx="1386000" cy="24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015516-B162-BFAC-DEC6-C2A71453362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09675" y="2595620"/>
                  <a:ext cx="1398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A0C37C4-C362-7017-B853-570CDB77CF33}"/>
                    </a:ext>
                  </a:extLst>
                </p14:cNvPr>
                <p14:cNvContentPartPr/>
                <p14:nvPr/>
              </p14:nvContentPartPr>
              <p14:xfrm>
                <a:off x="6845515" y="2358740"/>
                <a:ext cx="671400" cy="475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A0C37C4-C362-7017-B853-570CDB77CF3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39395" y="2352620"/>
                  <a:ext cx="6836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72C7F70-61B6-683C-AFE2-8E9CBC6AAC02}"/>
                    </a:ext>
                  </a:extLst>
                </p14:cNvPr>
                <p14:cNvContentPartPr/>
                <p14:nvPr/>
              </p14:nvContentPartPr>
              <p14:xfrm>
                <a:off x="766555" y="2881820"/>
                <a:ext cx="1275840" cy="84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72C7F70-61B6-683C-AFE2-8E9CBC6AAC0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435" y="2875700"/>
                  <a:ext cx="1288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821D2B4-CCFE-DF4D-51E7-96E140294BAA}"/>
                    </a:ext>
                  </a:extLst>
                </p14:cNvPr>
                <p14:cNvContentPartPr/>
                <p14:nvPr/>
              </p14:nvContentPartPr>
              <p14:xfrm>
                <a:off x="258595" y="2391500"/>
                <a:ext cx="1099800" cy="776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821D2B4-CCFE-DF4D-51E7-96E140294BA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2475" y="2385380"/>
                  <a:ext cx="111204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2ED59D9-DECC-33E0-B40B-FFF2AF602AB8}"/>
                    </a:ext>
                  </a:extLst>
                </p14:cNvPr>
                <p14:cNvContentPartPr/>
                <p14:nvPr/>
              </p14:nvContentPartPr>
              <p14:xfrm>
                <a:off x="1053115" y="2366300"/>
                <a:ext cx="450000" cy="388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2ED59D9-DECC-33E0-B40B-FFF2AF602A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6995" y="2360180"/>
                  <a:ext cx="4622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42E732B-2551-9916-3568-314EAE783268}"/>
                    </a:ext>
                  </a:extLst>
                </p14:cNvPr>
                <p14:cNvContentPartPr/>
                <p14:nvPr/>
              </p14:nvContentPartPr>
              <p14:xfrm>
                <a:off x="889315" y="2302220"/>
                <a:ext cx="663480" cy="724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42E732B-2551-9916-3568-314EAE78326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3195" y="2296100"/>
                  <a:ext cx="67572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4DDE5EF-277A-0EFD-1CCA-DE121D881B2A}"/>
                    </a:ext>
                  </a:extLst>
                </p14:cNvPr>
                <p14:cNvContentPartPr/>
                <p14:nvPr/>
              </p14:nvContentPartPr>
              <p14:xfrm>
                <a:off x="9767635" y="2725940"/>
                <a:ext cx="1140840" cy="91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4DDE5EF-277A-0EFD-1CCA-DE121D881B2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61515" y="2719820"/>
                  <a:ext cx="1153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BAC210-5160-04A0-89CD-970F53E8088C}"/>
                    </a:ext>
                  </a:extLst>
                </p14:cNvPr>
                <p14:cNvContentPartPr/>
                <p14:nvPr/>
              </p14:nvContentPartPr>
              <p14:xfrm>
                <a:off x="10550275" y="2187740"/>
                <a:ext cx="660960" cy="75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BAC210-5160-04A0-89CD-970F53E808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44155" y="2181620"/>
                  <a:ext cx="67320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F0F095-9D23-FA98-572B-A4D157E070B4}"/>
                    </a:ext>
                  </a:extLst>
                </p14:cNvPr>
                <p14:cNvContentPartPr/>
                <p14:nvPr/>
              </p14:nvContentPartPr>
              <p14:xfrm>
                <a:off x="11169835" y="2382500"/>
                <a:ext cx="46080" cy="28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F0F095-9D23-FA98-572B-A4D157E070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63715" y="2376380"/>
                  <a:ext cx="58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BC4E0C-14A0-931C-44D6-770336C40EC4}"/>
                    </a:ext>
                  </a:extLst>
                </p14:cNvPr>
                <p14:cNvContentPartPr/>
                <p14:nvPr/>
              </p14:nvContentPartPr>
              <p14:xfrm>
                <a:off x="2534515" y="3801260"/>
                <a:ext cx="1438200" cy="81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BC4E0C-14A0-931C-44D6-770336C40E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28395" y="3795140"/>
                  <a:ext cx="1450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ADE2614-4A75-86CD-448E-741AD34EDE0A}"/>
                    </a:ext>
                  </a:extLst>
                </p14:cNvPr>
                <p14:cNvContentPartPr/>
                <p14:nvPr/>
              </p14:nvContentPartPr>
              <p14:xfrm>
                <a:off x="3475915" y="3633500"/>
                <a:ext cx="444240" cy="713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ADE2614-4A75-86CD-448E-741AD34EDE0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69795" y="3627380"/>
                  <a:ext cx="45648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187D4DA-C36D-AF19-BF49-523290440FED}"/>
                    </a:ext>
                  </a:extLst>
                </p14:cNvPr>
                <p14:cNvContentPartPr/>
                <p14:nvPr/>
              </p14:nvContentPartPr>
              <p14:xfrm>
                <a:off x="4257835" y="3884420"/>
                <a:ext cx="1837080" cy="131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187D4DA-C36D-AF19-BF49-523290440FE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51715" y="3878300"/>
                  <a:ext cx="18493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6DA7E0B-896C-3643-D1BB-6443FB3C5C5A}"/>
                    </a:ext>
                  </a:extLst>
                </p14:cNvPr>
                <p14:cNvContentPartPr/>
                <p14:nvPr/>
              </p14:nvContentPartPr>
              <p14:xfrm>
                <a:off x="4007995" y="3692180"/>
                <a:ext cx="713520" cy="454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6DA7E0B-896C-3643-D1BB-6443FB3C5C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01875" y="3686060"/>
                  <a:ext cx="72576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FC2CCF8-4B06-07E5-ACAE-5DE7F84BC416}"/>
                    </a:ext>
                  </a:extLst>
                </p14:cNvPr>
                <p14:cNvContentPartPr/>
                <p14:nvPr/>
              </p14:nvContentPartPr>
              <p14:xfrm>
                <a:off x="6120115" y="3492740"/>
                <a:ext cx="23400" cy="17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FC2CCF8-4B06-07E5-ACAE-5DE7F84BC41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13995" y="3486620"/>
                  <a:ext cx="35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6B384BD-E2D3-0DC4-774A-0F69E39CF8A5}"/>
                    </a:ext>
                  </a:extLst>
                </p14:cNvPr>
                <p14:cNvContentPartPr/>
                <p14:nvPr/>
              </p14:nvContentPartPr>
              <p14:xfrm>
                <a:off x="6471115" y="3790460"/>
                <a:ext cx="129240" cy="204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6B384BD-E2D3-0DC4-774A-0F69E39CF8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64995" y="3784340"/>
                  <a:ext cx="141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B08CACC-F9DC-7608-1A53-D34833F15037}"/>
                    </a:ext>
                  </a:extLst>
                </p14:cNvPr>
                <p14:cNvContentPartPr/>
                <p14:nvPr/>
              </p14:nvContentPartPr>
              <p14:xfrm>
                <a:off x="5940475" y="3703340"/>
                <a:ext cx="801360" cy="556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B08CACC-F9DC-7608-1A53-D34833F150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34355" y="3697220"/>
                  <a:ext cx="81360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E0F3832-EF9F-D5CC-F567-4B1E2F8F28A3}"/>
                    </a:ext>
                  </a:extLst>
                </p14:cNvPr>
                <p14:cNvContentPartPr/>
                <p14:nvPr/>
              </p14:nvContentPartPr>
              <p14:xfrm>
                <a:off x="4346395" y="2949140"/>
                <a:ext cx="132840" cy="143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E0F3832-EF9F-D5CC-F567-4B1E2F8F28A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40275" y="2943020"/>
                  <a:ext cx="145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A98C1B-AECB-28D7-08B3-A5C03724B0CB}"/>
                    </a:ext>
                  </a:extLst>
                </p14:cNvPr>
                <p14:cNvContentPartPr/>
                <p14:nvPr/>
              </p14:nvContentPartPr>
              <p14:xfrm>
                <a:off x="7435555" y="3818540"/>
                <a:ext cx="884160" cy="60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A98C1B-AECB-28D7-08B3-A5C03724B0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29435" y="3812420"/>
                  <a:ext cx="896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D90B524-1AF1-A6DF-76C0-1A726ECA40F3}"/>
                    </a:ext>
                  </a:extLst>
                </p14:cNvPr>
                <p14:cNvContentPartPr/>
                <p14:nvPr/>
              </p14:nvContentPartPr>
              <p14:xfrm>
                <a:off x="8093995" y="3640340"/>
                <a:ext cx="125640" cy="100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D90B524-1AF1-A6DF-76C0-1A726ECA40F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87875" y="3634220"/>
                  <a:ext cx="137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F9E2D07-D63E-3426-8645-4E823F54144E}"/>
                    </a:ext>
                  </a:extLst>
                </p14:cNvPr>
                <p14:cNvContentPartPr/>
                <p14:nvPr/>
              </p14:nvContentPartPr>
              <p14:xfrm>
                <a:off x="1758715" y="3524420"/>
                <a:ext cx="42480" cy="17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F9E2D07-D63E-3426-8645-4E823F54144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52595" y="3518300"/>
                  <a:ext cx="54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88404E9-ED23-30B3-B9F5-A55DF5C329C6}"/>
                    </a:ext>
                  </a:extLst>
                </p14:cNvPr>
                <p14:cNvContentPartPr/>
                <p14:nvPr/>
              </p14:nvContentPartPr>
              <p14:xfrm>
                <a:off x="9150235" y="3332180"/>
                <a:ext cx="29160" cy="43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88404E9-ED23-30B3-B9F5-A55DF5C329C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44115" y="3326060"/>
                  <a:ext cx="41400" cy="5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3320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C8D20CA-59AF-A072-22EF-9FBEC4897163}"/>
                  </a:ext>
                </a:extLst>
              </p14:cNvPr>
              <p14:cNvContentPartPr/>
              <p14:nvPr/>
            </p14:nvContentPartPr>
            <p14:xfrm>
              <a:off x="8002195" y="675740"/>
              <a:ext cx="48600" cy="295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C8D20CA-59AF-A072-22EF-9FBEC48971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6075" y="669620"/>
                <a:ext cx="608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176D809-7DA6-6C9C-92DB-1B86009BE6E1}"/>
                  </a:ext>
                </a:extLst>
              </p14:cNvPr>
              <p14:cNvContentPartPr/>
              <p14:nvPr/>
            </p14:nvContentPartPr>
            <p14:xfrm>
              <a:off x="5817355" y="4417220"/>
              <a:ext cx="3264120" cy="13377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176D809-7DA6-6C9C-92DB-1B86009BE6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1235" y="4411100"/>
                <a:ext cx="3276360" cy="13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F398D82-9CF1-1D93-FACA-106D14150BB9}"/>
                  </a:ext>
                </a:extLst>
              </p14:cNvPr>
              <p14:cNvContentPartPr/>
              <p14:nvPr/>
            </p14:nvContentPartPr>
            <p14:xfrm>
              <a:off x="1703275" y="4639245"/>
              <a:ext cx="4327920" cy="20736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F398D82-9CF1-1D93-FACA-106D14150B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97155" y="4633125"/>
                <a:ext cx="4340160" cy="20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1619BD45-0ED4-10DE-E05B-7F6E1BE49703}"/>
              </a:ext>
            </a:extLst>
          </p:cNvPr>
          <p:cNvGrpSpPr/>
          <p:nvPr/>
        </p:nvGrpSpPr>
        <p:grpSpPr>
          <a:xfrm>
            <a:off x="944755" y="210980"/>
            <a:ext cx="10308600" cy="6770160"/>
            <a:chOff x="944755" y="210980"/>
            <a:chExt cx="10308600" cy="67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E44DEBC-6ED3-77A7-8F4C-E9C9DA6932DF}"/>
                    </a:ext>
                  </a:extLst>
                </p14:cNvPr>
                <p14:cNvContentPartPr/>
                <p14:nvPr/>
              </p14:nvContentPartPr>
              <p14:xfrm>
                <a:off x="1599235" y="419420"/>
                <a:ext cx="597600" cy="760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E44DEBC-6ED3-77A7-8F4C-E9C9DA6932D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3115" y="413300"/>
                  <a:ext cx="60984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CDF2D30-7CD2-7166-4F52-FB98CA553EDA}"/>
                    </a:ext>
                  </a:extLst>
                </p14:cNvPr>
                <p14:cNvContentPartPr/>
                <p14:nvPr/>
              </p14:nvContentPartPr>
              <p14:xfrm>
                <a:off x="2177395" y="210980"/>
                <a:ext cx="650160" cy="1301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CDF2D30-7CD2-7166-4F52-FB98CA553E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71275" y="204860"/>
                  <a:ext cx="662400" cy="13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03D7064-CDA8-4B0F-26A0-989218CE75F4}"/>
                    </a:ext>
                  </a:extLst>
                </p14:cNvPr>
                <p14:cNvContentPartPr/>
                <p14:nvPr/>
              </p14:nvContentPartPr>
              <p14:xfrm>
                <a:off x="2794795" y="751700"/>
                <a:ext cx="530640" cy="21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03D7064-CDA8-4B0F-26A0-989218CE75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88675" y="745580"/>
                  <a:ext cx="542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687206-ACBD-8733-BDDB-A6B365112577}"/>
                    </a:ext>
                  </a:extLst>
                </p14:cNvPr>
                <p14:cNvContentPartPr/>
                <p14:nvPr/>
              </p14:nvContentPartPr>
              <p14:xfrm>
                <a:off x="3168115" y="254540"/>
                <a:ext cx="317520" cy="1223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687206-ACBD-8733-BDDB-A6B3651125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61995" y="248420"/>
                  <a:ext cx="329760" cy="12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1173504-8334-3B72-C964-5A09CDAAD2C1}"/>
                    </a:ext>
                  </a:extLst>
                </p14:cNvPr>
                <p14:cNvContentPartPr/>
                <p14:nvPr/>
              </p14:nvContentPartPr>
              <p14:xfrm>
                <a:off x="4682275" y="578900"/>
                <a:ext cx="141840" cy="500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1173504-8334-3B72-C964-5A09CDAAD2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76155" y="572780"/>
                  <a:ext cx="1540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3EBA2F-C1E5-1475-27DB-57DADE95454F}"/>
                    </a:ext>
                  </a:extLst>
                </p14:cNvPr>
                <p14:cNvContentPartPr/>
                <p14:nvPr/>
              </p14:nvContentPartPr>
              <p14:xfrm>
                <a:off x="4973515" y="1047980"/>
                <a:ext cx="375120" cy="485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3EBA2F-C1E5-1475-27DB-57DADE9545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67395" y="1041860"/>
                  <a:ext cx="3873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CDD9B1-DBF1-4D68-D137-CDAA4989897E}"/>
                    </a:ext>
                  </a:extLst>
                </p14:cNvPr>
                <p14:cNvContentPartPr/>
                <p14:nvPr/>
              </p14:nvContentPartPr>
              <p14:xfrm>
                <a:off x="1595995" y="2179820"/>
                <a:ext cx="213840" cy="547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CDD9B1-DBF1-4D68-D137-CDAA498989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89875" y="2173700"/>
                  <a:ext cx="22608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805E61-C93E-757F-4A42-31EADDFB96CC}"/>
                    </a:ext>
                  </a:extLst>
                </p14:cNvPr>
                <p14:cNvContentPartPr/>
                <p14:nvPr/>
              </p14:nvContentPartPr>
              <p14:xfrm>
                <a:off x="1949155" y="2224460"/>
                <a:ext cx="446760" cy="515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805E61-C93E-757F-4A42-31EADDFB96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43035" y="2218340"/>
                  <a:ext cx="45900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2869FF-1562-5B90-A285-E59061B8FA7D}"/>
                    </a:ext>
                  </a:extLst>
                </p14:cNvPr>
                <p14:cNvContentPartPr/>
                <p14:nvPr/>
              </p14:nvContentPartPr>
              <p14:xfrm>
                <a:off x="1676275" y="1673660"/>
                <a:ext cx="1134720" cy="1293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2869FF-1562-5B90-A285-E59061B8FA7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70155" y="1667540"/>
                  <a:ext cx="1146960" cy="13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32716E-AD3C-C74A-6029-E03F97248185}"/>
                    </a:ext>
                  </a:extLst>
                </p14:cNvPr>
                <p14:cNvContentPartPr/>
                <p14:nvPr/>
              </p14:nvContentPartPr>
              <p14:xfrm>
                <a:off x="3595075" y="1684820"/>
                <a:ext cx="666000" cy="1222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732716E-AD3C-C74A-6029-E03F972481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88955" y="1678700"/>
                  <a:ext cx="67824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73A7BD-33C8-CDF3-C318-6F4F96EAEC9B}"/>
                    </a:ext>
                  </a:extLst>
                </p14:cNvPr>
                <p14:cNvContentPartPr/>
                <p14:nvPr/>
              </p14:nvContentPartPr>
              <p14:xfrm>
                <a:off x="6444475" y="578900"/>
                <a:ext cx="217440" cy="55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73A7BD-33C8-CDF3-C318-6F4F96EAEC9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8355" y="572780"/>
                  <a:ext cx="2296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602785-1451-4053-7757-85E0E903B410}"/>
                    </a:ext>
                  </a:extLst>
                </p14:cNvPr>
                <p14:cNvContentPartPr/>
                <p14:nvPr/>
              </p14:nvContentPartPr>
              <p14:xfrm>
                <a:off x="7028035" y="865460"/>
                <a:ext cx="330840" cy="356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602785-1451-4053-7757-85E0E903B4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21915" y="859340"/>
                  <a:ext cx="3430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C2BAE3-0D8C-62FC-5D91-32D1960A27E8}"/>
                    </a:ext>
                  </a:extLst>
                </p14:cNvPr>
                <p14:cNvContentPartPr/>
                <p14:nvPr/>
              </p14:nvContentPartPr>
              <p14:xfrm>
                <a:off x="7555075" y="635420"/>
                <a:ext cx="558720" cy="673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C2BAE3-0D8C-62FC-5D91-32D1960A27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48955" y="629300"/>
                  <a:ext cx="57096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A6210C-1E3F-3416-1CBF-E27E693AD479}"/>
                    </a:ext>
                  </a:extLst>
                </p14:cNvPr>
                <p14:cNvContentPartPr/>
                <p14:nvPr/>
              </p14:nvContentPartPr>
              <p14:xfrm>
                <a:off x="7645435" y="1541900"/>
                <a:ext cx="1085760" cy="1396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A6210C-1E3F-3416-1CBF-E27E693AD4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39315" y="1535780"/>
                  <a:ext cx="1098000" cy="14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00C8E2-2D75-B125-529F-691E2A683AE8}"/>
                    </a:ext>
                  </a:extLst>
                </p14:cNvPr>
                <p14:cNvContentPartPr/>
                <p14:nvPr/>
              </p14:nvContentPartPr>
              <p14:xfrm>
                <a:off x="4599475" y="2123300"/>
                <a:ext cx="107640" cy="471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00C8E2-2D75-B125-529F-691E2A683AE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93355" y="2117180"/>
                  <a:ext cx="11988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CC3A3D-D92B-E729-7AEF-085E09F35793}"/>
                    </a:ext>
                  </a:extLst>
                </p14:cNvPr>
                <p14:cNvContentPartPr/>
                <p14:nvPr/>
              </p14:nvContentPartPr>
              <p14:xfrm>
                <a:off x="4920235" y="2463860"/>
                <a:ext cx="81000" cy="212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CC3A3D-D92B-E729-7AEF-085E09F3579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14115" y="2457740"/>
                  <a:ext cx="93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9C99485-1DA8-0E43-20FA-E4D612D4501E}"/>
                    </a:ext>
                  </a:extLst>
                </p14:cNvPr>
                <p14:cNvContentPartPr/>
                <p14:nvPr/>
              </p14:nvContentPartPr>
              <p14:xfrm>
                <a:off x="5436115" y="1970660"/>
                <a:ext cx="421560" cy="503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9C99485-1DA8-0E43-20FA-E4D612D450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9995" y="1964540"/>
                  <a:ext cx="43380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4F0C51-136B-94C6-D95B-F4B8E3624EAB}"/>
                    </a:ext>
                  </a:extLst>
                </p14:cNvPr>
                <p14:cNvContentPartPr/>
                <p14:nvPr/>
              </p14:nvContentPartPr>
              <p14:xfrm>
                <a:off x="6141715" y="2330660"/>
                <a:ext cx="311400" cy="248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4F0C51-136B-94C6-D95B-F4B8E3624E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35595" y="2324540"/>
                  <a:ext cx="323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8364C92-BBEC-0372-A069-D1D16F216FCB}"/>
                    </a:ext>
                  </a:extLst>
                </p14:cNvPr>
                <p14:cNvContentPartPr/>
                <p14:nvPr/>
              </p14:nvContentPartPr>
              <p14:xfrm>
                <a:off x="6725275" y="2041940"/>
                <a:ext cx="526320" cy="72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8364C92-BBEC-0372-A069-D1D16F216F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19155" y="2035820"/>
                  <a:ext cx="53856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EE8F024-8E69-6D41-42D1-E315503E86D8}"/>
                    </a:ext>
                  </a:extLst>
                </p14:cNvPr>
                <p14:cNvContentPartPr/>
                <p14:nvPr/>
              </p14:nvContentPartPr>
              <p14:xfrm>
                <a:off x="7049635" y="2655020"/>
                <a:ext cx="241560" cy="13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EE8F024-8E69-6D41-42D1-E315503E86D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43515" y="2648900"/>
                  <a:ext cx="253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E362B75-D77A-445B-5E2E-EB0C480902A7}"/>
                    </a:ext>
                  </a:extLst>
                </p14:cNvPr>
                <p14:cNvContentPartPr/>
                <p14:nvPr/>
              </p14:nvContentPartPr>
              <p14:xfrm>
                <a:off x="4618915" y="3109700"/>
                <a:ext cx="2263680" cy="45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E362B75-D77A-445B-5E2E-EB0C480902A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12795" y="3103580"/>
                  <a:ext cx="22759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F83530-10C7-DA92-8CFE-474FD84BB217}"/>
                    </a:ext>
                  </a:extLst>
                </p14:cNvPr>
                <p14:cNvContentPartPr/>
                <p14:nvPr/>
              </p14:nvContentPartPr>
              <p14:xfrm>
                <a:off x="2710195" y="767540"/>
                <a:ext cx="119520" cy="79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F83530-10C7-DA92-8CFE-474FD84BB21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04075" y="761420"/>
                  <a:ext cx="131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DD858AA-664E-AF62-CD4D-E5B1E3C7BA20}"/>
                    </a:ext>
                  </a:extLst>
                </p14:cNvPr>
                <p14:cNvContentPartPr/>
                <p14:nvPr/>
              </p14:nvContentPartPr>
              <p14:xfrm>
                <a:off x="4936075" y="3020780"/>
                <a:ext cx="101520" cy="130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DD858AA-664E-AF62-CD4D-E5B1E3C7BA2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29955" y="3014660"/>
                  <a:ext cx="113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53271AA-9622-520E-FD5F-7010112701A9}"/>
                    </a:ext>
                  </a:extLst>
                </p14:cNvPr>
                <p14:cNvContentPartPr/>
                <p14:nvPr/>
              </p14:nvContentPartPr>
              <p14:xfrm>
                <a:off x="2008195" y="3985580"/>
                <a:ext cx="190800" cy="428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53271AA-9622-520E-FD5F-7010112701A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02075" y="3979460"/>
                  <a:ext cx="2030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21C43F9-72FD-4D1E-A88A-AA3099F263C0}"/>
                    </a:ext>
                  </a:extLst>
                </p14:cNvPr>
                <p14:cNvContentPartPr/>
                <p14:nvPr/>
              </p14:nvContentPartPr>
              <p14:xfrm>
                <a:off x="1892635" y="3989900"/>
                <a:ext cx="438120" cy="458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21C43F9-72FD-4D1E-A88A-AA3099F263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86515" y="3983780"/>
                  <a:ext cx="4503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1698F5-43F7-9487-BDD7-802BA82AF3C3}"/>
                    </a:ext>
                  </a:extLst>
                </p14:cNvPr>
                <p14:cNvContentPartPr/>
                <p14:nvPr/>
              </p14:nvContentPartPr>
              <p14:xfrm>
                <a:off x="2516155" y="3867500"/>
                <a:ext cx="288720" cy="391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1698F5-43F7-9487-BDD7-802BA82AF3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10035" y="3861380"/>
                  <a:ext cx="3009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B16E05-0784-03C8-7F74-749FDBBC5A5C}"/>
                    </a:ext>
                  </a:extLst>
                </p14:cNvPr>
                <p14:cNvContentPartPr/>
                <p14:nvPr/>
              </p14:nvContentPartPr>
              <p14:xfrm>
                <a:off x="2015035" y="3031940"/>
                <a:ext cx="1379520" cy="1604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B16E05-0784-03C8-7F74-749FDBBC5A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08915" y="3025820"/>
                  <a:ext cx="1391760" cy="16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15F547A-2927-FE55-549E-89F11F9E2014}"/>
                    </a:ext>
                  </a:extLst>
                </p14:cNvPr>
                <p14:cNvContentPartPr/>
                <p14:nvPr/>
              </p14:nvContentPartPr>
              <p14:xfrm>
                <a:off x="3494995" y="3610100"/>
                <a:ext cx="168120" cy="26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15F547A-2927-FE55-549E-89F11F9E201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88875" y="3603980"/>
                  <a:ext cx="180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3CA7BD-697B-5792-A7CD-2693D88FE20E}"/>
                    </a:ext>
                  </a:extLst>
                </p14:cNvPr>
                <p14:cNvContentPartPr/>
                <p14:nvPr/>
              </p14:nvContentPartPr>
              <p14:xfrm>
                <a:off x="2368915" y="3919340"/>
                <a:ext cx="153360" cy="94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3CA7BD-697B-5792-A7CD-2693D88FE2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62795" y="3913220"/>
                  <a:ext cx="165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FE6E77E-AA4A-DB77-E971-636E6A2E5184}"/>
                    </a:ext>
                  </a:extLst>
                </p14:cNvPr>
                <p14:cNvContentPartPr/>
                <p14:nvPr/>
              </p14:nvContentPartPr>
              <p14:xfrm>
                <a:off x="4111675" y="3482300"/>
                <a:ext cx="516240" cy="1007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FE6E77E-AA4A-DB77-E971-636E6A2E51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05555" y="3476180"/>
                  <a:ext cx="528480" cy="10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912767E-FB7F-F207-8C81-458FAE14147D}"/>
                    </a:ext>
                  </a:extLst>
                </p14:cNvPr>
                <p14:cNvContentPartPr/>
                <p14:nvPr/>
              </p14:nvContentPartPr>
              <p14:xfrm>
                <a:off x="4664635" y="3553580"/>
                <a:ext cx="532440" cy="872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912767E-FB7F-F207-8C81-458FAE14147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58515" y="3547460"/>
                  <a:ext cx="54468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55E2D5-5B85-B40E-84F1-F3CD6678E143}"/>
                    </a:ext>
                  </a:extLst>
                </p14:cNvPr>
                <p14:cNvContentPartPr/>
                <p14:nvPr/>
              </p14:nvContentPartPr>
              <p14:xfrm>
                <a:off x="7292275" y="3112220"/>
                <a:ext cx="799560" cy="1351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55E2D5-5B85-B40E-84F1-F3CD6678E1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86155" y="3106100"/>
                  <a:ext cx="811800" cy="13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0BD8117-3A2B-D41A-0BA0-839E12BE0D0B}"/>
                    </a:ext>
                  </a:extLst>
                </p14:cNvPr>
                <p14:cNvContentPartPr/>
                <p14:nvPr/>
              </p14:nvContentPartPr>
              <p14:xfrm>
                <a:off x="8567755" y="2963900"/>
                <a:ext cx="754560" cy="1471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0BD8117-3A2B-D41A-0BA0-839E12BE0D0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61635" y="2957780"/>
                  <a:ext cx="766800" cy="14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78D6229-33F0-660B-1C50-64673D3B9A35}"/>
                    </a:ext>
                  </a:extLst>
                </p14:cNvPr>
                <p14:cNvContentPartPr/>
                <p14:nvPr/>
              </p14:nvContentPartPr>
              <p14:xfrm>
                <a:off x="9555235" y="2962460"/>
                <a:ext cx="1000080" cy="1446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78D6229-33F0-660B-1C50-64673D3B9A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49115" y="2956340"/>
                  <a:ext cx="1012320" cy="14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4C21AB-4AAF-FDC6-5094-09D173C9A610}"/>
                    </a:ext>
                  </a:extLst>
                </p14:cNvPr>
                <p14:cNvContentPartPr/>
                <p14:nvPr/>
              </p14:nvContentPartPr>
              <p14:xfrm>
                <a:off x="9450475" y="2896220"/>
                <a:ext cx="1802880" cy="1827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4C21AB-4AAF-FDC6-5094-09D173C9A6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44355" y="2890100"/>
                  <a:ext cx="1815120" cy="18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95CE693-83D9-8EFB-9304-4698F640B873}"/>
                    </a:ext>
                  </a:extLst>
                </p14:cNvPr>
                <p14:cNvContentPartPr/>
                <p14:nvPr/>
              </p14:nvContentPartPr>
              <p14:xfrm>
                <a:off x="8781595" y="3726020"/>
                <a:ext cx="284760" cy="4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95CE693-83D9-8EFB-9304-4698F640B8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75475" y="3719900"/>
                  <a:ext cx="297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83D5D1-6385-FBA1-F862-93472A929FEE}"/>
                    </a:ext>
                  </a:extLst>
                </p14:cNvPr>
                <p14:cNvContentPartPr/>
                <p14:nvPr/>
              </p14:nvContentPartPr>
              <p14:xfrm>
                <a:off x="8894635" y="3699020"/>
                <a:ext cx="172800" cy="39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83D5D1-6385-FBA1-F862-93472A929FE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88515" y="3692900"/>
                  <a:ext cx="185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5E9009-FDA5-4E8F-4413-6E9CD36613BE}"/>
                    </a:ext>
                  </a:extLst>
                </p14:cNvPr>
                <p14:cNvContentPartPr/>
                <p14:nvPr/>
              </p14:nvContentPartPr>
              <p14:xfrm>
                <a:off x="2698315" y="5175020"/>
                <a:ext cx="582480" cy="1072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5E9009-FDA5-4E8F-4413-6E9CD36613B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92195" y="5168900"/>
                  <a:ext cx="59472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389762-2D65-0241-E50D-A95FBD3B2BE6}"/>
                    </a:ext>
                  </a:extLst>
                </p14:cNvPr>
                <p14:cNvContentPartPr/>
                <p14:nvPr/>
              </p14:nvContentPartPr>
              <p14:xfrm>
                <a:off x="3156235" y="5117780"/>
                <a:ext cx="586440" cy="91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6389762-2D65-0241-E50D-A95FBD3B2BE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50115" y="5111660"/>
                  <a:ext cx="598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91CB81A-E71B-538A-3AB1-10A573E5FDD8}"/>
                    </a:ext>
                  </a:extLst>
                </p14:cNvPr>
                <p14:cNvContentPartPr/>
                <p14:nvPr/>
              </p14:nvContentPartPr>
              <p14:xfrm>
                <a:off x="4539355" y="4977740"/>
                <a:ext cx="534960" cy="1371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91CB81A-E71B-538A-3AB1-10A573E5FD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33235" y="4971620"/>
                  <a:ext cx="547200" cy="13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76E1A83-7DBE-3301-B3C7-E3C4867F6D0C}"/>
                    </a:ext>
                  </a:extLst>
                </p14:cNvPr>
                <p14:cNvContentPartPr/>
                <p14:nvPr/>
              </p14:nvContentPartPr>
              <p14:xfrm>
                <a:off x="5874595" y="4830500"/>
                <a:ext cx="693360" cy="1325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76E1A83-7DBE-3301-B3C7-E3C4867F6D0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68475" y="4824380"/>
                  <a:ext cx="705600" cy="13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AB118C-A39E-275F-1D21-7CFB26B810B9}"/>
                    </a:ext>
                  </a:extLst>
                </p14:cNvPr>
                <p14:cNvContentPartPr/>
                <p14:nvPr/>
              </p14:nvContentPartPr>
              <p14:xfrm>
                <a:off x="6438355" y="5001140"/>
                <a:ext cx="652680" cy="1179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AB118C-A39E-275F-1D21-7CFB26B810B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32235" y="4995020"/>
                  <a:ext cx="664920" cy="11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2E7E090-A3D3-29F3-BABC-98B8638C5AA4}"/>
                    </a:ext>
                  </a:extLst>
                </p14:cNvPr>
                <p14:cNvContentPartPr/>
                <p14:nvPr/>
              </p14:nvContentPartPr>
              <p14:xfrm>
                <a:off x="7663795" y="4944260"/>
                <a:ext cx="462960" cy="1199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2E7E090-A3D3-29F3-BABC-98B8638C5AA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57675" y="4938140"/>
                  <a:ext cx="475200" cy="12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63FA89C-7987-26D9-DFED-A3BEAFDE1783}"/>
                    </a:ext>
                  </a:extLst>
                </p14:cNvPr>
                <p14:cNvContentPartPr/>
                <p14:nvPr/>
              </p14:nvContentPartPr>
              <p14:xfrm>
                <a:off x="4335595" y="4750940"/>
                <a:ext cx="1465560" cy="1857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63FA89C-7987-26D9-DFED-A3BEAFDE178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29475" y="4744820"/>
                  <a:ext cx="1477800" cy="18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DFB66DA-146E-E0E0-7577-BA7DA7D90EFB}"/>
                    </a:ext>
                  </a:extLst>
                </p14:cNvPr>
                <p14:cNvContentPartPr/>
                <p14:nvPr/>
              </p14:nvContentPartPr>
              <p14:xfrm>
                <a:off x="1938355" y="6406220"/>
                <a:ext cx="992880" cy="87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DFB66DA-146E-E0E0-7577-BA7DA7D90E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32235" y="6400100"/>
                  <a:ext cx="1005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49A388-B05F-92DB-99D5-3AC011393BD9}"/>
                    </a:ext>
                  </a:extLst>
                </p14:cNvPr>
                <p14:cNvContentPartPr/>
                <p14:nvPr/>
              </p14:nvContentPartPr>
              <p14:xfrm>
                <a:off x="4024195" y="6522860"/>
                <a:ext cx="1375200" cy="142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49A388-B05F-92DB-99D5-3AC011393BD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18075" y="6516740"/>
                  <a:ext cx="1387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6A58C4-37A8-7701-C7AC-FFFD7DE76B0C}"/>
                    </a:ext>
                  </a:extLst>
                </p14:cNvPr>
                <p14:cNvContentPartPr/>
                <p14:nvPr/>
              </p14:nvContentPartPr>
              <p14:xfrm>
                <a:off x="4582555" y="2647460"/>
                <a:ext cx="768960" cy="10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6A58C4-37A8-7701-C7AC-FFFD7DE76B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76435" y="2641340"/>
                  <a:ext cx="781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449BE7D-04F4-266B-3ED2-AAAC1038BFAF}"/>
                    </a:ext>
                  </a:extLst>
                </p14:cNvPr>
                <p14:cNvContentPartPr/>
                <p14:nvPr/>
              </p14:nvContentPartPr>
              <p14:xfrm>
                <a:off x="5640235" y="2637740"/>
                <a:ext cx="432000" cy="90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449BE7D-04F4-266B-3ED2-AAAC1038BFA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34115" y="2631620"/>
                  <a:ext cx="444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1955AFB-951B-AA56-0123-64DED7378140}"/>
                    </a:ext>
                  </a:extLst>
                </p14:cNvPr>
                <p14:cNvContentPartPr/>
                <p14:nvPr/>
              </p14:nvContentPartPr>
              <p14:xfrm>
                <a:off x="4356115" y="1039700"/>
                <a:ext cx="601920" cy="91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1955AFB-951B-AA56-0123-64DED73781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49995" y="1033580"/>
                  <a:ext cx="6141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6B60027-A337-F77A-7B82-F54C2C017E95}"/>
                    </a:ext>
                  </a:extLst>
                </p14:cNvPr>
                <p14:cNvContentPartPr/>
                <p14:nvPr/>
              </p14:nvContentPartPr>
              <p14:xfrm>
                <a:off x="5666515" y="1350740"/>
                <a:ext cx="775800" cy="143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6B60027-A337-F77A-7B82-F54C2C017E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60395" y="1344620"/>
                  <a:ext cx="7880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F569455-896B-D3A8-79E1-90FA1F5DE434}"/>
                    </a:ext>
                  </a:extLst>
                </p14:cNvPr>
                <p14:cNvContentPartPr/>
                <p14:nvPr/>
              </p14:nvContentPartPr>
              <p14:xfrm>
                <a:off x="4489315" y="3518660"/>
                <a:ext cx="742320" cy="1368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F569455-896B-D3A8-79E1-90FA1F5DE43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83195" y="3512540"/>
                  <a:ext cx="754560" cy="13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5ABAD84-9453-A1C0-4269-582F73889AF6}"/>
                    </a:ext>
                  </a:extLst>
                </p14:cNvPr>
                <p14:cNvContentPartPr/>
                <p14:nvPr/>
              </p14:nvContentPartPr>
              <p14:xfrm>
                <a:off x="6765235" y="3190340"/>
                <a:ext cx="1409040" cy="1854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5ABAD84-9453-A1C0-4269-582F73889AF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59115" y="3184220"/>
                  <a:ext cx="1421280" cy="18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F1D9D7-6864-3121-B51E-D0DF1EC1DBD3}"/>
                    </a:ext>
                  </a:extLst>
                </p14:cNvPr>
                <p14:cNvContentPartPr/>
                <p14:nvPr/>
              </p14:nvContentPartPr>
              <p14:xfrm>
                <a:off x="944755" y="4977380"/>
                <a:ext cx="1166040" cy="2003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F1D9D7-6864-3121-B51E-D0DF1EC1DB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38635" y="4971260"/>
                  <a:ext cx="1178280" cy="20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961B5C1-476C-56DD-9CBD-4DB94248A8BF}"/>
                    </a:ext>
                  </a:extLst>
                </p14:cNvPr>
                <p14:cNvContentPartPr/>
                <p14:nvPr/>
              </p14:nvContentPartPr>
              <p14:xfrm>
                <a:off x="1941235" y="4863885"/>
                <a:ext cx="1299960" cy="1631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961B5C1-476C-56DD-9CBD-4DB94248A8B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935115" y="4857765"/>
                  <a:ext cx="1312200" cy="164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BC27505-CB66-5461-CB2E-3DCC04D6A6E7}"/>
                    </a:ext>
                  </a:extLst>
                </p14:cNvPr>
                <p14:cNvContentPartPr/>
                <p14:nvPr/>
              </p14:nvContentPartPr>
              <p14:xfrm>
                <a:off x="6124795" y="4534125"/>
                <a:ext cx="2736360" cy="607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BC27505-CB66-5461-CB2E-3DCC04D6A6E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18675" y="4528005"/>
                  <a:ext cx="274860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987EB05-A1AD-431E-5317-D5066A4F0981}"/>
                    </a:ext>
                  </a:extLst>
                </p14:cNvPr>
                <p14:cNvContentPartPr/>
                <p14:nvPr/>
              </p14:nvContentPartPr>
              <p14:xfrm>
                <a:off x="8758195" y="5122725"/>
                <a:ext cx="195120" cy="152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987EB05-A1AD-431E-5317-D5066A4F098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52075" y="5116605"/>
                  <a:ext cx="207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5681FD0-2AB1-1F5C-1FC7-0FF8B25785D1}"/>
                    </a:ext>
                  </a:extLst>
                </p14:cNvPr>
                <p14:cNvContentPartPr/>
                <p14:nvPr/>
              </p14:nvContentPartPr>
              <p14:xfrm>
                <a:off x="8501515" y="4516845"/>
                <a:ext cx="527040" cy="552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5681FD0-2AB1-1F5C-1FC7-0FF8B25785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95395" y="4510725"/>
                  <a:ext cx="5392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84D7E7-E620-F31E-3973-8F7B3F0DBCC9}"/>
                    </a:ext>
                  </a:extLst>
                </p14:cNvPr>
                <p14:cNvContentPartPr/>
                <p14:nvPr/>
              </p14:nvContentPartPr>
              <p14:xfrm>
                <a:off x="8684755" y="5331885"/>
                <a:ext cx="11160" cy="3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84D7E7-E620-F31E-3973-8F7B3F0DBCC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678635" y="5325765"/>
                  <a:ext cx="23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21FBD5D-D5FF-1EEE-824C-3FE9055643A0}"/>
                    </a:ext>
                  </a:extLst>
                </p14:cNvPr>
                <p14:cNvContentPartPr/>
                <p14:nvPr/>
              </p14:nvContentPartPr>
              <p14:xfrm>
                <a:off x="9167155" y="4586325"/>
                <a:ext cx="240120" cy="645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21FBD5D-D5FF-1EEE-824C-3FE9055643A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161035" y="4580205"/>
                  <a:ext cx="25236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2867147-E567-F90B-F124-79154E9A7A8B}"/>
                    </a:ext>
                  </a:extLst>
                </p14:cNvPr>
                <p14:cNvContentPartPr/>
                <p14:nvPr/>
              </p14:nvContentPartPr>
              <p14:xfrm>
                <a:off x="8111995" y="5937765"/>
                <a:ext cx="382680" cy="26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2867147-E567-F90B-F124-79154E9A7A8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05875" y="5931645"/>
                  <a:ext cx="394920" cy="3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346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E0E56D-2495-640E-3FC6-8FB30C6C7FEB}"/>
              </a:ext>
            </a:extLst>
          </p:cNvPr>
          <p:cNvSpPr txBox="1"/>
          <p:nvPr/>
        </p:nvSpPr>
        <p:spPr>
          <a:xfrm>
            <a:off x="3047163" y="3246846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BECFDA"/>
                </a:solidFill>
                <a:effectLst/>
                <a:latin typeface="Mono Lisa"/>
              </a:rPr>
              <a:t>[[ 1 2 3 4 5]</a:t>
            </a:r>
          </a:p>
          <a:p>
            <a:r>
              <a:rPr lang="en-IN" b="0" i="0" dirty="0">
                <a:solidFill>
                  <a:srgbClr val="BECFDA"/>
                </a:solidFill>
                <a:effectLst/>
                <a:latin typeface="Mono Lisa"/>
              </a:rPr>
              <a:t> [ 2 3 4 5 6] </a:t>
            </a:r>
          </a:p>
          <a:p>
            <a:r>
              <a:rPr lang="en-IN" b="0" i="0" dirty="0">
                <a:solidFill>
                  <a:srgbClr val="BECFDA"/>
                </a:solidFill>
                <a:effectLst/>
                <a:latin typeface="Mono Lisa"/>
              </a:rPr>
              <a:t>[10 11 12 13 15]]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9DC37B-EA30-2A5A-53DA-BB024A4C9799}"/>
                  </a:ext>
                </a:extLst>
              </p14:cNvPr>
              <p14:cNvContentPartPr/>
              <p14:nvPr/>
            </p14:nvContentPartPr>
            <p14:xfrm>
              <a:off x="3252715" y="3481908"/>
              <a:ext cx="814320" cy="83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9DC37B-EA30-2A5A-53DA-BB024A4C97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46595" y="3475788"/>
                <a:ext cx="8265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11E562-C85E-6853-0122-1E0B53CC7BBD}"/>
                  </a:ext>
                </a:extLst>
              </p14:cNvPr>
              <p14:cNvContentPartPr/>
              <p14:nvPr/>
            </p14:nvContentPartPr>
            <p14:xfrm>
              <a:off x="3270715" y="3766308"/>
              <a:ext cx="514080" cy="28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11E562-C85E-6853-0122-1E0B53CC7B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64595" y="3760188"/>
                <a:ext cx="526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F6F018-D9B4-78D8-F203-1B08FA07B71E}"/>
                  </a:ext>
                </a:extLst>
              </p14:cNvPr>
              <p14:cNvContentPartPr/>
              <p14:nvPr/>
            </p14:nvContentPartPr>
            <p14:xfrm>
              <a:off x="3296275" y="4107228"/>
              <a:ext cx="1162440" cy="54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F6F018-D9B4-78D8-F203-1B08FA07B7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90155" y="4101108"/>
                <a:ext cx="11746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86A1C7F-3A9B-EAED-643E-160C3512E572}"/>
                  </a:ext>
                </a:extLst>
              </p14:cNvPr>
              <p14:cNvContentPartPr/>
              <p14:nvPr/>
            </p14:nvContentPartPr>
            <p14:xfrm>
              <a:off x="5667955" y="4211268"/>
              <a:ext cx="1038600" cy="576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86A1C7F-3A9B-EAED-643E-160C3512E5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61835" y="4205148"/>
                <a:ext cx="105084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EFF7A29-FC92-F6A0-B799-8D2FF735C201}"/>
                  </a:ext>
                </a:extLst>
              </p14:cNvPr>
              <p14:cNvContentPartPr/>
              <p14:nvPr/>
            </p14:nvContentPartPr>
            <p14:xfrm>
              <a:off x="3438835" y="3134868"/>
              <a:ext cx="78840" cy="1157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EFF7A29-FC92-F6A0-B799-8D2FF735C20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32715" y="3128748"/>
                <a:ext cx="91080" cy="11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00647E3-73DC-9D34-BED0-1AD938671C05}"/>
                  </a:ext>
                </a:extLst>
              </p14:cNvPr>
              <p14:cNvContentPartPr/>
              <p14:nvPr/>
            </p14:nvContentPartPr>
            <p14:xfrm>
              <a:off x="3677155" y="2892588"/>
              <a:ext cx="12240" cy="4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00647E3-73DC-9D34-BED0-1AD938671C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71035" y="2886468"/>
                <a:ext cx="2448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1E0587F-CF04-3F87-9BA2-53572F1EF8C9}"/>
              </a:ext>
            </a:extLst>
          </p:cNvPr>
          <p:cNvGrpSpPr/>
          <p:nvPr/>
        </p:nvGrpSpPr>
        <p:grpSpPr>
          <a:xfrm>
            <a:off x="3595795" y="3122988"/>
            <a:ext cx="3310920" cy="1911960"/>
            <a:chOff x="3595795" y="3122988"/>
            <a:chExt cx="3310920" cy="19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DEE5A61-DE04-DDCC-8E6C-3F670AA3777B}"/>
                    </a:ext>
                  </a:extLst>
                </p14:cNvPr>
                <p14:cNvContentPartPr/>
                <p14:nvPr/>
              </p14:nvContentPartPr>
              <p14:xfrm>
                <a:off x="4450435" y="3377508"/>
                <a:ext cx="881280" cy="27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DEE5A61-DE04-DDCC-8E6C-3F670AA3777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44315" y="3371388"/>
                  <a:ext cx="893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E66726-D0A6-A680-C7C7-55822C0AACFB}"/>
                    </a:ext>
                  </a:extLst>
                </p14:cNvPr>
                <p14:cNvContentPartPr/>
                <p14:nvPr/>
              </p14:nvContentPartPr>
              <p14:xfrm>
                <a:off x="5909155" y="3122988"/>
                <a:ext cx="394560" cy="385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E66726-D0A6-A680-C7C7-55822C0AAC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03035" y="3116868"/>
                  <a:ext cx="4068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ECAABBF-D640-6BB7-B12E-5DCF3F7DFF2D}"/>
                    </a:ext>
                  </a:extLst>
                </p14:cNvPr>
                <p14:cNvContentPartPr/>
                <p14:nvPr/>
              </p14:nvContentPartPr>
              <p14:xfrm>
                <a:off x="6560035" y="3130188"/>
                <a:ext cx="276480" cy="649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ECAABBF-D640-6BB7-B12E-5DCF3F7DFF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53915" y="3124068"/>
                  <a:ext cx="28872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5DDE00-DD43-AE51-565D-160B8D77008A}"/>
                    </a:ext>
                  </a:extLst>
                </p14:cNvPr>
                <p14:cNvContentPartPr/>
                <p14:nvPr/>
              </p14:nvContentPartPr>
              <p14:xfrm>
                <a:off x="4421275" y="3671988"/>
                <a:ext cx="1551240" cy="84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5DDE00-DD43-AE51-565D-160B8D7700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4795" y="3665868"/>
                  <a:ext cx="1563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6EC460C-EFDE-701E-E461-BB5A549939EC}"/>
                    </a:ext>
                  </a:extLst>
                </p14:cNvPr>
                <p14:cNvContentPartPr/>
                <p14:nvPr/>
              </p14:nvContentPartPr>
              <p14:xfrm>
                <a:off x="6036955" y="3693588"/>
                <a:ext cx="352440" cy="343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6EC460C-EFDE-701E-E461-BB5A549939E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30835" y="3687468"/>
                  <a:ext cx="3646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D21B0F-656A-CF9E-26B3-9C12A671229A}"/>
                    </a:ext>
                  </a:extLst>
                </p14:cNvPr>
                <p14:cNvContentPartPr/>
                <p14:nvPr/>
              </p14:nvContentPartPr>
              <p14:xfrm>
                <a:off x="6592795" y="3764148"/>
                <a:ext cx="313920" cy="307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2D21B0F-656A-CF9E-26B3-9C12A671229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86675" y="3758028"/>
                  <a:ext cx="326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4229AF4-5534-5412-B295-4A6ACAA71817}"/>
                    </a:ext>
                  </a:extLst>
                </p14:cNvPr>
                <p14:cNvContentPartPr/>
                <p14:nvPr/>
              </p14:nvContentPartPr>
              <p14:xfrm>
                <a:off x="4676155" y="4163388"/>
                <a:ext cx="28800" cy="5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4229AF4-5534-5412-B295-4A6ACAA7181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70035" y="4157268"/>
                  <a:ext cx="410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83499D-2C4D-6328-6104-861D1799E9D5}"/>
                    </a:ext>
                  </a:extLst>
                </p14:cNvPr>
                <p14:cNvContentPartPr/>
                <p14:nvPr/>
              </p14:nvContentPartPr>
              <p14:xfrm>
                <a:off x="4298155" y="4166268"/>
                <a:ext cx="1161000" cy="868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83499D-2C4D-6328-6104-861D1799E9D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92035" y="4160148"/>
                  <a:ext cx="117324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3DA2E7-17A1-16C9-4C01-4351C03C36CC}"/>
                    </a:ext>
                  </a:extLst>
                </p14:cNvPr>
                <p14:cNvContentPartPr/>
                <p14:nvPr/>
              </p14:nvContentPartPr>
              <p14:xfrm>
                <a:off x="5651035" y="4417548"/>
                <a:ext cx="386280" cy="524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3DA2E7-17A1-16C9-4C01-4351C03C36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44915" y="4411428"/>
                  <a:ext cx="39852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BC4C5A-9133-4CDE-1A6A-112D904F4C19}"/>
                    </a:ext>
                  </a:extLst>
                </p14:cNvPr>
                <p14:cNvContentPartPr/>
                <p14:nvPr/>
              </p14:nvContentPartPr>
              <p14:xfrm>
                <a:off x="6094915" y="4230708"/>
                <a:ext cx="383400" cy="523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BC4C5A-9133-4CDE-1A6A-112D904F4C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88795" y="4224588"/>
                  <a:ext cx="3956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1DEE1D0-8F97-E1DC-092F-866D2603C3B5}"/>
                    </a:ext>
                  </a:extLst>
                </p14:cNvPr>
                <p14:cNvContentPartPr/>
                <p14:nvPr/>
              </p14:nvContentPartPr>
              <p14:xfrm>
                <a:off x="3595795" y="3325668"/>
                <a:ext cx="158760" cy="775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1DEE1D0-8F97-E1DC-092F-866D2603C3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9675" y="3319548"/>
                  <a:ext cx="17100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4E9783-0C33-FA58-CF7E-EEF14B8DD8AC}"/>
                    </a:ext>
                  </a:extLst>
                </p14:cNvPr>
                <p14:cNvContentPartPr/>
                <p14:nvPr/>
              </p14:nvContentPartPr>
              <p14:xfrm>
                <a:off x="3802435" y="3322428"/>
                <a:ext cx="95760" cy="780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4E9783-0C33-FA58-CF7E-EEF14B8DD8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96315" y="3316308"/>
                  <a:ext cx="10800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70E4F4-B89D-FCED-1AF0-E4EF7275B1D7}"/>
                    </a:ext>
                  </a:extLst>
                </p14:cNvPr>
                <p14:cNvContentPartPr/>
                <p14:nvPr/>
              </p14:nvContentPartPr>
              <p14:xfrm>
                <a:off x="3894235" y="3385428"/>
                <a:ext cx="265680" cy="652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70E4F4-B89D-FCED-1AF0-E4EF7275B1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8115" y="3379308"/>
                  <a:ext cx="27792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FADA204-D2A7-7DF0-9B79-CB2B51FC09F2}"/>
                    </a:ext>
                  </a:extLst>
                </p14:cNvPr>
                <p14:cNvContentPartPr/>
                <p14:nvPr/>
              </p14:nvContentPartPr>
              <p14:xfrm>
                <a:off x="4100875" y="3323508"/>
                <a:ext cx="376920" cy="590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FADA204-D2A7-7DF0-9B79-CB2B51FC09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94755" y="3317388"/>
                  <a:ext cx="389160" cy="60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632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27C06-3A99-40A2-0F57-1A0668884D9E}"/>
              </a:ext>
            </a:extLst>
          </p:cNvPr>
          <p:cNvSpPr txBox="1"/>
          <p:nvPr/>
        </p:nvSpPr>
        <p:spPr>
          <a:xfrm>
            <a:off x="3047163" y="324684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print(</a:t>
            </a:r>
            <a:r>
              <a:rPr lang="en-IN" dirty="0" err="1"/>
              <a:t>arr</a:t>
            </a:r>
            <a:r>
              <a:rPr lang="en-IN" dirty="0"/>
              <a:t>[1:,1:3])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1CBA6-B435-704D-7433-FF10DB007A0B}"/>
              </a:ext>
            </a:extLst>
          </p:cNvPr>
          <p:cNvSpPr txBox="1"/>
          <p:nvPr/>
        </p:nvSpPr>
        <p:spPr>
          <a:xfrm>
            <a:off x="2605035" y="1196982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BECFDA"/>
                </a:solidFill>
                <a:effectLst/>
                <a:latin typeface="Mono Lisa"/>
              </a:rPr>
              <a:t>Array : [[ 1 2 3 4] </a:t>
            </a:r>
          </a:p>
          <a:p>
            <a:r>
              <a:rPr lang="en-US" b="0" i="0" dirty="0">
                <a:solidFill>
                  <a:srgbClr val="BECFDA"/>
                </a:solidFill>
                <a:effectLst/>
                <a:latin typeface="Mono Lisa"/>
              </a:rPr>
              <a:t>              [ 5 6 7 8] </a:t>
            </a:r>
          </a:p>
          <a:p>
            <a:r>
              <a:rPr lang="en-US" dirty="0">
                <a:solidFill>
                  <a:srgbClr val="BECFDA"/>
                </a:solidFill>
                <a:latin typeface="Mono Lisa"/>
              </a:rPr>
              <a:t>             </a:t>
            </a:r>
            <a:r>
              <a:rPr lang="en-US" b="0" i="0" dirty="0">
                <a:solidFill>
                  <a:srgbClr val="BECFDA"/>
                </a:solidFill>
                <a:effectLst/>
                <a:latin typeface="Mono Lisa"/>
              </a:rPr>
              <a:t>[ 9 10 11 12]]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C752045-CAC3-6E1A-0DC5-8008CE7ACBA6}"/>
                  </a:ext>
                </a:extLst>
              </p14:cNvPr>
              <p14:cNvContentPartPr/>
              <p14:nvPr/>
            </p14:nvContentPartPr>
            <p14:xfrm>
              <a:off x="4351075" y="3680628"/>
              <a:ext cx="169200" cy="241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C752045-CAC3-6E1A-0DC5-8008CE7ACB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4955" y="3674508"/>
                <a:ext cx="1814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6E2F111-1CF5-C6F3-297F-CEA657DF0C40}"/>
                  </a:ext>
                </a:extLst>
              </p14:cNvPr>
              <p14:cNvContentPartPr/>
              <p14:nvPr/>
            </p14:nvContentPartPr>
            <p14:xfrm>
              <a:off x="4090795" y="3610068"/>
              <a:ext cx="10080" cy="9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6E2F111-1CF5-C6F3-297F-CEA657DF0C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4675" y="3603948"/>
                <a:ext cx="2232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7DB3961-4D3A-7632-2F72-87E5CADE2E8D}"/>
              </a:ext>
            </a:extLst>
          </p:cNvPr>
          <p:cNvGrpSpPr/>
          <p:nvPr/>
        </p:nvGrpSpPr>
        <p:grpSpPr>
          <a:xfrm>
            <a:off x="675475" y="405348"/>
            <a:ext cx="11679480" cy="6808257"/>
            <a:chOff x="675475" y="405348"/>
            <a:chExt cx="11679480" cy="680825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1B3A884-FF44-E1A1-65C0-A13D9EA0C0B5}"/>
                    </a:ext>
                  </a:extLst>
                </p14:cNvPr>
                <p14:cNvContentPartPr/>
                <p14:nvPr/>
              </p14:nvContentPartPr>
              <p14:xfrm>
                <a:off x="3428755" y="4218828"/>
                <a:ext cx="721440" cy="304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1B3A884-FF44-E1A1-65C0-A13D9EA0C0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22635" y="4212708"/>
                  <a:ext cx="7336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041F6B7-7ECE-3C99-07B2-FD8E522522A9}"/>
                    </a:ext>
                  </a:extLst>
                </p14:cNvPr>
                <p14:cNvContentPartPr/>
                <p14:nvPr/>
              </p14:nvContentPartPr>
              <p14:xfrm>
                <a:off x="7060435" y="735108"/>
                <a:ext cx="449280" cy="1133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041F6B7-7ECE-3C99-07B2-FD8E522522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54315" y="728988"/>
                  <a:ext cx="461520" cy="11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7318180-852C-06E9-F260-26502962817B}"/>
                    </a:ext>
                  </a:extLst>
                </p14:cNvPr>
                <p14:cNvContentPartPr/>
                <p14:nvPr/>
              </p14:nvContentPartPr>
              <p14:xfrm>
                <a:off x="7868275" y="930588"/>
                <a:ext cx="785520" cy="642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7318180-852C-06E9-F260-2650296281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62155" y="924468"/>
                  <a:ext cx="79776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3697CEC-5294-F3D8-05FA-E2713192AE41}"/>
                    </a:ext>
                  </a:extLst>
                </p14:cNvPr>
                <p14:cNvContentPartPr/>
                <p14:nvPr/>
              </p14:nvContentPartPr>
              <p14:xfrm>
                <a:off x="8594395" y="1385268"/>
                <a:ext cx="171720" cy="22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3697CEC-5294-F3D8-05FA-E2713192AE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88275" y="1379148"/>
                  <a:ext cx="183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54E1B0-D384-F86A-AF86-7FCC7BDFB0A3}"/>
                    </a:ext>
                  </a:extLst>
                </p14:cNvPr>
                <p14:cNvContentPartPr/>
                <p14:nvPr/>
              </p14:nvContentPartPr>
              <p14:xfrm>
                <a:off x="9388195" y="1017348"/>
                <a:ext cx="331560" cy="797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54E1B0-D384-F86A-AF86-7FCC7BDFB0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82075" y="1011228"/>
                  <a:ext cx="343800" cy="8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1569C9-00AD-6946-4E65-540D6B62598D}"/>
                    </a:ext>
                  </a:extLst>
                </p14:cNvPr>
                <p14:cNvContentPartPr/>
                <p14:nvPr/>
              </p14:nvContentPartPr>
              <p14:xfrm>
                <a:off x="9738835" y="755988"/>
                <a:ext cx="423360" cy="1417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1569C9-00AD-6946-4E65-540D6B6259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32715" y="749868"/>
                  <a:ext cx="435600" cy="14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FDCA7DD-7944-678D-F789-94E61FF1DAAD}"/>
                    </a:ext>
                  </a:extLst>
                </p14:cNvPr>
                <p14:cNvContentPartPr/>
                <p14:nvPr/>
              </p14:nvContentPartPr>
              <p14:xfrm>
                <a:off x="7981675" y="1882428"/>
                <a:ext cx="1273680" cy="13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FDCA7DD-7944-678D-F789-94E61FF1DA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75555" y="1876308"/>
                  <a:ext cx="1285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27123C8-62BE-4AEC-CDDC-8C39F800FBD6}"/>
                    </a:ext>
                  </a:extLst>
                </p14:cNvPr>
                <p14:cNvContentPartPr/>
                <p14:nvPr/>
              </p14:nvContentPartPr>
              <p14:xfrm>
                <a:off x="7886635" y="3032988"/>
                <a:ext cx="452160" cy="1113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7123C8-62BE-4AEC-CDDC-8C39F800FB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80515" y="3026868"/>
                  <a:ext cx="464400" cy="11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F8D467-0601-5B4E-2585-7E6C68AFC476}"/>
                    </a:ext>
                  </a:extLst>
                </p14:cNvPr>
                <p14:cNvContentPartPr/>
                <p14:nvPr/>
              </p14:nvContentPartPr>
              <p14:xfrm>
                <a:off x="8673955" y="3187788"/>
                <a:ext cx="179280" cy="880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F8D467-0601-5B4E-2585-7E6C68AFC4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67835" y="3181668"/>
                  <a:ext cx="19152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E6B3C2-067E-BE79-B7EC-F1DE88636130}"/>
                    </a:ext>
                  </a:extLst>
                </p14:cNvPr>
                <p14:cNvContentPartPr/>
                <p14:nvPr/>
              </p14:nvContentPartPr>
              <p14:xfrm>
                <a:off x="8532835" y="3558948"/>
                <a:ext cx="677880" cy="46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E6B3C2-067E-BE79-B7EC-F1DE886361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26715" y="3552828"/>
                  <a:ext cx="690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BDAAA3-8268-8182-4DBF-3F47EF4D26C8}"/>
                    </a:ext>
                  </a:extLst>
                </p14:cNvPr>
                <p14:cNvContentPartPr/>
                <p14:nvPr/>
              </p14:nvContentPartPr>
              <p14:xfrm>
                <a:off x="9229075" y="3511428"/>
                <a:ext cx="280800" cy="317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BDAAA3-8268-8182-4DBF-3F47EF4D26C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22955" y="3505308"/>
                  <a:ext cx="2930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18C2673-A912-F862-AD61-1DD9C167E4BA}"/>
                    </a:ext>
                  </a:extLst>
                </p14:cNvPr>
                <p14:cNvContentPartPr/>
                <p14:nvPr/>
              </p14:nvContentPartPr>
              <p14:xfrm>
                <a:off x="9546955" y="3445188"/>
                <a:ext cx="351360" cy="357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18C2673-A912-F862-AD61-1DD9C167E4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40835" y="3439068"/>
                  <a:ext cx="3636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A57B285-C20F-6A16-7810-DE6F59053136}"/>
                    </a:ext>
                  </a:extLst>
                </p14:cNvPr>
                <p14:cNvContentPartPr/>
                <p14:nvPr/>
              </p14:nvContentPartPr>
              <p14:xfrm>
                <a:off x="9968515" y="3250788"/>
                <a:ext cx="270360" cy="632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A57B285-C20F-6A16-7810-DE6F5905313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62395" y="3244668"/>
                  <a:ext cx="28260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3636255-DE69-9356-15DE-D9817E096A64}"/>
                    </a:ext>
                  </a:extLst>
                </p14:cNvPr>
                <p14:cNvContentPartPr/>
                <p14:nvPr/>
              </p14:nvContentPartPr>
              <p14:xfrm>
                <a:off x="9984715" y="3631308"/>
                <a:ext cx="533160" cy="56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3636255-DE69-9356-15DE-D9817E096A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78595" y="3625188"/>
                  <a:ext cx="5454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1C3F0E-B802-C90F-B945-5BF96A5962FD}"/>
                    </a:ext>
                  </a:extLst>
                </p14:cNvPr>
                <p14:cNvContentPartPr/>
                <p14:nvPr/>
              </p14:nvContentPartPr>
              <p14:xfrm>
                <a:off x="11355595" y="3259428"/>
                <a:ext cx="518760" cy="770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1C3F0E-B802-C90F-B945-5BF96A5962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349475" y="3253308"/>
                  <a:ext cx="53100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38C4B27-43FB-31AD-0E30-C6DF23A751F3}"/>
                    </a:ext>
                  </a:extLst>
                </p14:cNvPr>
                <p14:cNvContentPartPr/>
                <p14:nvPr/>
              </p14:nvContentPartPr>
              <p14:xfrm>
                <a:off x="11663035" y="3040188"/>
                <a:ext cx="320400" cy="126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38C4B27-43FB-31AD-0E30-C6DF23A751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56915" y="3034068"/>
                  <a:ext cx="332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473D5D-7382-E871-FE63-A854D628C49A}"/>
                    </a:ext>
                  </a:extLst>
                </p14:cNvPr>
                <p14:cNvContentPartPr/>
                <p14:nvPr/>
              </p14:nvContentPartPr>
              <p14:xfrm>
                <a:off x="11484835" y="3661188"/>
                <a:ext cx="277560" cy="86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473D5D-7382-E871-FE63-A854D628C49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478715" y="3655068"/>
                  <a:ext cx="289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F2551A-273D-9C02-5C4A-D0925ED5F479}"/>
                    </a:ext>
                  </a:extLst>
                </p14:cNvPr>
                <p14:cNvContentPartPr/>
                <p14:nvPr/>
              </p14:nvContentPartPr>
              <p14:xfrm>
                <a:off x="11800555" y="3401628"/>
                <a:ext cx="374400" cy="438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F2551A-273D-9C02-5C4A-D0925ED5F4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794435" y="3395508"/>
                  <a:ext cx="38664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D0B2833-D376-577A-5F0D-7070A8CADF22}"/>
                    </a:ext>
                  </a:extLst>
                </p14:cNvPr>
                <p14:cNvContentPartPr/>
                <p14:nvPr/>
              </p14:nvContentPartPr>
              <p14:xfrm>
                <a:off x="10873195" y="3326748"/>
                <a:ext cx="47520" cy="48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D0B2833-D376-577A-5F0D-7070A8CADF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867075" y="3320628"/>
                  <a:ext cx="59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A4737A6-DCC6-26F0-E70B-6FF87CFD1EC1}"/>
                    </a:ext>
                  </a:extLst>
                </p14:cNvPr>
                <p14:cNvContentPartPr/>
                <p14:nvPr/>
              </p14:nvContentPartPr>
              <p14:xfrm>
                <a:off x="10717675" y="3958548"/>
                <a:ext cx="68040" cy="177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A4737A6-DCC6-26F0-E70B-6FF87CFD1E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11555" y="3952428"/>
                  <a:ext cx="80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3E481A-B878-014D-9779-4E48F3E0AFF7}"/>
                    </a:ext>
                  </a:extLst>
                </p14:cNvPr>
                <p14:cNvContentPartPr/>
                <p14:nvPr/>
              </p14:nvContentPartPr>
              <p14:xfrm>
                <a:off x="8180755" y="4638948"/>
                <a:ext cx="4174200" cy="416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3E481A-B878-014D-9779-4E48F3E0AF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74635" y="4632828"/>
                  <a:ext cx="41864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04F687D-9BBA-C0BF-C5D2-EFDB439A4766}"/>
                    </a:ext>
                  </a:extLst>
                </p14:cNvPr>
                <p14:cNvContentPartPr/>
                <p14:nvPr/>
              </p14:nvContentPartPr>
              <p14:xfrm>
                <a:off x="4059115" y="3557868"/>
                <a:ext cx="120240" cy="49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04F687D-9BBA-C0BF-C5D2-EFDB439A476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52995" y="3551748"/>
                  <a:ext cx="132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5D12741-8C69-35D3-D617-8870A4C4AB08}"/>
                    </a:ext>
                  </a:extLst>
                </p14:cNvPr>
                <p14:cNvContentPartPr/>
                <p14:nvPr/>
              </p14:nvContentPartPr>
              <p14:xfrm>
                <a:off x="4419835" y="3598908"/>
                <a:ext cx="16200" cy="5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5D12741-8C69-35D3-D617-8870A4C4AB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13715" y="3592788"/>
                  <a:ext cx="284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57E100C-B5BE-6D0F-2C83-FD6A6A8CAA6A}"/>
                    </a:ext>
                  </a:extLst>
                </p14:cNvPr>
                <p14:cNvContentPartPr/>
                <p14:nvPr/>
              </p14:nvContentPartPr>
              <p14:xfrm>
                <a:off x="3956515" y="3590268"/>
                <a:ext cx="189720" cy="387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57E100C-B5BE-6D0F-2C83-FD6A6A8CAA6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50395" y="3584148"/>
                  <a:ext cx="20196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F0CE07-14AD-C2D4-449E-7B1E3371AFD4}"/>
                    </a:ext>
                  </a:extLst>
                </p14:cNvPr>
                <p14:cNvContentPartPr/>
                <p14:nvPr/>
              </p14:nvContentPartPr>
              <p14:xfrm>
                <a:off x="4564555" y="3629868"/>
                <a:ext cx="767160" cy="199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F0CE07-14AD-C2D4-449E-7B1E3371AF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58435" y="3623748"/>
                  <a:ext cx="779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6D5215-0740-7194-25E4-62ADD9734B1F}"/>
                    </a:ext>
                  </a:extLst>
                </p14:cNvPr>
                <p14:cNvContentPartPr/>
                <p14:nvPr/>
              </p14:nvContentPartPr>
              <p14:xfrm>
                <a:off x="5560315" y="3671988"/>
                <a:ext cx="358560" cy="185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6D5215-0740-7194-25E4-62ADD9734B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54195" y="3665868"/>
                  <a:ext cx="370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D130256-C1DB-B299-1516-10AA94D10FDA}"/>
                    </a:ext>
                  </a:extLst>
                </p14:cNvPr>
                <p14:cNvContentPartPr/>
                <p14:nvPr/>
              </p14:nvContentPartPr>
              <p14:xfrm>
                <a:off x="4123195" y="3589548"/>
                <a:ext cx="32760" cy="3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D130256-C1DB-B299-1516-10AA94D10FD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17075" y="3583428"/>
                  <a:ext cx="45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3013DA1-6C6F-6D88-BF71-23F5BBBEF4DA}"/>
                    </a:ext>
                  </a:extLst>
                </p14:cNvPr>
                <p14:cNvContentPartPr/>
                <p14:nvPr/>
              </p14:nvContentPartPr>
              <p14:xfrm>
                <a:off x="4064155" y="3550668"/>
                <a:ext cx="133920" cy="47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3013DA1-6C6F-6D88-BF71-23F5BBBEF4D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58035" y="3544548"/>
                  <a:ext cx="146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9EC6E5-758F-DB84-7C67-B7E47E734051}"/>
                    </a:ext>
                  </a:extLst>
                </p14:cNvPr>
                <p14:cNvContentPartPr/>
                <p14:nvPr/>
              </p14:nvContentPartPr>
              <p14:xfrm>
                <a:off x="4341355" y="1389588"/>
                <a:ext cx="938520" cy="157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9EC6E5-758F-DB84-7C67-B7E47E73405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35235" y="1383468"/>
                  <a:ext cx="9507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8AE7BAE-D493-9CEA-C50C-568195E8A571}"/>
                    </a:ext>
                  </a:extLst>
                </p14:cNvPr>
                <p14:cNvContentPartPr/>
                <p14:nvPr/>
              </p14:nvContentPartPr>
              <p14:xfrm>
                <a:off x="5551315" y="1261788"/>
                <a:ext cx="236160" cy="324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8AE7BAE-D493-9CEA-C50C-568195E8A57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45195" y="1255668"/>
                  <a:ext cx="2484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E84FA5A-7733-9E12-5B44-121A6A016292}"/>
                    </a:ext>
                  </a:extLst>
                </p14:cNvPr>
                <p14:cNvContentPartPr/>
                <p14:nvPr/>
              </p14:nvContentPartPr>
              <p14:xfrm>
                <a:off x="5820235" y="2733828"/>
                <a:ext cx="286920" cy="318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E84FA5A-7733-9E12-5B44-121A6A0162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14115" y="2727708"/>
                  <a:ext cx="2991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4E7D74-B9C0-A3DA-D066-18A3FD5E50CF}"/>
                    </a:ext>
                  </a:extLst>
                </p14:cNvPr>
                <p14:cNvContentPartPr/>
                <p14:nvPr/>
              </p14:nvContentPartPr>
              <p14:xfrm>
                <a:off x="6017515" y="2493708"/>
                <a:ext cx="101880" cy="95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4E7D74-B9C0-A3DA-D066-18A3FD5E50C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11395" y="2487588"/>
                  <a:ext cx="114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1624F42-6D15-C35D-7EED-18961E70D8C2}"/>
                    </a:ext>
                  </a:extLst>
                </p14:cNvPr>
                <p14:cNvContentPartPr/>
                <p14:nvPr/>
              </p14:nvContentPartPr>
              <p14:xfrm>
                <a:off x="5946595" y="2865588"/>
                <a:ext cx="173880" cy="59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1624F42-6D15-C35D-7EED-18961E70D8C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40475" y="2859468"/>
                  <a:ext cx="186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715CF9F-226D-BEE4-C776-DD7B0F1DECBA}"/>
                    </a:ext>
                  </a:extLst>
                </p14:cNvPr>
                <p14:cNvContentPartPr/>
                <p14:nvPr/>
              </p14:nvContentPartPr>
              <p14:xfrm>
                <a:off x="6234595" y="2580108"/>
                <a:ext cx="524520" cy="36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715CF9F-226D-BEE4-C776-DD7B0F1DEC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28475" y="2573988"/>
                  <a:ext cx="536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474113F-33C0-2EFD-0ACD-6845E09CCC85}"/>
                    </a:ext>
                  </a:extLst>
                </p14:cNvPr>
                <p14:cNvContentPartPr/>
                <p14:nvPr/>
              </p14:nvContentPartPr>
              <p14:xfrm>
                <a:off x="6948475" y="2911308"/>
                <a:ext cx="41400" cy="53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474113F-33C0-2EFD-0ACD-6845E09CCC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42355" y="2905188"/>
                  <a:ext cx="53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9D66452-BA8E-D3B4-CFD6-ABEE07AFD01D}"/>
                    </a:ext>
                  </a:extLst>
                </p14:cNvPr>
                <p14:cNvContentPartPr/>
                <p14:nvPr/>
              </p14:nvContentPartPr>
              <p14:xfrm>
                <a:off x="1967155" y="1463028"/>
                <a:ext cx="67320" cy="319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9D66452-BA8E-D3B4-CFD6-ABEE07AFD01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61035" y="1456908"/>
                  <a:ext cx="795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0AA3AA2-AADB-D1F6-88EE-31A3927353F4}"/>
                    </a:ext>
                  </a:extLst>
                </p14:cNvPr>
                <p14:cNvContentPartPr/>
                <p14:nvPr/>
              </p14:nvContentPartPr>
              <p14:xfrm>
                <a:off x="4657075" y="1967028"/>
                <a:ext cx="450360" cy="25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0AA3AA2-AADB-D1F6-88EE-31A3927353F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50955" y="1960908"/>
                  <a:ext cx="462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9F4F51F-F828-5AA7-059E-32AB243A8CE7}"/>
                    </a:ext>
                  </a:extLst>
                </p14:cNvPr>
                <p14:cNvContentPartPr/>
                <p14:nvPr/>
              </p14:nvContentPartPr>
              <p14:xfrm>
                <a:off x="5484355" y="1907268"/>
                <a:ext cx="513000" cy="405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9F4F51F-F828-5AA7-059E-32AB243A8CE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78235" y="1901148"/>
                  <a:ext cx="5252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F644736-0185-47FD-908A-847CA27ED5DE}"/>
                    </a:ext>
                  </a:extLst>
                </p14:cNvPr>
                <p14:cNvContentPartPr/>
                <p14:nvPr/>
              </p14:nvContentPartPr>
              <p14:xfrm>
                <a:off x="675475" y="2708268"/>
                <a:ext cx="315360" cy="343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F644736-0185-47FD-908A-847CA27ED5D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9355" y="2702148"/>
                  <a:ext cx="3276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844A32-9700-88E5-A5F1-52ABCF230173}"/>
                    </a:ext>
                  </a:extLst>
                </p14:cNvPr>
                <p14:cNvContentPartPr/>
                <p14:nvPr/>
              </p14:nvContentPartPr>
              <p14:xfrm>
                <a:off x="1151035" y="2652468"/>
                <a:ext cx="301680" cy="383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E844A32-9700-88E5-A5F1-52ABCF23017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44915" y="2646348"/>
                  <a:ext cx="3139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B938C01-7844-0E59-7C14-AFD72698F6CC}"/>
                    </a:ext>
                  </a:extLst>
                </p14:cNvPr>
                <p14:cNvContentPartPr/>
                <p14:nvPr/>
              </p14:nvContentPartPr>
              <p14:xfrm>
                <a:off x="1435795" y="2720148"/>
                <a:ext cx="121680" cy="315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B938C01-7844-0E59-7C14-AFD72698F6C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29675" y="2714028"/>
                  <a:ext cx="1339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DEBA762-1198-C139-A2A4-E7FF4C207810}"/>
                    </a:ext>
                  </a:extLst>
                </p14:cNvPr>
                <p14:cNvContentPartPr/>
                <p14:nvPr/>
              </p14:nvContentPartPr>
              <p14:xfrm>
                <a:off x="1690675" y="2402268"/>
                <a:ext cx="262800" cy="995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DEBA762-1198-C139-A2A4-E7FF4C2078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4555" y="2396148"/>
                  <a:ext cx="275040" cy="10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2E288C2-A692-A7F6-B129-0BDBD25858B2}"/>
                    </a:ext>
                  </a:extLst>
                </p14:cNvPr>
                <p14:cNvContentPartPr/>
                <p14:nvPr/>
              </p14:nvContentPartPr>
              <p14:xfrm>
                <a:off x="1943395" y="2523588"/>
                <a:ext cx="68040" cy="549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2E288C2-A692-A7F6-B129-0BDBD25858B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37275" y="2517468"/>
                  <a:ext cx="8028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9DBDE33-1873-7786-62C7-886ABE1594DF}"/>
                    </a:ext>
                  </a:extLst>
                </p14:cNvPr>
                <p14:cNvContentPartPr/>
                <p14:nvPr/>
              </p14:nvContentPartPr>
              <p14:xfrm>
                <a:off x="2315635" y="2464188"/>
                <a:ext cx="58320" cy="74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9DBDE33-1873-7786-62C7-886ABE1594D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09515" y="2458068"/>
                  <a:ext cx="7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E8B3A0E-449F-6B52-252C-0F602566B8A9}"/>
                    </a:ext>
                  </a:extLst>
                </p14:cNvPr>
                <p14:cNvContentPartPr/>
                <p14:nvPr/>
              </p14:nvContentPartPr>
              <p14:xfrm>
                <a:off x="2354875" y="2914548"/>
                <a:ext cx="54000" cy="136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E8B3A0E-449F-6B52-252C-0F602566B8A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48755" y="2908428"/>
                  <a:ext cx="66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D00AC63-A9CF-65C1-825C-860B52B6A063}"/>
                    </a:ext>
                  </a:extLst>
                </p14:cNvPr>
                <p14:cNvContentPartPr/>
                <p14:nvPr/>
              </p14:nvContentPartPr>
              <p14:xfrm>
                <a:off x="2808835" y="2770188"/>
                <a:ext cx="235080" cy="322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D00AC63-A9CF-65C1-825C-860B52B6A06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02715" y="2764068"/>
                  <a:ext cx="2473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3918414-5B02-6ACF-DF38-736C7DBAD9AE}"/>
                    </a:ext>
                  </a:extLst>
                </p14:cNvPr>
                <p14:cNvContentPartPr/>
                <p14:nvPr/>
              </p14:nvContentPartPr>
              <p14:xfrm>
                <a:off x="1991275" y="3116508"/>
                <a:ext cx="614160" cy="123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3918414-5B02-6ACF-DF38-736C7DBAD9A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85155" y="3110388"/>
                  <a:ext cx="626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ACCEF3B-92FB-224F-54DF-8559677355E3}"/>
                    </a:ext>
                  </a:extLst>
                </p14:cNvPr>
                <p14:cNvContentPartPr/>
                <p14:nvPr/>
              </p14:nvContentPartPr>
              <p14:xfrm>
                <a:off x="2001355" y="3108588"/>
                <a:ext cx="660960" cy="116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ACCEF3B-92FB-224F-54DF-8559677355E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95235" y="3102468"/>
                  <a:ext cx="673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8583C3-51A1-678A-5B89-BF1C19238B06}"/>
                    </a:ext>
                  </a:extLst>
                </p14:cNvPr>
                <p14:cNvContentPartPr/>
                <p14:nvPr/>
              </p14:nvContentPartPr>
              <p14:xfrm>
                <a:off x="2220595" y="3107508"/>
                <a:ext cx="251280" cy="43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8583C3-51A1-678A-5B89-BF1C19238B0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14475" y="3101388"/>
                  <a:ext cx="263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BA11CFC-0BB3-0529-3535-638C1F1A3DDF}"/>
                    </a:ext>
                  </a:extLst>
                </p14:cNvPr>
                <p14:cNvContentPartPr/>
                <p14:nvPr/>
              </p14:nvContentPartPr>
              <p14:xfrm>
                <a:off x="3357475" y="1633668"/>
                <a:ext cx="32760" cy="2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BA11CFC-0BB3-0529-3535-638C1F1A3DD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51355" y="1627548"/>
                  <a:ext cx="450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D6AD80A-AA14-CAD2-6FFA-AF017D990F27}"/>
                    </a:ext>
                  </a:extLst>
                </p14:cNvPr>
                <p14:cNvContentPartPr/>
                <p14:nvPr/>
              </p14:nvContentPartPr>
              <p14:xfrm>
                <a:off x="2489515" y="1564188"/>
                <a:ext cx="919080" cy="109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D6AD80A-AA14-CAD2-6FFA-AF017D990F2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83395" y="1558068"/>
                  <a:ext cx="931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8F5B616-624A-7B5E-C4BA-55353AF52A55}"/>
                    </a:ext>
                  </a:extLst>
                </p14:cNvPr>
                <p14:cNvContentPartPr/>
                <p14:nvPr/>
              </p14:nvContentPartPr>
              <p14:xfrm>
                <a:off x="3511915" y="1680468"/>
                <a:ext cx="5040" cy="2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8F5B616-624A-7B5E-C4BA-55353AF52A5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05795" y="1674348"/>
                  <a:ext cx="172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06A38C-386B-FB38-A4B3-3D5538A9E510}"/>
                    </a:ext>
                  </a:extLst>
                </p14:cNvPr>
                <p14:cNvContentPartPr/>
                <p14:nvPr/>
              </p14:nvContentPartPr>
              <p14:xfrm>
                <a:off x="3227155" y="1567788"/>
                <a:ext cx="550440" cy="597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06A38C-386B-FB38-A4B3-3D5538A9E51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21035" y="1561668"/>
                  <a:ext cx="5626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C8C81B4-3235-34DA-1733-DADB73EB7485}"/>
                    </a:ext>
                  </a:extLst>
                </p14:cNvPr>
                <p14:cNvContentPartPr/>
                <p14:nvPr/>
              </p14:nvContentPartPr>
              <p14:xfrm>
                <a:off x="3397075" y="1562388"/>
                <a:ext cx="170640" cy="20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C8C81B4-3235-34DA-1733-DADB73EB748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90955" y="1556268"/>
                  <a:ext cx="182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D978334-F864-00DB-2B92-190C44058B52}"/>
                    </a:ext>
                  </a:extLst>
                </p14:cNvPr>
                <p14:cNvContentPartPr/>
                <p14:nvPr/>
              </p14:nvContentPartPr>
              <p14:xfrm>
                <a:off x="3638995" y="797388"/>
                <a:ext cx="194040" cy="457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D978334-F864-00DB-2B92-190C44058B5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32875" y="791268"/>
                  <a:ext cx="206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CF9A937-966D-E538-D845-0A24B7424D48}"/>
                    </a:ext>
                  </a:extLst>
                </p14:cNvPr>
                <p14:cNvContentPartPr/>
                <p14:nvPr/>
              </p14:nvContentPartPr>
              <p14:xfrm>
                <a:off x="3820075" y="405348"/>
                <a:ext cx="180360" cy="214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CF9A937-966D-E538-D845-0A24B7424D4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13955" y="399228"/>
                  <a:ext cx="192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4F94F09-41B4-F6BF-53A5-1F5948904A43}"/>
                    </a:ext>
                  </a:extLst>
                </p14:cNvPr>
                <p14:cNvContentPartPr/>
                <p14:nvPr/>
              </p14:nvContentPartPr>
              <p14:xfrm>
                <a:off x="3820435" y="893868"/>
                <a:ext cx="369360" cy="374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4F94F09-41B4-F6BF-53A5-1F5948904A4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14315" y="887748"/>
                  <a:ext cx="3816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6B655CB-F14A-A620-6ECA-23FF69A0C5D9}"/>
                    </a:ext>
                  </a:extLst>
                </p14:cNvPr>
                <p14:cNvContentPartPr/>
                <p14:nvPr/>
              </p14:nvContentPartPr>
              <p14:xfrm>
                <a:off x="4407955" y="557628"/>
                <a:ext cx="67680" cy="311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6B655CB-F14A-A620-6ECA-23FF69A0C5D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01835" y="551508"/>
                  <a:ext cx="799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6C212B3-1553-72B9-800C-4CCE8387E920}"/>
                    </a:ext>
                  </a:extLst>
                </p14:cNvPr>
                <p14:cNvContentPartPr/>
                <p14:nvPr/>
              </p14:nvContentPartPr>
              <p14:xfrm>
                <a:off x="3966595" y="1007988"/>
                <a:ext cx="745560" cy="275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6C212B3-1553-72B9-800C-4CCE8387E92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60475" y="1001868"/>
                  <a:ext cx="757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CBC93FA-2A6D-050F-87D7-53B2B985DFB9}"/>
                    </a:ext>
                  </a:extLst>
                </p14:cNvPr>
                <p14:cNvContentPartPr/>
                <p14:nvPr/>
              </p14:nvContentPartPr>
              <p14:xfrm>
                <a:off x="4815835" y="725748"/>
                <a:ext cx="412200" cy="169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CBC93FA-2A6D-050F-87D7-53B2B985DFB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09715" y="719628"/>
                  <a:ext cx="424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2713ED7-55C3-F4B2-25BF-58FECB6D8D79}"/>
                    </a:ext>
                  </a:extLst>
                </p14:cNvPr>
                <p14:cNvContentPartPr/>
                <p14:nvPr/>
              </p14:nvContentPartPr>
              <p14:xfrm>
                <a:off x="4201675" y="1235508"/>
                <a:ext cx="992880" cy="146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2713ED7-55C3-F4B2-25BF-58FECB6D8D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95555" y="1229388"/>
                  <a:ext cx="1005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BDDA9B8-272E-33D8-06BF-6DC8C8038B2D}"/>
                    </a:ext>
                  </a:extLst>
                </p14:cNvPr>
                <p14:cNvContentPartPr/>
                <p14:nvPr/>
              </p14:nvContentPartPr>
              <p14:xfrm>
                <a:off x="5249635" y="800988"/>
                <a:ext cx="248760" cy="425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BDDA9B8-272E-33D8-06BF-6DC8C8038B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243515" y="794868"/>
                  <a:ext cx="2610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BB3C6CA-A7BC-518F-B63B-85AE9EC1773A}"/>
                    </a:ext>
                  </a:extLst>
                </p14:cNvPr>
                <p14:cNvContentPartPr/>
                <p14:nvPr/>
              </p14:nvContentPartPr>
              <p14:xfrm>
                <a:off x="1973275" y="3208668"/>
                <a:ext cx="539280" cy="74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BB3C6CA-A7BC-518F-B63B-85AE9EC177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967155" y="3202548"/>
                  <a:ext cx="551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8B1AFA6-C01A-810E-321B-796E45AD5402}"/>
                    </a:ext>
                  </a:extLst>
                </p14:cNvPr>
                <p14:cNvContentPartPr/>
                <p14:nvPr/>
              </p14:nvContentPartPr>
              <p14:xfrm>
                <a:off x="4032835" y="1129308"/>
                <a:ext cx="6480" cy="47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8B1AFA6-C01A-810E-321B-796E45AD540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26715" y="1123188"/>
                  <a:ext cx="18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5106BBF-7C89-2605-7CA3-A6E589FF5C7A}"/>
                    </a:ext>
                  </a:extLst>
                </p14:cNvPr>
                <p14:cNvContentPartPr/>
                <p14:nvPr/>
              </p14:nvContentPartPr>
              <p14:xfrm>
                <a:off x="5022835" y="885948"/>
                <a:ext cx="35280" cy="16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5106BBF-7C89-2605-7CA3-A6E589FF5C7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16715" y="879828"/>
                  <a:ext cx="47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420447-4D3B-0894-63B2-B840E19A72B3}"/>
                    </a:ext>
                  </a:extLst>
                </p14:cNvPr>
                <p14:cNvContentPartPr/>
                <p14:nvPr/>
              </p14:nvContentPartPr>
              <p14:xfrm>
                <a:off x="4289155" y="1658148"/>
                <a:ext cx="595440" cy="102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420447-4D3B-0894-63B2-B840E19A72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83035" y="1652028"/>
                  <a:ext cx="607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3A36775-79A0-98D6-3FFA-537926CDAC55}"/>
                    </a:ext>
                  </a:extLst>
                </p14:cNvPr>
                <p14:cNvContentPartPr/>
                <p14:nvPr/>
              </p14:nvContentPartPr>
              <p14:xfrm>
                <a:off x="3616675" y="1727268"/>
                <a:ext cx="36360" cy="12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3A36775-79A0-98D6-3FFA-537926CDAC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10555" y="1721148"/>
                  <a:ext cx="48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4BF461C-B98D-4894-192F-C102A18FABD2}"/>
                    </a:ext>
                  </a:extLst>
                </p14:cNvPr>
                <p14:cNvContentPartPr/>
                <p14:nvPr/>
              </p14:nvContentPartPr>
              <p14:xfrm>
                <a:off x="4743835" y="1970268"/>
                <a:ext cx="256680" cy="94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4BF461C-B98D-4894-192F-C102A18FABD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737715" y="1964148"/>
                  <a:ext cx="268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3BD60D0-2581-C882-F9FD-49EBCBAF23FD}"/>
                    </a:ext>
                  </a:extLst>
                </p14:cNvPr>
                <p14:cNvContentPartPr/>
                <p14:nvPr/>
              </p14:nvContentPartPr>
              <p14:xfrm>
                <a:off x="3775435" y="1752108"/>
                <a:ext cx="34560" cy="25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3BD60D0-2581-C882-F9FD-49EBCBAF23F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769315" y="1745988"/>
                  <a:ext cx="46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433AA51-9BA7-F46A-8DF3-9CE2D8EEEA2A}"/>
                    </a:ext>
                  </a:extLst>
                </p14:cNvPr>
                <p14:cNvContentPartPr/>
                <p14:nvPr/>
              </p14:nvContentPartPr>
              <p14:xfrm>
                <a:off x="3821875" y="1791708"/>
                <a:ext cx="23400" cy="15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433AA51-9BA7-F46A-8DF3-9CE2D8EEEA2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15755" y="1785588"/>
                  <a:ext cx="35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6CBF9E2-030C-597D-28DA-28547BCBCE08}"/>
                    </a:ext>
                  </a:extLst>
                </p14:cNvPr>
                <p14:cNvContentPartPr/>
                <p14:nvPr/>
              </p14:nvContentPartPr>
              <p14:xfrm>
                <a:off x="3709555" y="1640508"/>
                <a:ext cx="16200" cy="52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6CBF9E2-030C-597D-28DA-28547BCBCE0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03435" y="1634388"/>
                  <a:ext cx="28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B18F305-5169-A856-C2AA-A6B3F04BEDF2}"/>
                    </a:ext>
                  </a:extLst>
                </p14:cNvPr>
                <p14:cNvContentPartPr/>
                <p14:nvPr/>
              </p14:nvContentPartPr>
              <p14:xfrm>
                <a:off x="3896755" y="2705028"/>
                <a:ext cx="127800" cy="388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B18F305-5169-A856-C2AA-A6B3F04BED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890635" y="2698908"/>
                  <a:ext cx="1400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35C3DDB-950A-A63A-EFA1-6A35637035B8}"/>
                    </a:ext>
                  </a:extLst>
                </p14:cNvPr>
                <p14:cNvContentPartPr/>
                <p14:nvPr/>
              </p14:nvContentPartPr>
              <p14:xfrm>
                <a:off x="4264315" y="2836068"/>
                <a:ext cx="58320" cy="228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5C3DDB-950A-A63A-EFA1-6A35637035B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58195" y="2829948"/>
                  <a:ext cx="70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C47C75-9B38-1DA8-C9B6-4E129FB8D923}"/>
                    </a:ext>
                  </a:extLst>
                </p14:cNvPr>
                <p14:cNvContentPartPr/>
                <p14:nvPr/>
              </p14:nvContentPartPr>
              <p14:xfrm>
                <a:off x="4199875" y="2939388"/>
                <a:ext cx="249120" cy="110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C47C75-9B38-1DA8-C9B6-4E129FB8D92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93755" y="2933268"/>
                  <a:ext cx="261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1FB750-36C4-26D1-F694-73108193B71F}"/>
                    </a:ext>
                  </a:extLst>
                </p14:cNvPr>
                <p14:cNvContentPartPr/>
                <p14:nvPr/>
              </p14:nvContentPartPr>
              <p14:xfrm>
                <a:off x="4574995" y="2905188"/>
                <a:ext cx="298440" cy="178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1FB750-36C4-26D1-F694-73108193B71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68875" y="2899068"/>
                  <a:ext cx="310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65AAC44-AACA-782A-F22F-CDE6514A35AD}"/>
                    </a:ext>
                  </a:extLst>
                </p14:cNvPr>
                <p14:cNvContentPartPr/>
                <p14:nvPr/>
              </p14:nvContentPartPr>
              <p14:xfrm>
                <a:off x="4819075" y="2982948"/>
                <a:ext cx="186120" cy="19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65AAC44-AACA-782A-F22F-CDE6514A35A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12955" y="2976828"/>
                  <a:ext cx="198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B899E5-BC4A-4C9A-1CD7-4ED5A329133C}"/>
                    </a:ext>
                  </a:extLst>
                </p14:cNvPr>
                <p14:cNvContentPartPr/>
                <p14:nvPr/>
              </p14:nvContentPartPr>
              <p14:xfrm>
                <a:off x="5291755" y="3022908"/>
                <a:ext cx="157680" cy="13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B899E5-BC4A-4C9A-1CD7-4ED5A329133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85635" y="3016788"/>
                  <a:ext cx="169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DC11DA5-EE2D-182F-6B74-4B826053D581}"/>
                    </a:ext>
                  </a:extLst>
                </p14:cNvPr>
                <p14:cNvContentPartPr/>
                <p14:nvPr/>
              </p14:nvContentPartPr>
              <p14:xfrm>
                <a:off x="3203395" y="2366268"/>
                <a:ext cx="114840" cy="541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DC11DA5-EE2D-182F-6B74-4B826053D58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197275" y="2360148"/>
                  <a:ext cx="1270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9DC0384-72CE-9165-E407-BCC161802CAB}"/>
                    </a:ext>
                  </a:extLst>
                </p14:cNvPr>
                <p14:cNvContentPartPr/>
                <p14:nvPr/>
              </p14:nvContentPartPr>
              <p14:xfrm>
                <a:off x="3607315" y="2265468"/>
                <a:ext cx="49680" cy="93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9DC0384-72CE-9165-E407-BCC161802CA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01195" y="2259348"/>
                  <a:ext cx="61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00CD818-0172-A449-8B24-1B6564A1D77D}"/>
                    </a:ext>
                  </a:extLst>
                </p14:cNvPr>
                <p14:cNvContentPartPr/>
                <p14:nvPr/>
              </p14:nvContentPartPr>
              <p14:xfrm>
                <a:off x="3408235" y="2907708"/>
                <a:ext cx="110520" cy="137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00CD818-0172-A449-8B24-1B6564A1D77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402115" y="2901588"/>
                  <a:ext cx="122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77776D-9BF8-F83C-4A46-1F345B72C168}"/>
                    </a:ext>
                  </a:extLst>
                </p14:cNvPr>
                <p14:cNvContentPartPr/>
                <p14:nvPr/>
              </p14:nvContentPartPr>
              <p14:xfrm>
                <a:off x="3767515" y="2226228"/>
                <a:ext cx="234720" cy="442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77776D-9BF8-F83C-4A46-1F345B72C16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61395" y="2220108"/>
                  <a:ext cx="24696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D4851BB-4DBB-7CD3-9CE2-DA07B5A13BA1}"/>
                    </a:ext>
                  </a:extLst>
                </p14:cNvPr>
                <p14:cNvContentPartPr/>
                <p14:nvPr/>
              </p14:nvContentPartPr>
              <p14:xfrm>
                <a:off x="3063355" y="2956308"/>
                <a:ext cx="1038600" cy="108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D4851BB-4DBB-7CD3-9CE2-DA07B5A13BA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57235" y="2950188"/>
                  <a:ext cx="1050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426E8D-FA73-CCEB-A920-9F66FA4F4A00}"/>
                    </a:ext>
                  </a:extLst>
                </p14:cNvPr>
                <p14:cNvContentPartPr/>
                <p14:nvPr/>
              </p14:nvContentPartPr>
              <p14:xfrm>
                <a:off x="3338395" y="3072948"/>
                <a:ext cx="216360" cy="32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426E8D-FA73-CCEB-A920-9F66FA4F4A0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32275" y="3066828"/>
                  <a:ext cx="228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86CEA6C-34F1-2BC1-57DC-EEAB39F9D1F7}"/>
                    </a:ext>
                  </a:extLst>
                </p14:cNvPr>
                <p14:cNvContentPartPr/>
                <p14:nvPr/>
              </p14:nvContentPartPr>
              <p14:xfrm>
                <a:off x="3331195" y="2440428"/>
                <a:ext cx="24480" cy="56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86CEA6C-34F1-2BC1-57DC-EEAB39F9D1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25075" y="2434308"/>
                  <a:ext cx="36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F7A6591-D534-2C60-9C1E-5CB3FA18FD8F}"/>
                    </a:ext>
                  </a:extLst>
                </p14:cNvPr>
                <p14:cNvContentPartPr/>
                <p14:nvPr/>
              </p14:nvContentPartPr>
              <p14:xfrm>
                <a:off x="3059755" y="3189948"/>
                <a:ext cx="714960" cy="165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F7A6591-D534-2C60-9C1E-5CB3FA18FD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53635" y="3183828"/>
                  <a:ext cx="7272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1A01078-CD28-B0AA-A7F7-81FD5363CBBB}"/>
                    </a:ext>
                  </a:extLst>
                </p14:cNvPr>
                <p14:cNvContentPartPr/>
                <p14:nvPr/>
              </p14:nvContentPartPr>
              <p14:xfrm>
                <a:off x="3288715" y="3207588"/>
                <a:ext cx="300600" cy="96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1A01078-CD28-B0AA-A7F7-81FD5363CBB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82595" y="3201468"/>
                  <a:ext cx="312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9292E2C-98A2-9244-3C05-E12230238F5A}"/>
                    </a:ext>
                  </a:extLst>
                </p14:cNvPr>
                <p14:cNvContentPartPr/>
                <p14:nvPr/>
              </p14:nvContentPartPr>
              <p14:xfrm>
                <a:off x="3023395" y="3265908"/>
                <a:ext cx="99360" cy="64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9292E2C-98A2-9244-3C05-E12230238F5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017275" y="3259788"/>
                  <a:ext cx="111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10FBE2-374F-B06B-8241-4DE292A34153}"/>
                    </a:ext>
                  </a:extLst>
                </p14:cNvPr>
                <p14:cNvContentPartPr/>
                <p14:nvPr/>
              </p14:nvContentPartPr>
              <p14:xfrm>
                <a:off x="4070275" y="2469588"/>
                <a:ext cx="573120" cy="102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10FBE2-374F-B06B-8241-4DE292A3415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64155" y="2463468"/>
                  <a:ext cx="585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4847948-E434-2D3E-2AC4-039B32230BD8}"/>
                    </a:ext>
                  </a:extLst>
                </p14:cNvPr>
                <p14:cNvContentPartPr/>
                <p14:nvPr/>
              </p14:nvContentPartPr>
              <p14:xfrm>
                <a:off x="3511915" y="2274108"/>
                <a:ext cx="5040" cy="16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4847948-E434-2D3E-2AC4-039B32230BD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05795" y="2267988"/>
                  <a:ext cx="1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6F32DEF-08A5-9997-DF49-F111A089141C}"/>
                    </a:ext>
                  </a:extLst>
                </p14:cNvPr>
                <p14:cNvContentPartPr/>
                <p14:nvPr/>
              </p14:nvContentPartPr>
              <p14:xfrm>
                <a:off x="3798475" y="1752108"/>
                <a:ext cx="164520" cy="20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6F32DEF-08A5-9997-DF49-F111A089141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92355" y="1745988"/>
                  <a:ext cx="176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3FCB4D2-1B05-5153-1CD6-09DEF8C56F89}"/>
                    </a:ext>
                  </a:extLst>
                </p14:cNvPr>
                <p14:cNvContentPartPr/>
                <p14:nvPr/>
              </p14:nvContentPartPr>
              <p14:xfrm>
                <a:off x="3772915" y="2023908"/>
                <a:ext cx="236160" cy="70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3FCB4D2-1B05-5153-1CD6-09DEF8C56F8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766795" y="2017788"/>
                  <a:ext cx="248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6BDBFF9-DE7E-EABE-34CD-575609CE99A0}"/>
                    </a:ext>
                  </a:extLst>
                </p14:cNvPr>
                <p14:cNvContentPartPr/>
                <p14:nvPr/>
              </p14:nvContentPartPr>
              <p14:xfrm>
                <a:off x="5558155" y="4757388"/>
                <a:ext cx="290880" cy="867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6BDBFF9-DE7E-EABE-34CD-575609CE99A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52035" y="4751268"/>
                  <a:ext cx="30312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A66CBA1-CF5E-E3BE-BBAF-D9ED4A32E9C9}"/>
                    </a:ext>
                  </a:extLst>
                </p14:cNvPr>
                <p14:cNvContentPartPr/>
                <p14:nvPr/>
              </p14:nvContentPartPr>
              <p14:xfrm>
                <a:off x="6198595" y="4672068"/>
                <a:ext cx="32760" cy="103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A66CBA1-CF5E-E3BE-BBAF-D9ED4A32E9C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192475" y="4665948"/>
                  <a:ext cx="45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1517CAE-4B94-437E-47A3-B6D94E612130}"/>
                    </a:ext>
                  </a:extLst>
                </p14:cNvPr>
                <p14:cNvContentPartPr/>
                <p14:nvPr/>
              </p14:nvContentPartPr>
              <p14:xfrm>
                <a:off x="5946235" y="5517708"/>
                <a:ext cx="185040" cy="165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1517CAE-4B94-437E-47A3-B6D94E61213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40115" y="5511588"/>
                  <a:ext cx="197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0596CA9-D896-585F-E363-92638C5076B8}"/>
                    </a:ext>
                  </a:extLst>
                </p14:cNvPr>
                <p14:cNvContentPartPr/>
                <p14:nvPr/>
              </p14:nvContentPartPr>
              <p14:xfrm>
                <a:off x="6561475" y="4618788"/>
                <a:ext cx="863280" cy="1070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0596CA9-D896-585F-E363-92638C5076B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555355" y="4612668"/>
                  <a:ext cx="875520" cy="10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2AB4993-CCD9-7A3A-24B1-F3D149A47EE4}"/>
                    </a:ext>
                  </a:extLst>
                </p14:cNvPr>
                <p14:cNvContentPartPr/>
                <p14:nvPr/>
              </p14:nvContentPartPr>
              <p14:xfrm>
                <a:off x="5516035" y="3919668"/>
                <a:ext cx="2746440" cy="2274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2AB4993-CCD9-7A3A-24B1-F3D149A47EE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509915" y="3913548"/>
                  <a:ext cx="2758680" cy="22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30FD923-6C95-4898-D9B7-F02D64092EA8}"/>
                    </a:ext>
                  </a:extLst>
                </p14:cNvPr>
                <p14:cNvContentPartPr/>
                <p14:nvPr/>
              </p14:nvContentPartPr>
              <p14:xfrm>
                <a:off x="5796835" y="4973028"/>
                <a:ext cx="159480" cy="726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30FD923-6C95-4898-D9B7-F02D64092EA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790715" y="4966908"/>
                  <a:ext cx="17172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13CDA31-7569-A165-28EE-F7BC85417274}"/>
                    </a:ext>
                  </a:extLst>
                </p14:cNvPr>
                <p14:cNvContentPartPr/>
                <p14:nvPr/>
              </p14:nvContentPartPr>
              <p14:xfrm>
                <a:off x="4024555" y="2414805"/>
                <a:ext cx="34200" cy="3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13CDA31-7569-A165-28EE-F7BC8541727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018435" y="2408685"/>
                  <a:ext cx="464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3C0C8EB-B299-F3D0-B075-76108343105F}"/>
                    </a:ext>
                  </a:extLst>
                </p14:cNvPr>
                <p14:cNvContentPartPr/>
                <p14:nvPr/>
              </p14:nvContentPartPr>
              <p14:xfrm>
                <a:off x="1795795" y="5307468"/>
                <a:ext cx="671040" cy="573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3C0C8EB-B299-F3D0-B075-76108343105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89675" y="5301348"/>
                  <a:ext cx="68328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345724F-344A-BC7C-87D4-9ACC3CD3507A}"/>
                    </a:ext>
                  </a:extLst>
                </p14:cNvPr>
                <p14:cNvContentPartPr/>
                <p14:nvPr/>
              </p14:nvContentPartPr>
              <p14:xfrm>
                <a:off x="2083795" y="5988948"/>
                <a:ext cx="262080" cy="451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345724F-344A-BC7C-87D4-9ACC3CD3507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77675" y="5982828"/>
                  <a:ext cx="2743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27D6C7B-3B55-AA9E-B16B-38FC22252C8F}"/>
                    </a:ext>
                  </a:extLst>
                </p14:cNvPr>
                <p14:cNvContentPartPr/>
                <p14:nvPr/>
              </p14:nvContentPartPr>
              <p14:xfrm>
                <a:off x="2388355" y="6683388"/>
                <a:ext cx="20160" cy="176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27D6C7B-3B55-AA9E-B16B-38FC22252C8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82235" y="6677268"/>
                  <a:ext cx="32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E88BE01-CDC6-D75E-AE0F-20EDADB647E9}"/>
                    </a:ext>
                  </a:extLst>
                </p14:cNvPr>
                <p14:cNvContentPartPr/>
                <p14:nvPr/>
              </p14:nvContentPartPr>
              <p14:xfrm>
                <a:off x="2695435" y="6519165"/>
                <a:ext cx="286200" cy="272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E88BE01-CDC6-D75E-AE0F-20EDADB647E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89315" y="6513045"/>
                  <a:ext cx="298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D17718C-1FB2-576B-0D1C-F4A9A5AF8647}"/>
                    </a:ext>
                  </a:extLst>
                </p14:cNvPr>
                <p14:cNvContentPartPr/>
                <p14:nvPr/>
              </p14:nvContentPartPr>
              <p14:xfrm>
                <a:off x="3095755" y="4628085"/>
                <a:ext cx="424800" cy="695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D17718C-1FB2-576B-0D1C-F4A9A5AF86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089635" y="4621965"/>
                  <a:ext cx="43704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7DE589B-E811-E9F3-B2EC-8573EC0081CC}"/>
                    </a:ext>
                  </a:extLst>
                </p14:cNvPr>
                <p14:cNvContentPartPr/>
                <p14:nvPr/>
              </p14:nvContentPartPr>
              <p14:xfrm>
                <a:off x="3237595" y="5826525"/>
                <a:ext cx="139680" cy="425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7DE589B-E811-E9F3-B2EC-8573EC0081C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31475" y="5820405"/>
                  <a:ext cx="1519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97E2A82-8E91-F0D4-9B2B-B454A4E1A762}"/>
                    </a:ext>
                  </a:extLst>
                </p14:cNvPr>
                <p14:cNvContentPartPr/>
                <p14:nvPr/>
              </p14:nvContentPartPr>
              <p14:xfrm>
                <a:off x="3221395" y="6004725"/>
                <a:ext cx="356040" cy="45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97E2A82-8E91-F0D4-9B2B-B454A4E1A76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215275" y="5998605"/>
                  <a:ext cx="368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EFCD0F5-CE7D-A417-67F6-01E9CE4A2096}"/>
                    </a:ext>
                  </a:extLst>
                </p14:cNvPr>
                <p14:cNvContentPartPr/>
                <p14:nvPr/>
              </p14:nvContentPartPr>
              <p14:xfrm>
                <a:off x="3457555" y="6204165"/>
                <a:ext cx="80280" cy="436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EFCD0F5-CE7D-A417-67F6-01E9CE4A209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451435" y="6198045"/>
                  <a:ext cx="925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2379C70-6A7B-245E-CB0E-CF25320CC70B}"/>
                    </a:ext>
                  </a:extLst>
                </p14:cNvPr>
                <p14:cNvContentPartPr/>
                <p14:nvPr/>
              </p14:nvContentPartPr>
              <p14:xfrm>
                <a:off x="3750595" y="6376965"/>
                <a:ext cx="63000" cy="263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2379C70-6A7B-245E-CB0E-CF25320CC70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44475" y="6370845"/>
                  <a:ext cx="75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79EAC05-1AC8-5DF7-459A-6DE599D69B6C}"/>
                    </a:ext>
                  </a:extLst>
                </p14:cNvPr>
                <p14:cNvContentPartPr/>
                <p14:nvPr/>
              </p14:nvContentPartPr>
              <p14:xfrm>
                <a:off x="4096555" y="4670205"/>
                <a:ext cx="425520" cy="570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79EAC05-1AC8-5DF7-459A-6DE599D69B6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090435" y="4664085"/>
                  <a:ext cx="43776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F7E3AB0-7AAB-9AD5-B63D-5B025910A954}"/>
                    </a:ext>
                  </a:extLst>
                </p14:cNvPr>
                <p14:cNvContentPartPr/>
                <p14:nvPr/>
              </p14:nvContentPartPr>
              <p14:xfrm>
                <a:off x="4187995" y="5266005"/>
                <a:ext cx="349200" cy="597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F7E3AB0-7AAB-9AD5-B63D-5B025910A95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181875" y="5259885"/>
                  <a:ext cx="36144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06ABE97-68CA-5175-AE77-DD403574403E}"/>
                    </a:ext>
                  </a:extLst>
                </p14:cNvPr>
                <p14:cNvContentPartPr/>
                <p14:nvPr/>
              </p14:nvContentPartPr>
              <p14:xfrm>
                <a:off x="4288435" y="6063045"/>
                <a:ext cx="66600" cy="380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06ABE97-68CA-5175-AE77-DD403574403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82315" y="6056925"/>
                  <a:ext cx="788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A2BFBD0-EBB6-DDBD-5F91-F28E027C4508}"/>
                    </a:ext>
                  </a:extLst>
                </p14:cNvPr>
                <p14:cNvContentPartPr/>
                <p14:nvPr/>
              </p14:nvContentPartPr>
              <p14:xfrm>
                <a:off x="4668235" y="6034965"/>
                <a:ext cx="354960" cy="410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A2BFBD0-EBB6-DDBD-5F91-F28E027C450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62115" y="6028845"/>
                  <a:ext cx="3672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073A1FA-6840-3564-9F7E-8400688B5A11}"/>
                    </a:ext>
                  </a:extLst>
                </p14:cNvPr>
                <p14:cNvContentPartPr/>
                <p14:nvPr/>
              </p14:nvContentPartPr>
              <p14:xfrm>
                <a:off x="4140115" y="4467885"/>
                <a:ext cx="17280" cy="13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073A1FA-6840-3564-9F7E-8400688B5A1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133995" y="4461765"/>
                  <a:ext cx="29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8C551CD-A510-1893-C82D-D0C4A3B56D2F}"/>
                    </a:ext>
                  </a:extLst>
                </p14:cNvPr>
                <p14:cNvContentPartPr/>
                <p14:nvPr/>
              </p14:nvContentPartPr>
              <p14:xfrm>
                <a:off x="3655915" y="4582005"/>
                <a:ext cx="225360" cy="1772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8C551CD-A510-1893-C82D-D0C4A3B56D2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49795" y="4575885"/>
                  <a:ext cx="237600" cy="17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B5190F1-6A31-E92A-0E48-F5A3218B3CF6}"/>
                    </a:ext>
                  </a:extLst>
                </p14:cNvPr>
                <p14:cNvContentPartPr/>
                <p14:nvPr/>
              </p14:nvContentPartPr>
              <p14:xfrm>
                <a:off x="3989275" y="4293285"/>
                <a:ext cx="1136160" cy="2412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B5190F1-6A31-E92A-0E48-F5A3218B3CF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83155" y="4287165"/>
                  <a:ext cx="1148400" cy="24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E2B7779-9272-2052-B832-C75C09FF9C42}"/>
                    </a:ext>
                  </a:extLst>
                </p14:cNvPr>
                <p14:cNvContentPartPr/>
                <p14:nvPr/>
              </p14:nvContentPartPr>
              <p14:xfrm>
                <a:off x="3797755" y="5468325"/>
                <a:ext cx="1233720" cy="13284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E2B7779-9272-2052-B832-C75C09FF9C4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91635" y="5462205"/>
                  <a:ext cx="1245960" cy="13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F88E72-11BA-701E-8E67-5032964E8EF1}"/>
                    </a:ext>
                  </a:extLst>
                </p14:cNvPr>
                <p14:cNvContentPartPr/>
                <p14:nvPr/>
              </p14:nvContentPartPr>
              <p14:xfrm>
                <a:off x="1521115" y="5229645"/>
                <a:ext cx="81000" cy="1544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F88E72-11BA-701E-8E67-5032964E8EF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514995" y="5223525"/>
                  <a:ext cx="93240" cy="15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3AD398D-2A1B-7CCB-4F91-990999A69BAF}"/>
                    </a:ext>
                  </a:extLst>
                </p14:cNvPr>
                <p14:cNvContentPartPr/>
                <p14:nvPr/>
              </p14:nvContentPartPr>
              <p14:xfrm>
                <a:off x="1506355" y="4360605"/>
                <a:ext cx="1783080" cy="1349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3AD398D-2A1B-7CCB-4F91-990999A69BA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500235" y="4354485"/>
                  <a:ext cx="1795320" cy="13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0DD9567-C3C3-5528-AB0A-9E8EE9DF80CC}"/>
                    </a:ext>
                  </a:extLst>
                </p14:cNvPr>
                <p14:cNvContentPartPr/>
                <p14:nvPr/>
              </p14:nvContentPartPr>
              <p14:xfrm>
                <a:off x="1639195" y="5493525"/>
                <a:ext cx="2090520" cy="1652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0DD9567-C3C3-5528-AB0A-9E8EE9DF80C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633075" y="5487405"/>
                  <a:ext cx="2102760" cy="16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47724AA-F5FE-3FD8-B868-8EADBD3F88F2}"/>
                    </a:ext>
                  </a:extLst>
                </p14:cNvPr>
                <p14:cNvContentPartPr/>
                <p14:nvPr/>
              </p14:nvContentPartPr>
              <p14:xfrm>
                <a:off x="1886515" y="6139365"/>
                <a:ext cx="191520" cy="1074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47724AA-F5FE-3FD8-B868-8EADBD3F88F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880395" y="6133245"/>
                  <a:ext cx="203760" cy="108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5084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69A1DC-0C7F-363B-008C-17D9D1FF35F7}"/>
              </a:ext>
            </a:extLst>
          </p:cNvPr>
          <p:cNvGrpSpPr/>
          <p:nvPr/>
        </p:nvGrpSpPr>
        <p:grpSpPr>
          <a:xfrm>
            <a:off x="1370275" y="510468"/>
            <a:ext cx="9539640" cy="1579680"/>
            <a:chOff x="1370275" y="510468"/>
            <a:chExt cx="9539640" cy="157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A9B233-91FA-FF28-EA19-673AF8059844}"/>
                    </a:ext>
                  </a:extLst>
                </p14:cNvPr>
                <p14:cNvContentPartPr/>
                <p14:nvPr/>
              </p14:nvContentPartPr>
              <p14:xfrm>
                <a:off x="1370275" y="510468"/>
                <a:ext cx="83520" cy="1425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A9B233-91FA-FF28-EA19-673AF805984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64155" y="504348"/>
                  <a:ext cx="95760" cy="14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8ECED9B-77D5-E1FE-06D1-A9C1B456CB75}"/>
                    </a:ext>
                  </a:extLst>
                </p14:cNvPr>
                <p14:cNvContentPartPr/>
                <p14:nvPr/>
              </p14:nvContentPartPr>
              <p14:xfrm>
                <a:off x="1878955" y="585348"/>
                <a:ext cx="661320" cy="1141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8ECED9B-77D5-E1FE-06D1-A9C1B456CB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72835" y="579228"/>
                  <a:ext cx="673560" cy="11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7D198F0-2A74-18D7-A091-94C013E13033}"/>
                    </a:ext>
                  </a:extLst>
                </p14:cNvPr>
                <p14:cNvContentPartPr/>
                <p14:nvPr/>
              </p14:nvContentPartPr>
              <p14:xfrm>
                <a:off x="3231475" y="1269708"/>
                <a:ext cx="992160" cy="66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7D198F0-2A74-18D7-A091-94C013E130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25355" y="1263588"/>
                  <a:ext cx="10044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90525B-D99E-3850-D21A-AADC32628437}"/>
                    </a:ext>
                  </a:extLst>
                </p14:cNvPr>
                <p14:cNvContentPartPr/>
                <p14:nvPr/>
              </p14:nvContentPartPr>
              <p14:xfrm>
                <a:off x="3957955" y="737628"/>
                <a:ext cx="641880" cy="1352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90525B-D99E-3850-D21A-AADC326284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51835" y="731508"/>
                  <a:ext cx="654120" cy="13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5179F5D-1E17-F30E-6227-D5841FB05A6E}"/>
                    </a:ext>
                  </a:extLst>
                </p14:cNvPr>
                <p14:cNvContentPartPr/>
                <p14:nvPr/>
              </p14:nvContentPartPr>
              <p14:xfrm>
                <a:off x="5566435" y="644388"/>
                <a:ext cx="3340440" cy="948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5179F5D-1E17-F30E-6227-D5841FB05A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60315" y="638268"/>
                  <a:ext cx="335268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BC042E9-977A-3CFF-9E37-65F40D1DD1A4}"/>
                    </a:ext>
                  </a:extLst>
                </p14:cNvPr>
                <p14:cNvContentPartPr/>
                <p14:nvPr/>
              </p14:nvContentPartPr>
              <p14:xfrm>
                <a:off x="9400435" y="684348"/>
                <a:ext cx="406080" cy="867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C042E9-977A-3CFF-9E37-65F40D1DD1A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94315" y="678228"/>
                  <a:ext cx="41832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A582DBE-B068-5405-5D5A-9B611E30B160}"/>
                    </a:ext>
                  </a:extLst>
                </p14:cNvPr>
                <p14:cNvContentPartPr/>
                <p14:nvPr/>
              </p14:nvContentPartPr>
              <p14:xfrm>
                <a:off x="10048075" y="749508"/>
                <a:ext cx="396360" cy="799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A582DBE-B068-5405-5D5A-9B611E30B1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41955" y="743388"/>
                  <a:ext cx="40860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3C3AB3-5BC2-C41B-14FD-5B99BA7EEC74}"/>
                    </a:ext>
                  </a:extLst>
                </p14:cNvPr>
                <p14:cNvContentPartPr/>
                <p14:nvPr/>
              </p14:nvContentPartPr>
              <p14:xfrm>
                <a:off x="10850515" y="1315788"/>
                <a:ext cx="59400" cy="72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3C3AB3-5BC2-C41B-14FD-5B99BA7EEC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44395" y="1309668"/>
                  <a:ext cx="7164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A6C4F7A-22F6-BAB6-8B25-EECDF41EB9F6}"/>
                  </a:ext>
                </a:extLst>
              </p14:cNvPr>
              <p14:cNvContentPartPr/>
              <p14:nvPr/>
            </p14:nvContentPartPr>
            <p14:xfrm>
              <a:off x="1320235" y="2946588"/>
              <a:ext cx="1004400" cy="1192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A6C4F7A-22F6-BAB6-8B25-EECDF41EB9F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14115" y="2940468"/>
                <a:ext cx="1016640" cy="12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5C5A78-1949-E1F3-5B6C-DBD8C968EC9E}"/>
                  </a:ext>
                </a:extLst>
              </p14:cNvPr>
              <p14:cNvContentPartPr/>
              <p14:nvPr/>
            </p14:nvContentPartPr>
            <p14:xfrm>
              <a:off x="2386555" y="2931108"/>
              <a:ext cx="801360" cy="1033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5C5A78-1949-E1F3-5B6C-DBD8C968EC9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80435" y="2924988"/>
                <a:ext cx="813600" cy="10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3CE4F543-26B3-427F-15C7-4E3C91832EAB}"/>
              </a:ext>
            </a:extLst>
          </p:cNvPr>
          <p:cNvGrpSpPr/>
          <p:nvPr/>
        </p:nvGrpSpPr>
        <p:grpSpPr>
          <a:xfrm>
            <a:off x="1181275" y="4551828"/>
            <a:ext cx="1861200" cy="1135080"/>
            <a:chOff x="1181275" y="4551828"/>
            <a:chExt cx="1861200" cy="11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17FF69-2816-0C42-2E44-5BDF21708684}"/>
                    </a:ext>
                  </a:extLst>
                </p14:cNvPr>
                <p14:cNvContentPartPr/>
                <p14:nvPr/>
              </p14:nvContentPartPr>
              <p14:xfrm>
                <a:off x="2098555" y="5213868"/>
                <a:ext cx="116280" cy="15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17FF69-2816-0C42-2E44-5BDF217086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92435" y="5207748"/>
                  <a:ext cx="128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C1F971-7C4B-3396-6944-B5216F50BB15}"/>
                    </a:ext>
                  </a:extLst>
                </p14:cNvPr>
                <p14:cNvContentPartPr/>
                <p14:nvPr/>
              </p14:nvContentPartPr>
              <p14:xfrm>
                <a:off x="1181275" y="4830108"/>
                <a:ext cx="954720" cy="856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C1F971-7C4B-3396-6944-B5216F50BB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75155" y="4823988"/>
                  <a:ext cx="96696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E9E886D-4DDD-25FE-7624-0CC71CB222BD}"/>
                    </a:ext>
                  </a:extLst>
                </p14:cNvPr>
                <p14:cNvContentPartPr/>
                <p14:nvPr/>
              </p14:nvContentPartPr>
              <p14:xfrm>
                <a:off x="2388715" y="4551828"/>
                <a:ext cx="653760" cy="1024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E9E886D-4DDD-25FE-7624-0CC71CB222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82595" y="4545708"/>
                  <a:ext cx="666000" cy="10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A41A612-9479-457E-1BAB-8887FA8BCC6B}"/>
              </a:ext>
            </a:extLst>
          </p:cNvPr>
          <p:cNvGrpSpPr/>
          <p:nvPr/>
        </p:nvGrpSpPr>
        <p:grpSpPr>
          <a:xfrm>
            <a:off x="1586995" y="6059508"/>
            <a:ext cx="1482840" cy="693720"/>
            <a:chOff x="1586995" y="6059508"/>
            <a:chExt cx="1482840" cy="69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AC0FABA-9D3E-3644-1254-E3355B4F7B8D}"/>
                    </a:ext>
                  </a:extLst>
                </p14:cNvPr>
                <p14:cNvContentPartPr/>
                <p14:nvPr/>
              </p14:nvContentPartPr>
              <p14:xfrm>
                <a:off x="1586995" y="6144828"/>
                <a:ext cx="799560" cy="608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AC0FABA-9D3E-3644-1254-E3355B4F7B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80875" y="6138708"/>
                  <a:ext cx="81180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706E7E-4E19-8563-B3A4-CAF6E5EB822E}"/>
                    </a:ext>
                  </a:extLst>
                </p14:cNvPr>
                <p14:cNvContentPartPr/>
                <p14:nvPr/>
              </p14:nvContentPartPr>
              <p14:xfrm>
                <a:off x="2661235" y="6059508"/>
                <a:ext cx="408600" cy="591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706E7E-4E19-8563-B3A4-CAF6E5EB82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55115" y="6053388"/>
                  <a:ext cx="420840" cy="60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9D27A52-8CFC-6F35-F1E0-2A2D5BE62AD1}"/>
              </a:ext>
            </a:extLst>
          </p:cNvPr>
          <p:cNvGrpSpPr/>
          <p:nvPr/>
        </p:nvGrpSpPr>
        <p:grpSpPr>
          <a:xfrm>
            <a:off x="4198075" y="2043708"/>
            <a:ext cx="7470000" cy="4749840"/>
            <a:chOff x="4198075" y="2043708"/>
            <a:chExt cx="7470000" cy="47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287C8C-F7C5-BE69-8D97-CBE21E592434}"/>
                    </a:ext>
                  </a:extLst>
                </p14:cNvPr>
                <p14:cNvContentPartPr/>
                <p14:nvPr/>
              </p14:nvContentPartPr>
              <p14:xfrm>
                <a:off x="4198795" y="3155388"/>
                <a:ext cx="670320" cy="9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287C8C-F7C5-BE69-8D97-CBE21E5924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92675" y="3149268"/>
                  <a:ext cx="682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8ABB69-4D19-5DC2-98CA-FC73ADA60FE3}"/>
                    </a:ext>
                  </a:extLst>
                </p14:cNvPr>
                <p14:cNvContentPartPr/>
                <p14:nvPr/>
              </p14:nvContentPartPr>
              <p14:xfrm>
                <a:off x="4793515" y="2677668"/>
                <a:ext cx="428040" cy="909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8ABB69-4D19-5DC2-98CA-FC73ADA60F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87395" y="2671548"/>
                  <a:ext cx="44028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F776E6-A2A8-8582-5E93-3B924439AFF7}"/>
                    </a:ext>
                  </a:extLst>
                </p14:cNvPr>
                <p14:cNvContentPartPr/>
                <p14:nvPr/>
              </p14:nvContentPartPr>
              <p14:xfrm>
                <a:off x="5832475" y="2520708"/>
                <a:ext cx="2329920" cy="758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F776E6-A2A8-8582-5E93-3B924439AFF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26355" y="2514588"/>
                  <a:ext cx="234216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45358D1-5578-7042-9344-47B265E253EC}"/>
                    </a:ext>
                  </a:extLst>
                </p14:cNvPr>
                <p14:cNvContentPartPr/>
                <p14:nvPr/>
              </p14:nvContentPartPr>
              <p14:xfrm>
                <a:off x="7948195" y="2936148"/>
                <a:ext cx="260640" cy="105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45358D1-5578-7042-9344-47B265E253E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42075" y="2930028"/>
                  <a:ext cx="272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10B19A-7866-A325-AD05-2B07003C7727}"/>
                    </a:ext>
                  </a:extLst>
                </p14:cNvPr>
                <p14:cNvContentPartPr/>
                <p14:nvPr/>
              </p14:nvContentPartPr>
              <p14:xfrm>
                <a:off x="8632915" y="2876748"/>
                <a:ext cx="1102320" cy="66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10B19A-7866-A325-AD05-2B07003C77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26795" y="2870628"/>
                  <a:ext cx="11145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289131-45A3-8F59-5EC5-9079F0C439A5}"/>
                    </a:ext>
                  </a:extLst>
                </p14:cNvPr>
                <p14:cNvContentPartPr/>
                <p14:nvPr/>
              </p14:nvContentPartPr>
              <p14:xfrm>
                <a:off x="9971395" y="2187708"/>
                <a:ext cx="609120" cy="83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289131-45A3-8F59-5EC5-9079F0C439A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65275" y="2181588"/>
                  <a:ext cx="62136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E4B5DE5-F02F-7775-DE02-4B4947CE9AB2}"/>
                    </a:ext>
                  </a:extLst>
                </p14:cNvPr>
                <p14:cNvContentPartPr/>
                <p14:nvPr/>
              </p14:nvContentPartPr>
              <p14:xfrm>
                <a:off x="11065075" y="2492268"/>
                <a:ext cx="100440" cy="19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E4B5DE5-F02F-7775-DE02-4B4947CE9A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058955" y="2486148"/>
                  <a:ext cx="11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4466147-D9C6-DD33-08A4-57AF13079635}"/>
                    </a:ext>
                  </a:extLst>
                </p14:cNvPr>
                <p14:cNvContentPartPr/>
                <p14:nvPr/>
              </p14:nvContentPartPr>
              <p14:xfrm>
                <a:off x="9795715" y="2239908"/>
                <a:ext cx="554760" cy="1247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4466147-D9C6-DD33-08A4-57AF130796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89595" y="2233788"/>
                  <a:ext cx="567000" cy="12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16F9C9B-678D-36C0-6BEF-F0266B948328}"/>
                    </a:ext>
                  </a:extLst>
                </p14:cNvPr>
                <p14:cNvContentPartPr/>
                <p14:nvPr/>
              </p14:nvContentPartPr>
              <p14:xfrm>
                <a:off x="9733795" y="2163228"/>
                <a:ext cx="785160" cy="468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16F9C9B-678D-36C0-6BEF-F0266B9483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27675" y="2157108"/>
                  <a:ext cx="7974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73354A-43F9-F378-E43A-F08C02992B60}"/>
                    </a:ext>
                  </a:extLst>
                </p14:cNvPr>
                <p14:cNvContentPartPr/>
                <p14:nvPr/>
              </p14:nvContentPartPr>
              <p14:xfrm>
                <a:off x="9495115" y="3143508"/>
                <a:ext cx="957600" cy="32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73354A-43F9-F378-E43A-F08C02992B6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88995" y="3137388"/>
                  <a:ext cx="969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FEA286-7CE5-0398-A507-DBD08D054C49}"/>
                    </a:ext>
                  </a:extLst>
                </p14:cNvPr>
                <p14:cNvContentPartPr/>
                <p14:nvPr/>
              </p14:nvContentPartPr>
              <p14:xfrm>
                <a:off x="10509595" y="2043708"/>
                <a:ext cx="859320" cy="1080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FEA286-7CE5-0398-A507-DBD08D054C4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03475" y="2037588"/>
                  <a:ext cx="871560" cy="10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B1E54A-5FD7-68C7-906C-06D08E236F35}"/>
                    </a:ext>
                  </a:extLst>
                </p14:cNvPr>
                <p14:cNvContentPartPr/>
                <p14:nvPr/>
              </p14:nvContentPartPr>
              <p14:xfrm>
                <a:off x="11666635" y="2932908"/>
                <a:ext cx="1440" cy="89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B1E54A-5FD7-68C7-906C-06D08E236F3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660515" y="2926788"/>
                  <a:ext cx="136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21AE3A5-E14A-C250-DBCA-E4A3670F0DE8}"/>
                    </a:ext>
                  </a:extLst>
                </p14:cNvPr>
                <p14:cNvContentPartPr/>
                <p14:nvPr/>
              </p14:nvContentPartPr>
              <p14:xfrm>
                <a:off x="4329835" y="4891668"/>
                <a:ext cx="1554480" cy="99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21AE3A5-E14A-C250-DBCA-E4A3670F0DE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23715" y="4885548"/>
                  <a:ext cx="1566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9B54A52-0B65-5A86-B107-0E6D2F444DFB}"/>
                    </a:ext>
                  </a:extLst>
                </p14:cNvPr>
                <p14:cNvContentPartPr/>
                <p14:nvPr/>
              </p14:nvContentPartPr>
              <p14:xfrm>
                <a:off x="5190235" y="4421148"/>
                <a:ext cx="481680" cy="1207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9B54A52-0B65-5A86-B107-0E6D2F444DF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84115" y="4415028"/>
                  <a:ext cx="493920" cy="12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B8395B4-F9E5-13AB-A4D1-F0D6FBA8587A}"/>
                    </a:ext>
                  </a:extLst>
                </p14:cNvPr>
                <p14:cNvContentPartPr/>
                <p14:nvPr/>
              </p14:nvContentPartPr>
              <p14:xfrm>
                <a:off x="6286435" y="4154388"/>
                <a:ext cx="2023560" cy="893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B8395B4-F9E5-13AB-A4D1-F0D6FBA8587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80315" y="4148268"/>
                  <a:ext cx="2035800" cy="90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281EF1B-FBAA-03D1-E943-C9B385ECAEAD}"/>
                    </a:ext>
                  </a:extLst>
                </p14:cNvPr>
                <p14:cNvContentPartPr/>
                <p14:nvPr/>
              </p14:nvContentPartPr>
              <p14:xfrm>
                <a:off x="8915155" y="4640028"/>
                <a:ext cx="440640" cy="32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281EF1B-FBAA-03D1-E943-C9B385ECAE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09035" y="4633908"/>
                  <a:ext cx="452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2078F3-1190-8B66-1AD7-B6FD5EDAA449}"/>
                    </a:ext>
                  </a:extLst>
                </p14:cNvPr>
                <p14:cNvContentPartPr/>
                <p14:nvPr/>
              </p14:nvContentPartPr>
              <p14:xfrm>
                <a:off x="9590155" y="4058268"/>
                <a:ext cx="473760" cy="904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A2078F3-1190-8B66-1AD7-B6FD5EDAA4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84035" y="4052148"/>
                  <a:ext cx="486000" cy="9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E429A2-AA47-7D85-ACC0-A36D77126DBA}"/>
                    </a:ext>
                  </a:extLst>
                </p14:cNvPr>
                <p14:cNvContentPartPr/>
                <p14:nvPr/>
              </p14:nvContentPartPr>
              <p14:xfrm>
                <a:off x="10487635" y="4273908"/>
                <a:ext cx="166680" cy="592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E429A2-AA47-7D85-ACC0-A36D77126DB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81515" y="4267788"/>
                  <a:ext cx="17892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23ADADE-FBE4-7354-3117-A4CDDE53F6A0}"/>
                    </a:ext>
                  </a:extLst>
                </p14:cNvPr>
                <p14:cNvContentPartPr/>
                <p14:nvPr/>
              </p14:nvContentPartPr>
              <p14:xfrm>
                <a:off x="10215115" y="4071228"/>
                <a:ext cx="536040" cy="947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23ADADE-FBE4-7354-3117-A4CDDE53F6A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08995" y="4065108"/>
                  <a:ext cx="548280" cy="9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32A7B4-C96F-2362-0B77-B584906DA0E1}"/>
                    </a:ext>
                  </a:extLst>
                </p14:cNvPr>
                <p14:cNvContentPartPr/>
                <p14:nvPr/>
              </p14:nvContentPartPr>
              <p14:xfrm>
                <a:off x="9156355" y="3434388"/>
                <a:ext cx="2291400" cy="2421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32A7B4-C96F-2362-0B77-B584906DA0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50235" y="3428268"/>
                  <a:ext cx="2303640" cy="24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777EFB9-17A2-8A2B-F54D-4722341A6E89}"/>
                    </a:ext>
                  </a:extLst>
                </p14:cNvPr>
                <p14:cNvContentPartPr/>
                <p14:nvPr/>
              </p14:nvContentPartPr>
              <p14:xfrm>
                <a:off x="11479795" y="4938468"/>
                <a:ext cx="23400" cy="56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777EFB9-17A2-8A2B-F54D-4722341A6E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473675" y="4932348"/>
                  <a:ext cx="35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2DF726E-CFF2-9C93-EDEA-74867A90FFD0}"/>
                    </a:ext>
                  </a:extLst>
                </p14:cNvPr>
                <p14:cNvContentPartPr/>
                <p14:nvPr/>
              </p14:nvContentPartPr>
              <p14:xfrm>
                <a:off x="4198075" y="6249228"/>
                <a:ext cx="1677600" cy="48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2DF726E-CFF2-9C93-EDEA-74867A90F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91955" y="6243108"/>
                  <a:ext cx="1689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3E2072-FC17-997A-96AA-4EB2EFD7009B}"/>
                    </a:ext>
                  </a:extLst>
                </p14:cNvPr>
                <p14:cNvContentPartPr/>
                <p14:nvPr/>
              </p14:nvContentPartPr>
              <p14:xfrm>
                <a:off x="5047675" y="5870508"/>
                <a:ext cx="716040" cy="923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3E2072-FC17-997A-96AA-4EB2EFD7009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41555" y="5864388"/>
                  <a:ext cx="728280" cy="9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1A6D642-1EAF-1B81-B6CB-A61601C1BB97}"/>
                    </a:ext>
                  </a:extLst>
                </p14:cNvPr>
                <p14:cNvContentPartPr/>
                <p14:nvPr/>
              </p14:nvContentPartPr>
              <p14:xfrm>
                <a:off x="6912115" y="5908668"/>
                <a:ext cx="486360" cy="437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1A6D642-1EAF-1B81-B6CB-A61601C1BB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05995" y="5902548"/>
                  <a:ext cx="4986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230962A-6F5F-6DC6-B6B9-2FF0BC9665BB}"/>
                    </a:ext>
                  </a:extLst>
                </p14:cNvPr>
                <p14:cNvContentPartPr/>
                <p14:nvPr/>
              </p14:nvContentPartPr>
              <p14:xfrm>
                <a:off x="7807795" y="5843868"/>
                <a:ext cx="427320" cy="240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230962A-6F5F-6DC6-B6B9-2FF0BC9665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01675" y="5837748"/>
                  <a:ext cx="4395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FB7E61-8A52-10FB-7F68-37F20BDD45D4}"/>
                    </a:ext>
                  </a:extLst>
                </p14:cNvPr>
                <p14:cNvContentPartPr/>
                <p14:nvPr/>
              </p14:nvContentPartPr>
              <p14:xfrm>
                <a:off x="6562915" y="5286948"/>
                <a:ext cx="2107080" cy="119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FB7E61-8A52-10FB-7F68-37F20BDD45D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56795" y="5280828"/>
                  <a:ext cx="2119320" cy="12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F9342A2-7A63-9A9B-1F58-DDE1B0CA8AD4}"/>
                    </a:ext>
                  </a:extLst>
                </p14:cNvPr>
                <p14:cNvContentPartPr/>
                <p14:nvPr/>
              </p14:nvContentPartPr>
              <p14:xfrm>
                <a:off x="8826955" y="5742348"/>
                <a:ext cx="58320" cy="82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9342A2-7A63-9A9B-1F58-DDE1B0CA8A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20835" y="5736228"/>
                  <a:ext cx="70560" cy="9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4499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35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52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2026-03-19T09:10:56Z</dcterms:created>
  <dcterms:modified xsi:type="dcterms:W3CDTF">2026-03-19T10:36:18Z</dcterms:modified>
</cp:coreProperties>
</file>