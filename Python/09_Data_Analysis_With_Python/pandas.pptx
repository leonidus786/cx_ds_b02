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19.6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43 593 10673,'-34'-126'5162,"31"114"-4878,1-1-1,0 0 1,1 0 0,0 1 0,1-1 0,1 0 0,0 0-1,0 0 1,1 1 0,1-1 0,0 1 0,1-1 0,0 1-1,1 0 1,1 1 0,-1-1 0,2 1 0,0 0 0,0 0-1,16-16 1,-7 10-180,0 2-1,1 0 1,1 0-1,1 2 1,0 0-1,0 1 0,1 2 1,24-11-1,-9 8-38,1 2 0,0 1-1,1 2 1,44-5-1,-34 8-29,0 2-1,1 2 0,-1 2 0,0 2 1,0 2-1,0 2 0,0 3 0,85 28 0,-107-28-32,0 1-1,-1 1 1,0 1-1,-1 1 0,-1 2 1,0 0-1,25 24 0,-32-25 2,-1 1 0,0 0 0,-2 1 0,0 0-1,-1 1 1,0 0 0,-2 1 0,0 0 0,-1 1 0,7 26-1,-10-21-1,-1 0-1,-1 0 0,-1 0 0,-1 0 0,-1 1 0,-2-1 0,0 0 0,-2 0 0,0 0 0,-2 0 0,-1-1 1,-11 28-1,-3 0 2,-3-1 0,-2-1 0,-2-1 0,-48 64 0,-27 15 11,-125 118 0,117-131-2,-113 152 0,211-250 9,0 1 0,2 1-1,0 0 1,1 0-1,-9 26 1,17-39-21,0-1 1,1 1-1,-1-1 0,1 1 1,1 0-1,-1-1 1,1 1-1,0 0 1,0 0-1,1-1 1,-1 1-1,1 0 0,1-1 1,-1 1-1,1 0 1,0-1-1,0 0 1,0 1-1,1-1 1,0 0-1,0 0 0,0-1 1,1 1-1,-1-1 1,6 5-1,5 4 0,2-2-1,-1 1 1,1-2 0,1 0-1,0-1 1,0-1 0,23 8-1,136 36-5,-160-48 7,249 58-106,160 45-176,-351-84 237,-1 4 0,-2 3 0,110 62 0,-161-80 37,0 1 0,-1 1 1,-1 1-1,0 0 0,-1 1 0,29 35 0,-41-44 5,0 1 0,0-1 1,0 1-1,-1 0 0,0 1 0,-1-1 0,0 0 0,0 1 0,-1 0 1,0 0-1,0 0 0,-1 0 0,0 0 0,-1 0 0,0 0 1,0 0-1,-1 0 0,0 0 0,-1 0 0,-4 15 0,2-13 3,-1 0 0,-1 0 0,1 0-1,-2-1 1,1 0 0,-1 0 0,-1 0 0,0-1-1,0 0 1,-15 11 0,-5 2-3,-2-1 0,-40 22 1,-20 5-18,-2-4 0,-176 58 0,-210 30-215,397-112 126,-54 15-598,-126 31-2138,89-21-4224,76-18-1773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0.3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330 233 8009,'0'-10'1278,"0"0"1,-1 0-1,-3-19 1,-2-15 2620,2 10-109,-12-52-1,14 77-3078,-12 43 1608,0 34-565,-9 96 0,5-19-597,-54 266-655,-49 360-533,100-558-326,8 314 1,60 26-5013,14-188-5495,-18-164-1973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0.8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12309,'0'0'3789,"1"2"-1898,5 10 21,-5-10-1721,0-1-1,0 1 1,0-1 0,0 1 0,-1 0 0,1-1 0,0 1-1,-1 0 1,0-1 0,1 1 0,-1 0 0,0 0 0,0 0-1,0-1 1,0 1 0,0 0 0,0 0 0,-1-1 0,1 1-1,-1 2 1,-2 18 689,1 1 0,1-1 1,2 1-1,2 25 0,0 49 470,1 101-769,0-125-3661,-6 79 0,2-10-7144,3-75-648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0.9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24 181 15621,'-23'-69'2057,"33"45"-533,-3-4-304,-1 1-292,8 18-436,-4 0-404,10 0-704,-3 3-1040,16 9-1108,21 15-2217,3 9-3948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1.1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17422,'29'39'4586,"-21"-30"-3739,-1 1 0,0 0 1,0 0-1,-1 1 0,9 21 0,5 31 1745,19 104 0,-11 72-1653,-31 239-1566,-13-273-1796,-14-2-3643,9-76-1827,6-6-5328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1.34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141 504 17038,'-137'-121'2888,"133"106"-648,14-15-432,10-18-360,7 15-300,20-1-287,34 1-369,39-3-1056,28 3-681,19-6-1227,14 9-1076,10-1-2421,13 10-5172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2.02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13 14549,'14'-13'3477,"9"17"-2349,7 11-300,-6 6-460,-1 3-772,-3 3-1156,21 15-296,2 15-3005,7 1-3824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1.7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57 6 11177,'-25'-5'2202,"20"4"1123,-8 34-129,7 4-2672,3 0-1,0 1 1,5 54-1,-2 36-116,-3-30-844,4 0-1,4 0 0,21 110 1,-24-197 323,0 1 1,1-1-1,1 0 1,0 0-1,0 0 1,1-1-1,1 1 1,7 11-1,-12-21 103,0 1 1,0-1-1,0 0 0,1 0 0,-1 1 0,0-1 1,0 0-1,1 0 0,-1 0 0,1 0 0,-1 0 1,1-1-1,-1 1 0,1 0 0,0-1 0,-1 1 1,1-1-1,0 1 0,-1-1 0,1 0 0,0 0 1,-1 0-1,1 0 0,0 0 0,0 0 0,-1 0 1,1-1-1,2 0 0,3-1 1,-1 0-1,1-1 1,-1 0-1,0-1 1,7-4-1,-4 3-25,31-20 106,50-41 1,-59 41 286,2 2 1,60-34 0,-81 52-234,0 0 0,0 2 0,0-1 1,1 1-1,-1 1 0,25-2 0,-27 4-55,11-1 27,0 2 0,0 0-1,0 2 1,0 0 0,0 1-1,-1 1 1,39 15 0,35 8 74,-68-22-143,0-1 0,0-1-1,1-1 1,-1-2-1,49-3 1,-66 1 3,0 0 0,0-1 0,0 0 0,-1 0 1,1-1-1,-1 0 0,0-1 0,1 1 0,-2-2 0,1 1 0,0-1 1,-1 0-1,0-1 0,0 0 0,-1 0 0,1 0 0,-1-1 1,-1 0-1,1 0 0,-1 0 0,5-10 0,-3 1 115,-1-1 1,0 1-1,-1-1 0,-1 0 0,0 0 0,-1 0 1,-1-1-1,-1 1 0,-2-31 0,-2-1-303,-3-1 1,-15-57-1,16 89-1796,-1-1 0,-14-30 1,19 48 1695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1.8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87 0 15437,'30'54'2821,"-50"-35"-541,-13 8-384,-4 36 1712,24-36-3172,9 0-1012,1 21-492,-1-29-944,1 2-804,3 3-3125,7 3-5140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2.5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13 840 11965,'-4'-36'781,"0"15"425,2 0 0,0 1 0,1-1 0,2 0 0,3-30 1,-2 39-583,0-1 0,1 1 1,0 0-1,1 0 1,0 0-1,1 0 1,1 1-1,-1 0 1,16-21-1,-5 15-202,0 1 0,2 0 0,0 1 0,1 1 0,0 1 0,1 0 0,1 2-1,29-13 1,-11 8-85,1 2 0,1 1-1,74-13 1,-81 21-210,0 1 0,1 2 1,-1 1-1,0 2 0,0 1 0,67 13 1,-87-11-97,-1 0 0,1 0 0,-1 2 0,0 0-1,-1 0 1,1 1 0,-1 0 0,16 14 0,-20-14-18,-1 0 0,0 1 0,0-1 0,-1 1 0,0 1-1,-1-1 1,0 1 0,0 0 0,-1 0 0,0 0 0,0 1 0,-1-1-1,2 12 1,-2-4-8,-1 0-1,0 0 0,-2 0 1,1 1-1,-2-1 0,-1 0 1,0 0-1,-1 0 1,-1 0-1,-8 24 0,-8 10-344,-52 94 0,44-92-1085,-25 63 1,48-104 548,1 0 1,0 0 0,1 0 0,1 0 0,-3 26 0,7-38 613,0 0 0,0 0 0,1 0 0,-1-1 0,0 1 0,0 0 0,0-1 0,0 1 0,0-1 0,4-1 0,10-5-332,0-1 1,0-1 0,0 0-1,-1-1 1,25-21-1,66-70-1814,-103 98 2340,104-106-1956,197-193-916,24 25 4779,-226 203-38,159-127 6855,-246 189-7130,4-5 1637,-19 14-1682,-14 7-387,-4 3-731,1 1 1,0 0-1,0 2 1,1 0-1,0 0 1,1 2-1,0 0 1,-19 20-1,25-23-376,0 1 0,1 1 0,0 0 0,0 0 0,1 0 0,0 1 0,1 0 0,1 1 0,0-1 0,1 1 0,0 0 0,-4 25 0,6-18 27,1-1 0,1 0 0,1 1 0,1-1-1,0 0 1,2 0 0,0 0 0,1 0 0,12 31 0,-7-29-60,1 0 1,1 0-1,1-1 0,1 0 0,0-2 1,1 1-1,22 19 0,-6-11-492,1-2-1,1 0 1,1-2 0,1-2-1,1-1 1,1-2-1,1-1 1,75 21 0,-72-26-343,0-3 0,1-1 1,0-3-1,46 1 0,-57-6-325,0-1-1,34-7 1,-38 3-1131,-1-1 1,45-17 0,17-17-7343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2.6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85 9 12429,'-20'25'1792,"3"-34"-344,3-4-427,-2 7-437,-1 0-1328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8.8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613 267 4740,'-40'-12'9611,"35"13"-9572,-1 0 0,1 0-1,-1 1 1,1 0-1,-11 4 1,12-4-25,3-1 201,0-1-1,0 0 0,0 1 1,0-1-1,0 0 0,0 0 1,-1 0-1,1 0 0,0 0 1,0 0-1,0 0 1,0 0-1,0 0 0,0 0 1,0-1-1,0 1 0,0 0 1,0-1-1,0 1 0,0-1 1,0 1-1,1-1 0,-1 1 1,0-1-1,0 0 0,0 0 1,1 1-1,-1-1 1,0 0-1,1 0 0,-1 0 1,0 1-1,0-3 0,-2-1-1322,1 2 1112,0-28-75,1 27 224,-5-10-250,5 12 102,1 0 0,-1 1-1,0-1 1,1 0 0,-1 0-1,1 0 1,-1 0-1,1 0 1,-1 0 0,1 0-1,0 0 1,-1 0 0,1 0-1,0 0 1,0 0 0,0 0-1,0 0 1,0-2 0,3-27 15,-3 27-28,-3-15 9,2 16-10,1 0 0,-1 1-1,1-1 1,-1 1 0,0-1 0,1 0 0,-1 1 0,0 0-1,0-1 1,0 1 0,0 0 0,0-1 0,-1 1 0,1 0-1,0 0 1,-1 0 0,1 0 0,0 0 0,-4-1 0,0-2 30,2 2-19,-39 50 566,1 2 138,-45 75-1,85-123-699,-32 51 93,2 1-1,3 2 0,2 1 1,3 2-1,2 0 0,3 1 1,2 0-1,3 2 0,-4 63 1,15-105-81,1 1 0,1-1 0,0 1 0,2-1 0,1 0 0,0 0 0,1 0 0,2 0 0,0-1 0,0 0 0,18 33 0,-18-41-13,1 0 0,0 0 1,1 0-1,0-1 1,1 0-1,0-1 1,1 0-1,0 0 1,0-1-1,1 0 1,0-1-1,0 0 0,0-1 1,1 0-1,0 0 1,1-2-1,-1 0 1,26 6-1,-27-8-10,1 0 0,-1-1-1,0 0 1,0-1 0,0 0 0,1-1-1,-1 0 1,0-1 0,0 0 0,0-1-1,0 0 1,-1-1 0,1 0 0,-1 0 0,0-1-1,0-1 1,0 0 0,-1 0 0,0-1-1,0 0 1,-1 0 0,10-11 0,-2-1-9,0-1 1,-1 0 0,-1-2 0,0 0 0,-2 0 0,-1-1 0,-1 0-1,-1-1 1,-1 0 0,-1-1 0,5-29 0,-4 6 5,-3 0 0,-2 0 0,-1 0 0,-3 0 0,-8-52 0,2 54-12,-1 0 0,-3 0 0,-2 1 0,-1 0 0,-38-77 0,37 93-46,-2 0-1,0 0 0,-2 2 0,-1 0 1,-1 2-1,-2 0 0,0 1 0,-52-40 0,64 57-100,0 0 1,0 1-1,-1 0 0,0 1 0,0 0 0,0 1 0,0 1 0,-1 0 0,1 0 0,-1 1 0,0 1 0,0 0 0,1 1 0,-18 2 0,21-1-202,-1 0 0,1 1 0,0 1 0,0-1 0,1 2 0,-1-1 0,0 1 0,-14 9 0,16-8-194,1 0 0,0 0-1,1 0 1,-1 0 0,1 1 0,0 0 0,0 0-1,1 1 1,-1-1 0,2 1 0,-6 11 0,-8 43-6819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32.4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251 190 5597,'9'-35'1381,"-9"33"-1194,0 0-1,0 0 1,0 0 0,0 0-1,0 0 1,0 0 0,0 0 0,0 0-1,-1 0 1,1 0 0,-1 0-1,0 1 1,0-1 0,-1-3 0,0 0 330,1 2 423,1-1 39,-1-4-570,1 1 0,1-1 0,-1 1 0,1-1-1,0 0 1,5-13 0,3-23 3345,-7 83-2944,-1-1 0,-2 1 1,-2-1-1,-11 57 0,1-10-357,3-19-572,-2 0 1,-27 78-1,-30 33-3044,-10 3-4882,48-91-742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43.8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645 71 3860,'0'0'9813,"-4"-1"-9528,0 1-5,-1-1 0,1 0 0,0 0 0,0 0 0,-1 0 0,1-1 0,0 0 0,0 0 0,1 0 0,-1 0 0,-6-5 0,8 5 756,-1 1-980,-22-9-56,23 9 144,15 5-188,-1 3 44,-10-6 112,10 22 2493,-22-39-2443,10 26 31,1 10-172,-1-20-19,3 9 7,6 7-8,-7-14 134,-1-4-209,0 1 77,0-1 0,-1 0 0,1 1-1,0-1 1,-1 0 0,1 0 0,-1 1 0,1-1-1,-1 0 1,0 0 0,0 0 0,1 0 0,-1 1-1,-1-1 1,1 0 0,0 0 0,0 0 0,-1 0 0,1 1-1,-1-1 1,0 0 0,-1-2 0,0-3-1,2 5 14,-1 1-25,1 1 9,-1-1-1,1 1 0,-1 0 0,1-1 0,-1 1 0,1-1 0,0 1 0,-1-1 0,1 0 0,0 1 0,-1-1 1,1 1-1,0-1 0,0 0 0,-1 1 0,1-1 0,0 1 0,0-1 0,0 0 0,0 1 0,0-1 0,0 0 1,0 0-1,-6-16-27,1 14 26,-1 0-1,1 0 1,-1 0 0,0 1 0,0 0 0,0 0 0,0 0 0,0 1-1,0 0 1,0 0 0,-1 1 0,1 0 0,-8 0 0,-4 2 55,-1 0 1,0 0 0,1 2 0,0 1 0,-1 0 0,-27 12-1,19-5 14,1 0 0,0 1 0,0 2 0,2 0-1,0 2 1,0 1 0,2 1 0,0 0-1,2 2 1,-24 28 0,38-40-58,0 1 0,0-1-1,1 1 1,0 0 0,0 0-1,1 0 1,1 1 0,0-1 0,0 1-1,1 0 1,0 0 0,1 0 0,0 0-1,1 0 1,0 0 0,1 0 0,0 0-1,1 0 1,0 0 0,1 0-1,0-1 1,1 1 0,0-1 0,0 0-1,1 0 1,0 0 0,1-1 0,0 0-1,1 0 1,10 11 0,-3-7-2,0 0 0,0-2 0,1 1-1,1-2 1,0 0 0,0-1 0,1 0 0,0-2 0,27 9 0,-30-11-3,0-2 0,0 0 0,0-1 0,0 0 0,0-1 0,0 0 0,1-1 0,-1-1 1,0 0-1,0-1 0,0-1 0,0 0 0,18-7 0,-19 5-2,0 0-1,0-1 1,0 0 0,-1-1 0,0-1 0,0 0-1,0 0 1,-1-1 0,-1-1 0,0 0-1,0 0 1,-1-1 0,0 0 0,0-1 0,-2 0-1,1 0 1,-2-1 0,11-24 0,-10 14 5,-1 1 1,0-1 0,-2-1-1,0 1 1,-2 0-1,0-1 1,-2 1-1,-4-36 1,3 49-26,-1 0 1,0 0-1,-1 1 0,0-1 0,-1 1 1,0 0-1,0 0 0,-1 0 1,-10-15-1,10 18-45,0 1 0,-1-1-1,1 1 1,-1 0 0,0 1 0,0-1 0,-1 1 0,1 0 0,-1 1-1,0 0 1,0 0 0,0 0 0,-1 1 0,-8-2 0,4 2-239,0 1 1,0 0-1,0 1 1,0 0 0,0 1-1,0 1 1,0-1-1,1 2 1,-1 0-1,1 0 1,-1 1 0,1 1-1,-11 5 1,-14 10-2437,0 1 0,-45 35 1,17-8-4003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3.7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565 73 10757,'-2'-15'558,"1"12"-404,1 1 1,-1-1 0,1 0 0,0 0 0,0 0 0,0 0 0,0 0 0,0 1 0,1-1-1,-1 0 1,1 0 0,0 0 0,0 1 0,0-1 0,0 0 0,0 1 0,6-8 5149,24 209-434,-27-174-4593,110 960 6421,-105-621-5806,-45 444 1,-118 356-1008,-107 230 115,137-763 0,56-249-65,-21 436 1,92-391-2735,11-286-1915,6-5-5481,-16-107-1751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5.5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77 952 3116,'169'-41'3717,"-168"40"-3673,0 1 1,0 0 0,0 0 0,0-1 0,0 1 0,-1-1-1,1 1 1,0-1 0,0 1 0,0-1 0,0 1 0,0-1 0,-1 0-1,1 0 1,0 1 0,-1-1 0,1 0 0,0 0 0,-1 0-1,1 0 1,-1 0 0,1 0 0,-1 1 0,0-1 0,1 0-1,-1 0 1,0 0 0,0 0 0,0-1 0,0 1 0,0 0-1,0 0 1,0 0 0,0 0 0,0 0 0,-1-2 0,1 1 0,0 1 0,-1-1 1,1 0-1,-1 0 0,0 0 1,0 1-1,0-1 0,1 0 1,-1 1-1,-1-1 0,1 1 1,0-1-1,0 1 0,-1-1 1,1 1-1,-1 0 0,-2-2 1,-9-3 310,0 1 0,-1 0 1,0 2-1,0-1 1,0 1-1,0 1 1,0 1-1,0 0 1,-1 1-1,1 0 1,0 1-1,-1 1 1,-24 6-1,37-8-300,1 1 0,-1-1 1,1 1-1,-1-1 0,1 1 0,-1 0 1,1 0-1,-1 0 0,1 0 0,0 0 1,0 0-1,-1 0 0,-1 3 0,3-4-41,0 1 1,0-1-1,0 1 0,0-1 0,-1 1 0,1-1 0,0 1 0,0-1 0,0 1 0,0-1 0,0 1 0,0-1 0,1 1 0,-1 0 0,0-1 0,0 1 0,0-1 0,0 1 0,1-1 0,-1 1 0,0-1 0,0 0 0,1 1 0,-1-1 0,0 1 0,1-1 0,0 1 0,3 3 55,1 0 0,0-1 0,0 0 0,0 1 0,10 3 0,-10-5-3,17 8 71,1 0-1,0-2 0,1-1 0,26 5 0,105 11 143,-130-20-247,559 44 254,5-29-98,1459-19-160,5-50-116,496-41 51,-333-9 202,-1179 51-42,476-43 1059,-1481 90-1144,1496-25 1029,-660 77-961,-501-34-85,453-10-73,0-52 55,351-86 13,-167-30-29,-251 13 168,-676 135-99,85-22 204,44-15-83,-87 24 14,-51 7 1240,-66 20-1249,4-1 143,0 0 0,-1 0-1,1-1 1,-1 0 0,0 0 0,5-4-1,-9 7-318,-1 0-1,0-1 1,0 1-1,0 0 0,0 0 1,1-1-1,-1 1 1,0 0-1,0-1 1,0 1-1,1 0 0,-1 0 1,0 0-1,0-1 1,1 1-1,-1 0 1,0 0-1,1 0 1,-1 0-1,0 0 0,1-1 1,-1 1-1,0 0 1,1 0-1,-1 0 1,0 0-1,1 0 0,-1 0 1,0 0-1,0 0 1,1 0-1,-1 0 1,0 0-1,1 1 0,-4 12 32,-18 25-19,9-14 103,1 1 0,1 0 0,1 1 0,2 0 1,-7 36-1,-2 4 101,-40 156 215,-59 203-36,40-184-327,-135 390 98,-60 136-77,206-546-20,-55 351 0,35 286 100,37-301-122,-32-5-16,-5-185-14,13-64 1,48-192-41,-38 193-133,27 5-4,32-184-121,20 186 0,-12-247 123,-4-32-131,1-1 1,2 0-1,1 0 0,10 30 1,-14-56-379,-13-30-11328,-5-11 2374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7.3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186 1224 3760,'-9'-1'440,"1"-1"1,-1 0-1,1 0 0,0-1 0,0 0 0,0 0 0,-15-10 0,19 11-178,1 0-1,-1-1 0,1 1 1,0-1-1,0 0 0,-6-7 1,-13-11 724,-7 6-212,5 3 1796,27 9-1626,19 4-780,534 2 1386,-326-8-1034,-71 3-282,367 1 345,1080 56-29,-1045-34-578,-168-7 22,340 3 25,-286-9-7,301 4 72,955 20 549,-1 29-257,487 39-309,-666-82 446,-6-115 248,-672-34-168,-835 130-583,62-13 96,0-2 1,-1-4-1,95-40 1,-61 6-44,-70 35-66,1 1 0,53-19 0,224-37 10,-110 30 0,44-10-40,-124 30-16,237-14 0,165 23-140,-105 5-91,-3-27 222,-308 16 46,-2-4 0,177-67 0,10 5 287,-244 76-248,81-7 0,-111 16-18,-18 2-14,26-2 42,-1-2 1,37-10-1,-61 13-28,-3-6-7,-3-15 17,1 19-18,0 0 0,-1 0 1,1-1-1,-1 2 1,0-1-1,1 0 0,-1 0 1,-4-2-1,5 4 0,1 0-1,-1-1 0,0 1 1,1-1-1,0 1 1,-1-1-1,1 0 0,0 1 1,0-1-1,0 0 0,0 0 1,0 0-1,0 0 1,0 0-1,1 0 0,-1-2 1,1 3-1,0-1 0,0 1 0,0 0 0,1 0 0,-1 0 0,0 0 1,0 0-1,1 0 0,-1 0 0,1 0 0,-1 0 0,1 0 0,-1 0 0,1 0 0,0 0 0,-1 1 1,1-1-1,0 0 0,0 0 0,0 1 0,-1-1 0,1 0 0,0 1 0,0-1 0,0 1 0,0-1 1,0 1-1,0-1 0,0 1 0,0 0 0,0 0 0,0-1 0,2 1 0,38-10 8,-9 4-15,-1-2-1,-1-1 1,0-1-1,0-1 0,53-30 1,-38 11-12,-20 13 18,40-21 0,106-31-918,-168 68 437,19-14-1624,-18 10-1904,-38-23-1720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7.6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282 87 5224,'-8'-6'1296,"2"0"0,-1-1-1,1 0 1,-10-13-1,16 20-1292,-1-2 1162,2-2-667,-1-1-1,1 1 1,-1-1 0,-1 1-1,0-9 1,1 13-338,0-4 1894,-11 22-780,-13 36-581,2 1 1,-25 97-1,-5 15-2638,35-123 646,-24 75-5409,17-20-1780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28.7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751 1 4928,'0'0'2879,"1"2"-2257,0 1-462,1 1-1,-1-1 1,0 1 0,0 0 0,0-1 0,-1 1 0,1 0-1,-1 0 1,0-1 0,0 1 0,0 0 0,-1 5 0,-13 50 547,4-18-247,-5 155 1390,-160 766 2038,78-530-3443,-42 450 0,77-17-398,59-805-44,-30 358 63,-103 492 0,104-715-55,9 1-1,4 272 1,21-261 33,-2 130-920,0-319 312,0 58-265,1-70 166,-1 0-1,1 0 1,1 0-1,-1 0 1,1 0 0,0 0-1,0-1 1,1 1-1,5 8 1,4 2-6010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30.0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672 106 4432,'0'0'910,"1"-2"-138,24-58 2400,-24 56-1954,-1 1-679,-3-30 328,3 30 502,-6 38 251,4 15-642,6 53-1,0 39 222,-10-27-544,-5-1 1,-32 139-1,-14 17-61,-53 182 33,35-153-394,3 0-122,-89 418 202,93-301 343,-25 730 0,105-724-400,26-1-135,-35-388-114,61 470 106,16 199 32,-50 13-157,-40-454-23,-13-6-47,23-210-641,0-33-1942,-6-37 150,0-8-1314,-3-40-1,6 11-3346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31.0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145 7 1188,'3'-5'4386,"-2"5"-4094,-1 0 1,0-1-1,1 1 1,-1 0-1,0 0 0,1 0 1,-1 0-1,1-1 1,-1 1-1,0 0 0,1 0 1,-1 0-1,1 0 1,-1 0-1,0 0 0,1 0 1,-1 0-1,1 0 1,-1 0-1,0 1 0,1-1 1,0 0-1,7 18 3283,0 44-4790,-7-42 2646,3 44-449,-4 0 0,-13 111 0,8-125-764,-19 168 450,-5 58-357,-1 59-67,-17 302-430,31-375-1787,2-84-6537,14-156 1686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32.21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316 49 4008,'-14'-12'972,"1"0"-187,-4 9-201,0 0 232,-6-3-536,3 0-60,0 3-56,0 0-136,-4 6-212,1 0-140,-7 0-96,6 3-452,-6 3-929,-10 12 529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33.4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1101 47 3616,'-4'0'1000,"-32"0"2014,20-30 710,15 27-3974,-11-10 1698,12 13-1414,-1 0 0,1 0 1,0 0-1,-1 0 0,1 0 0,-1 0 0,1 0 1,-1 0-1,1 0 0,0 0 0,-1 0 0,1 0 0,-1 0 1,1 1-1,0-1 0,-1 0 0,1 0 0,-1 0 0,1 1 1,0-1-1,-1 0 0,1 1 0,0-1 0,0 0 0,-1 1 1,1-1-1,0 0 0,0 1 0,-1-1 0,1 0 0,0 1 1,0-1-1,0 1 0,0-1 0,0 0 0,-1 1 0,1-1 1,0 1-1,0-1 0,0 1 0,0-1 0,-7 24 215,1-1 0,-5 48 0,1-8 160,-66 320 1506,45-222-1587,-54 365 822,77-40-674,11-270-391,-3-213-82,-14 467 225,-126 537-70,136-982-166,-203 1044 2007,95-638-1288,1 63-246,31 4-200,76-471-252,-57 460 102,52-408-105,-11 272 28,15-201-13,-4 300 119,-1-278-204,11-126 119,0-37-72,-1 0 0,0 1 1,0-1-1,-3 17 0,2-17 19,0-1 0,1 1 0,0 0-1,1 0 1,0 0 0,2 11 0,3 36-46,-4-23 31,1 0-1,1 1 1,14 48-1,-12-59 8,-4-12 5,0 0 0,1-1 1,1 1-1,0-1 0,0 0 0,7 11 0,-9-18-1,-15-102-2614,9-14-5774,1 51-815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34.70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999 21 4892,'0'0'4181,"-2"-1"-3426,-21-11 513,21 10-174,-1 1-576,2 0-435,-1 1 0,1-1 0,0 1 0,-1-1 0,1 1-1,-1-1 1,0 1 0,1 0 0,-1 0 0,1-1 0,-1 1-1,1 1 1,-1-1 0,1 0 0,-1 0 0,0 0 0,1 1-1,-1-1 1,1 1 0,-2 0 0,1 1-14,0 0 0,1 0 0,-1 0 0,1 0-1,0 0 1,-1 0 0,1 1 0,0-1 0,0 1 0,0-1 0,1 0 0,-1 1 0,0 3 0,-5 26 238,2 1 0,0-1 1,3 36-1,-5 41 214,-17 207 596,-11 87-374,-79 910 779,70-576-320,12-316-574,-1-8-315,10-134-196,-55 497-11,-37-97 56,104-628-174,-172 598 309,41-184-245,120-383-54,4 1 0,4 1 0,3 0 0,4 1 0,7 125-1,3-162-5,20 533 26,-58-157 0,32-410-20,1-1 1,1 0-1,0 0 0,3 20 1,5-51-859,1-13-752,-2-1 0,-1-1 0,-1 1 0,0-40 0,-3 34-1361,3-52-5567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36.2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1 233 3756,'3'-2'874,"3"-3"-531,2 0 61,-1-1 0,1 1 0,-1-2 0,8-8 0,-4 3-103,1 1 0,1 1 0,0 0 0,0 1 0,1 1 0,0 0 0,1 0 0,18-6 0,-5 1 83,5-1-86,1 2-1,0 1 1,0 1 0,65-9 0,145 1 339,2057 33 1444,-740 73-1702,-1 37-241,174 11-192,-774-84 49,-547-32-21,134 7-19,859 52-7,20 61 59,-37 11 118,7-53 984,1232-121 1018,-2309 6-2021,181-12-106,628-12 83,-1059 39-80,109-9 50,-2-7 1,215-51-1,-196 22-260,-95 18 151,-97 29 27,-1-2-63,-1 2 24,0 0 1,0-1 0,0 1 0,0-1 0,0 1 0,0-1 0,0 1-1,-1-1 1,1 0 0,0 0 0,0 1 0,-1-1 0,1 0 0,0 0-1,-1 0 1,1 0 0,-1 1 0,1-1 0,-1 0 0,1 0 0,-1 0-1,1-2 1,-3 2-174,1-1-1,0 1 0,0 0 1,-1-1-1,1 1 1,0 0-1,-1 0 0,1 0 1,-1 0-1,1 0 0,-4-1 1,-12-8-457,-27-13-3238,-8 4-1966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38.2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31 5537,'10'-8'1289,"-7"5"-894,-1 1-1,1-1 1,0 1-1,0 0 1,0 0 0,0 0-1,0 0 1,1 1 0,3-2-1,-1 14-387,-6-10 100,0 0 0,0 0-1,0 1 1,0-1 0,1 0 0,-1 0-1,0 0 1,1 0 0,-1 0-1,1 0 1,-1 0 0,1-1-1,0 1 1,-1 0 0,1 0-1,0 0 1,0-1 0,-1 1 0,3 1-1,0-1-273,1 1 437,1-1-1,0 0 1,0 0-1,0 0 0,0 0 1,0-1-1,8 0 0,-5-1-242,-1 0 0,1 0-1,0 1 1,-1 0 0,1 1-1,9 1 1,51 5-2,148 7 99,1026 46-99,172-7-102,3-30 84,-439-9 6,987-11 75,-915-14-82,1234 77 30,-540 10 129,-1246-58-120,482 25 109,266 11-149,-546-31 432,114 7-180,-633-24-252,495-8 45,-496-2-82,430-41 73,-447 29-11,148-7-107,499 27-1,-488 13 94,-189-18 70,-44-1-1392,-103-8-1747,-15-3-616,-16 3-1758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0.7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33 334 3056,'0'0'1500,"-3"1"-985,-2 0-1428,-16 2 5061,17-4-1546,14-5-1925,-6 5-634,1 0-1,0 1 1,0-1-1,-1 1 1,1 0-1,0 0 1,0 0-1,-1 1 1,1-1 0,0 1-1,-1 0 1,7 3-1,27 3 119,447 11 590,-189-22-712,-94 0 26,429-32 36,-558 29-105,609-43 85,-568 42-72,143-8 47,501-31-68,-302 19 6,646-31 44,152-7-2,-435 30 93,3 50-101,-220-2 19,901 19 534,-1315-25-556,666 33-3,-634-24-14,1129 103 33,-414-16 42,6-65-57,-371-57-54,341 3-15,-78 75 8,-367-25 10,-238-20 11,503 7 57,-656-24 53,1-2 0,-2-4 0,147-39 0,-167 35-36,-51 12-58,1 0 0,-1 1 0,1 0 0,0 0 0,-1 0 0,1 0 0,0 0 0,0 1 0,0 0 0,5 0 0,12-1 39,-3-1-30,0 1 0,32 1 0,-45 0-18,1 0 0,-1 0 0,0 0 0,0-1 0,0 0 1,6-1-1,16-2 55,30-2-88,-54 6 130,0-1-82,13-4-176,1 2-1,19-2 0,-32 4 190,0 0-286,-3-1-1104,12-28-3707,-17 14 316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3.1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56 127 6769,'3'-13'1696,"-13"13"31,9-1-1527,0 0 1,0 0-1,0 0 1,0 0 0,0 0-1,0 0 1,0-1 0,0 1-1,1 0 1,-1 0-1,0-1 1,1 1 0,-1-2-1,-4-8 6030,-3-14-5398,7 23 1047,-6-10-3099,-1 2 404,6 8-453,2-1-449,-6-28-5228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4.7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1004 23 4080,'-50'2'1170,"40"-1"4914,10-2-6020,0 0-1,0 0 1,0 1 0,0-1 0,0 0-1,0 0 1,0 0 0,0 0 0,0 0 0,0 1-1,0-1 1,-1 0 0,1 0 0,0 0 0,0 0-1,-1 1 1,1-1 0,-1 0 0,1 0 0,-1 1-1,1-1 1,-1 0 0,1 1 0,-1-1 0,1 1-1,-1-1 1,0 1 0,0-1 0,1 1 0,-1-1-1,0 1 1,0-1 0,1 1 0,-1 0 0,0 0-1,0-1 1,0 1 0,-1 0 0,-1 0 87,0 1 0,0-1 1,0 1-1,0 0 0,0 0 1,0 0-1,-5 2 0,8-3-186,-1 1 91,0 0-1,0-1 0,0 1 1,0 0-1,0-1 0,0 1 1,1 0-1,-1 0 0,0 0 1,1 0-1,-1 0 0,1 0 1,-1 0-1,1 0 0,-1 0 1,1 0-1,0 0 0,-1 0 1,1 0-1,0 2 0,-1 25 886,1-21-761,-3 54 802,-2 0 0,-22 94-1,-1 9-25,-9 336 318,30-359-1029,-13 95 209,-3 63 306,29 279 282,-2-323-828,-4-176-164,0-49-28,0 29 65,-10 91 0,6-115-13,1-1 1,3 36-1,-1 9 105,-18 72 29,5-53-63,1-18 38,-23 81 0,-6 31-27,26-100 123,6-49-47,3 0 0,2 1-1,0 78 1,10-33 29,4 135 338,-13-139-432,-16 89 0,11-102-99,5 17 10,5-16-47,-2 60 58,-1-112-46,0-1 0,-2 1 1,0-1-1,-11 30 0,4-22 106,-25 46 0,-11 29 59,22-57-150,2 0 0,2 2-1,-21 72 1,38-108-31,-12 40 79,1 1 0,-12 92 0,20 30 180,4-38 52,-1-16-266,1-33-117,1-75 55,1 0 0,1 27 1,0-28-13,0-1-1,0 0 1,-1 1 0,-3 11 0,-53 221 304,39-193-221,13-38-63,0 1 0,0 0-1,-1 15 1,1-5-27,-13 35 0,0 3-13,11-33 57,-4 12 62,2 1 0,2-1-1,-2 50 1,8-84-83,0 0 0,0 0 0,0 1 0,-1-1 0,-5 11 0,0 6 196,7-21-81,0 18 18,0-3-125,-2-5-10,-9 5-16,10-15-83,1-8-318,-1-15-929,1 0 0,1 1 0,6-38 0,0-9-2603,1 37 1651,-6 26 1445,-1-1 1,0 1-1,1-1 0,-2 0 1,1 0-1,0 1 0,0-7 0,-18 13-10162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6.04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11 5685,'-47'-9'14240,"50"8"-14167,-1 1 0,0 0-1,1 0 1,-1 0 0,0 0 0,1 0-1,-1 1 1,0-1 0,0 1 0,1-1-1,-1 1 1,0 0 0,0 0 0,0 0-1,0 0 1,0 0 0,0 0 0,0 1-1,0-1 1,0 1 0,2 2 0,4 4 79,-1 1 0,0 0 0,7 12 0,-2-4-43,-6-9-55,0 0 0,-1 0-1,0 0 1,-1 1 0,7 18 0,2 4 51,-6-11-72,-1 1-1,0 0 1,-2 0 0,0 0 0,-1 0 0,-2 1 0,0 26-1,-3-28-19,-1 0 0,0-1-1,-1 1 1,-2-1-1,0 0 1,-1-1-1,0 1 1,-2-2-1,-18 31 1,4-26 130,16-16-156,6-6 11,-1 0 0,1 1 0,0-1 0,-1 0 0,1 0 0,0 0 0,-1 0 0,1 0 0,-1 0 0,1 0 0,0-1 0,-1 1 0,1 0 0,0-1 0,-1 1 0,1-1 0,0 1 0,-1-1 0,1 0 0,0 0 0,0 1 0,0-1 0,0 0 0,-1-1 0,0-9-24,0 0 1,1 0-1,0 0 1,1-1-1,0 1 1,1 0-1,0 0 1,1 0-1,0 0 1,6-17-1,1 3-51,2 1-1,1 0 0,26-40 0,60-82-100,-50 75 127,-47 68 130,19 7 139,-17-3-188,0 0 0,0 0-1,-1 1 1,1-1 0,0 1 0,-1 0 0,1 0 0,-1 0 0,0 0 0,0 0 0,0 0 0,0 1 0,0-1 0,0 1-1,0-1 1,-1 1 0,2 4 0,22 58 377,-13-33-203,6 9-84,-8-17-85,1-1 0,1-1 0,16 23 0,-13-23-163,1-2-1,1 0 0,1-1 1,35 30-1,-41-40-750,1 0 0,0 0 0,24 10 0,-25-14-938,1-1 1,-1 0-1,1 0 0,25 3 1,21 1-5982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6.8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109 64 8017,'-7'-6'1751,"-1"0"1,1-1 0,0 0-1,-11-15 1322,14 19-1780,-14-7 447,13 8-628,-20 26-175,24-20-902,-1-1 1,1 0-1,0 1 0,0-1 0,0 1 1,0-1-1,1 1 0,-1 0 0,1-1 1,0 1-1,0 0 0,0-1 0,0 1 1,1-1-1,0 1 0,0 0 0,0-1 1,1 4-1,4 9 31,1 0 0,14 23 0,-15-28-20,7 8-119,0-1 0,1-1-1,1 0 1,1 0 0,0-2-1,1 0 1,1-1-1,0 0 1,1-2 0,0 0-1,30 13 1,-41-22 2,0 0 0,1 0-1,-1 0 1,1-1 0,-1 0 0,1-1 0,0 0-1,0 0 1,0-1 0,0 0 0,0-1 0,-1 0-1,15-3 1,-16 2 44,-1 1-1,0-1 0,0-1 1,0 1-1,0-1 1,0 0-1,-1-1 1,1 1-1,-1-1 0,0 0 1,0 0-1,0-1 1,-1 1-1,0-1 1,0 0-1,0-1 0,0 1 1,4-9-1,0-5-30,-1 0 0,-1 0 0,-1 0 0,0-1 0,2-32 0,-1-103 1202,-6 152-1094,-1 5-25,0 1 0,0-1-1,0 0 1,0 1-1,0-1 1,-1 0 0,1 0-1,-4 4 1,-4 7 21,4 1-10,1 1-1,0-1 0,1 1 0,1 0 0,0 0 0,1 1 1,1 25-1,0 4 12,-5 36 14,1 91 70,6 0-108,5 89 32,-3-111-26,-4-124-20,-2 1 0,-1-1 0,-10 43 0,11-63-7,0 0 0,0 1 0,-1-1 0,0 0 0,0-1-1,0 1 1,-1 0 0,0-1 0,0 0 0,0 0-1,0 0 1,-1 0 0,0-1 0,0 1 0,0-1 0,-1-1-1,1 1 1,-1-1 0,0 0 0,0 0 0,0-1-1,0 1 1,0-1 0,-1-1 0,1 1 0,-1-1 0,1 0-1,-1-1 1,1 1 0,-1-2 0,1 1 0,-11-2-1,13 2-2,0-1 0,0 0 0,1 0 0,-1 0-1,0 0 1,0-1 0,0 0 0,1 1 0,-1-1-1,1-1 1,-1 1 0,1 0 0,0-1 0,0 0-1,-4-4 1,3 2-1,1 0 1,-1-1-1,1 1 0,0-1 0,1 1 0,0-1 0,-1 0 1,2 0-1,-3-8 0,2-3-23,0 1 0,2-1 0,-1 0 0,2 1 0,0-1 0,7-29 0,1 9-305,2 0 0,1 1 1,2 0-1,2 1 0,1 0 0,1 2 1,2 0-1,2 1 0,1 1 1,42-45-1,-8 11-1358,59-61-5864,-59 76 86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8.59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0 119 11109,'2'-2'3688,"3"-4"-2007,-2 3-825,0 0 1,-1 1 0,1-1 0,-1 0 0,0-1 0,0 1-1,0 0 1,-1 0 0,1-1 0,-1 1 0,1-1 0,0-5 0,15 18-82,-13-7-723,0 0-1,0 1 1,0 0 0,0-1 0,-1 1 0,0 1-1,1-1 1,-1 0 0,0 1 0,0 0-1,-1-1 1,5 9 0,23 55 278,-28-61-294,8 20 2,-1 1 0,-2-1 0,-1 1 0,0 0-1,-2 1 1,-2-1 0,0 1 0,-2-1 0,0 1 0,-2 0 0,-2-1 0,0 0 0,-2 0 0,-9 30 0,-2 0 66,16-54-96,11-35-160,3-1 1,0 2-1,2 0 1,31-48-1,279-384-2148,-305 443 2525,-20 19-215,0 1-1,0 0 1,0 0 0,0 0-1,0 0 1,1 0-1,-1 0 1,0 0 0,0 0-1,0 0 1,0 0 0,0 0-1,0 0 1,1 0-1,-1 0 1,0 0 0,0 0-1,0 0 1,0 0-1,1 0 1,-1 0 0,0 0-1,0 0 1,0 0 0,0 0-1,0 0 1,1 0-1,-1 0 1,0 0 0,0 0-1,0 0 1,0 0-1,0 0 1,0 0 0,1 1-1,-1-1 1,0 0 0,0 0-1,0 0 1,0 0-1,0 0 1,0 0 0,0 0-1,0 1 1,0-1-1,0 0 1,0 0 0,0 0-1,0 0 1,0 0 0,0 1-1,1-1 1,-1 0-1,0 0 1,0 0 0,-1 0-1,1 1 1,0-1-1,0 0 1,0 0 0,0 0-1,0 0 1,-10 44 1031,5-30-1088,-4 19 317,0 1-1,2 1 0,2-1 1,1 1-1,2 0 0,2 49 1,1-71-297,1 0 1,0 0-1,0 0 0,1-1 1,1 1-1,0-1 0,1 0 1,0 0-1,1 0 0,0-1 1,1 0-1,0 0 1,1 0-1,0-1 0,1 0 1,0-1-1,0 0 0,1 0 1,0-1-1,15 9 0,-1-4-556,0-1-1,1-1 0,1-1 0,0-2 1,0 0-1,52 7 0,45-4-3641,-2-14-4450,-57-3-1560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9.04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99 189 8313,'-2'-58'2017,"1"56"-1848,1 1 0,0 0 0,0-1 0,0 1 0,0-1 1,0 1-1,0-1 0,1 1 0,-1-1 0,0 1 0,1 0 0,-1-1 0,1 1 0,-1 0 0,1-1 0,0 1 0,-1 0 0,1 0 0,0-1 0,0 1 0,2-2 0,7-12 2241,-9 10-2216,0 1 1,0 0 0,1 0-1,0 0 1,0 0-1,0 0 1,0 0-1,0 0 1,1 0 0,0 1-1,0 0 1,0-1-1,0 1 1,0 0-1,1 0 1,-1 1-1,1-1 1,0 1 0,0 0-1,0 0 1,5-2-1,-4 2-127,1 0 0,0 1-1,0 0 1,0 0-1,0 0 1,0 1 0,0 0-1,0 0 1,0 0 0,0 1-1,-1 0 1,1 0-1,0 0 1,0 1 0,10 4-1,-12-3-39,0-1-1,0 1 1,0 0-1,0 0 0,0 1 1,-1-1-1,0 1 1,1 0-1,-1 0 0,-1 0 1,1 0-1,0 0 1,-1 1-1,0-1 0,0 1 1,0-1-1,-1 1 1,0 0-1,0 0 0,0-1 1,0 1-1,-1 0 1,0 9-1,1-1 14,-2 1 1,0-1-1,0 1 1,-1-1-1,-1 1 0,-1-1 1,-6 19-1,2-15-1,0-1 1,-1 0-1,-1-1 0,-21 26 0,-55 51 69,12-14-33,65-67-62,-15 15 34,2 2 0,-19 31 0,41-58-44,0-1-1,1 1 1,-1 0-1,1 0 1,-1-1-1,1 1 1,-1 0-1,1-1 0,0 1 1,-1 0-1,1-1 1,0 1-1,0-1 1,-1 1-1,1-1 1,0 0-1,0 1 0,0-1 1,0 0-1,1 1 1,-2-1 0,7 3-29,0-1 0,1 0 0,-1 0 0,0 0 0,1-1 0,-1 0-1,1-1 1,-1 1 0,1-2 0,-1 1 0,1-1 0,11-2 0,11-4-524,51-20 0,-49 16-74,33-7-1125,6-1-1492,-27-1-3399,-27 10-33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9.2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157 37 8309,'0'-3'430,"0"0"1,1 0 0,-1 0-1,1 0 1,0 0 0,0 0-1,0 0 1,1 1 0,4-8 7132,-9 10-6166,-2 1-1120,-1 0 1,1 0 0,0 0 0,1 0-1,-1 1 1,0 0 0,0 0 0,1 1 0,-1-1-1,1 1 1,0 0 0,-1 0 0,1 0-1,1 1 1,-1-1 0,0 1 0,-5 8-1,0 1-24,-1 0-1,2 0 0,0 1 0,1 1 0,0-1 0,1 1 0,1 0 0,0 1 1,1-1-1,-3 24 0,5-19-532,0 1 0,2 0-1,0 0 1,2-1 0,0 1 0,1 0 0,9 28-1,5 14-2128,8 26-2786,-6-32-1131,3 0-3436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49.8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 13 10785,'25'-10'1671,"-20"8"-226,-14 6 690,8-5-2067,0 1 0,0 0-1,1 0 1,-1 0-1,0 1 1,0-1 0,1 0-1,-1 0 1,0 0 0,0 0-1,1 1 1,-1-1 0,0 0-1,1 1 1,-1-1-1,0 1 1,1-1 0,-1 0-1,0 1 1,1-1 0,-1 1-1,1 0 1,-1-1 0,1 1-1,0-1 1,-1 1 0,1 0-1,-1-1 1,1 1-1,0 0 1,0 0 0,-1 0-1,5 13 162,0 0-1,0-1 1,2 0 0,0 0-1,0 0 1,10 14-1,6 6 177,30 33 1,-28-36-465,2-1 0,1-1 1,1-1-1,2-1 0,46 31 1,-74-56 57,0-1 0,0 1 0,0-1 0,0 1 0,0-1 0,1 1 0,-1-1 0,0 0 0,0 0 0,1 0 0,-1-1 0,0 1 0,0 0 0,0-1 0,0 1 0,1-1 0,-1 0 0,0 0 0,0 0 0,0 0 0,0 0 0,-1 0 0,1 0 0,0-1 0,0 1 0,-1-1 0,1 1 0,1-3 0,5-7 6,0 0 0,-1-1-1,-1 1 1,0-1 0,0-1 0,-1 1 0,-1-1 0,4-16-1,-1 5 35,-3 9 226,0 0 1,-1-1 0,-1 1-1,0-1 1,-2-21-1,-8 198 52,-7 0 0,-39 176 0,31-211-312,-37 169 21,47-244-32,-3-2 1,-2 0 0,-43 83-1,50-114 7,-1-1 0,0 0-1,-1-1 1,-1 0 0,0-1-1,-21 17 1,32-30-1,0 0 0,1 0 0,-1 0 0,0 0 0,0-1 0,-1 1 0,1-1 0,0 0 0,0 0-1,0 0 1,-1 0 0,1-1 0,-7 1 0,8-1 0,0 0 0,1 0 0,-1-1-1,0 1 1,1 0 0,-1-1 0,1 1-1,-1-1 1,0 0 0,1 1 0,-1-1 0,1 0-1,-1 0 1,1 0 0,0 0 0,-1 0-1,1 0 1,0-1 0,0 1 0,0 0 0,0-1-1,0 1 1,0 0 0,0-1 0,0 1-1,1-1 1,-1 0 0,0-1 0,-1-6 0,0 0 1,1 0-1,0 0 0,1 0 1,-1 0-1,2-1 1,-1 1-1,1 0 1,1 0-1,3-12 1,4-12-62,21-47 1,-7 27-423,3 1 1,2 1-1,2 1 1,37-47-1,48-37-2941,14 10-3435,-50 57-276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50.6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 40 10753,'0'0'87,"0"1"0,-1-1 0,1 0 0,0 0 0,0 0 0,0 0 0,-1 1 0,1-1 1,0 0-1,0 0 0,0 0 0,-1 0 0,1 0 0,0 1 0,0-1 0,-1 0 0,1 0 0,0 0 0,0 0 0,-1 0 0,1 0 0,0 0 0,0 0 0,-1 0 1,1 0-1,0 0 0,0 0 0,-1 0 0,1 0 0,0 0 0,0 0 0,-1-1 0,1 1 0,0 0 0,0 0 0,0 0 0,-1 0 0,1 0 0,0 0 0,0-1 1,0 1-1,-1 0 0,1 0 0,0 0 0,0-1 0,0 1 0,0 0 0,0 0 0,-1-1 0,1 1 0,0 0 0,0 0 0,0 0 0,0-1 0,0 1 0,2-20 621,-2 3 9316,31 73-8821,39 100 0,-61-131-1144,-1 1 1,-1 0-1,-1 1 0,-1 0 1,-2-1-1,0 51 0,-5-47-37,-1 0 0,-2-1-1,-1 1 1,-1-1 0,-12 28-1,-66 135-169,77-179 240,-1 3-577,11-15 141,8-7 33,23-26-369,-1 0 1,-1-2 0,31-44 0,-57 70 617,83-112-791,28-36 119,20-29 947,-135 186-132,0 0 0,0-1 0,0 1-1,0 0 1,0 0 0,-1 0 0,1 0 0,0-1 0,0 1-1,-1 0 1,1 0 0,-1 0 0,2 2 0,0 2 25,-1 1 0,1 0 0,-1-1 0,0 1 0,0 0 0,-1-1 0,1 1 1,-1 0-1,-1 0 0,1-1 0,-2 10 0,0 8 83,0 22 181,2 0 0,11 86 1,-8-116-421,0 1 1,1-1-1,1 0 1,0-1 0,1 1-1,1-1 1,0 0-1,1-1 1,0 0 0,1 0-1,20 23 1,-15-24-432,-1 0 0,1 0 1,1-1-1,0-1 0,1 0 0,0-1 1,0-1-1,1-1 0,0 0 0,34 8 1,-29-10-1231,0-1 1,0-1 0,1-2-1,-1 0 1,25-2 0,16-7-6830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50.8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215 0 12489,'-7'0'686,"1"1"1,0-1-1,-1 1 0,1 0 0,0 1 1,0 0-1,0 0 0,0 0 0,0 0 1,0 1-1,0 0 0,-6 5 0,4-2-208,1 0-1,0 1 0,0-1 0,1 1 0,0 1 0,0-1 0,-7 14 0,3-1-159,0 0 1,2 0-1,1 0 0,0 1 0,2 0 0,-5 34 1,7-24-694,2 1 0,1-1 0,4 33 0,-1-28-1779,-3 61 0,-14 31-7128,13-53-99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52.0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132 52 10113,'2'-3'471,"0"0"0,0-1 0,0 1 0,0 0 0,0-1 0,-1 0 0,0 1 0,1-1 0,-1 0 0,2-12 6623,-2 28-7018,23 140 428,-17-120-409,-3 0 0,-1 0 1,-1 1-1,-4 49 0,-18 263 157,20-325-254,-2 10 16,1 0-1,2 0 1,1 0 0,9 48-1,-10-75-8,-1-1 0,1 0-1,0 0 1,-1 0-1,1 0 1,0 0 0,0 0-1,0 0 1,0 0-1,1 0 1,-1-1-1,0 1 1,1 0 0,-1-1-1,4 3 1,15 9-10,-13-13 1,-3-1 1,26-2 58,-24-2-16,-3 1-18,4-1-34,0 0 1,-1 0-1,0-1 0,0 0 0,-1 0 1,0 0-1,8-12 0,8-11-11,-20 27 17,1 0-9,3-8 121,-5 10-125,1 0 0,-1-1 0,1 1 0,-1-1 0,0 1 1,1 0-1,-1-1 0,0 1 0,1-1 0,-1 1 0,0-1 0,0 1 0,1-1 1,-1 1-1,0-1 0,0 1 0,0-1 0,0 1 0,0-1 0,0 1 0,0-1 1,0 1-1,0-1 0,0 1 0,0-1 0,0 1 0,0-1 0,0 1 0,0-1 1,-1 1-1,1-1 0,0 1 0,0-1 0,-1 1 0,1-1 0,0 1 0,-1-1 1,1 1-1,0 0 0,-1-1 0,1 1 0,0-1 0,-1 1 0,1 0 0,-1 0 1,1-1-1,-1 1 0,1 0 0,-1 0 0,-10-8-294,8 7-78,4-3-2594,0 1 3025,-1 0 0,1 0 0,0 0 1,0 0-1,1 0 0,-1 0 1,1 0-1,-1 0 0,1 0 0,0 1 1,0-1-1,0 1 0,0-1 0,1 1 1,-1 0-1,4-3 0,-4 4-6,0-3-95,0 0 91,0 0 0,0 0-1,1 1 1,-1-1 0,1 1-1,0 0 1,0-1 0,4-2-1,-3 2-22,5-6 36,-1 0-1,0-1 0,0-1 0,-1 1 0,-1-1 0,8-19 0,-3 1 97,12-50-1,10-80-179,-26 97 280,-7 59-170,1 2-1,8-23 11,-9 22-1,-1 6-78,-13 19-90,13-20 258,0 2-31,-32 67 662,27-59-660,3-6-66,1 1 1,0-1-1,0 0 1,1 1-1,0-1 1,-1 12-1,-3 17 130,-5 24 177,-3 90 0,7-69-187,2-26-116,-49 893 447,81-501-543,-17-330 0,-8-83 26,-1 1 0,-2-1 1,-1 1-1,-2 0 0,-7 33 0,9-64-1,0 0-1,1 0 1,-1 0 0,0 0 0,-1 0 0,1-1-1,0 1 1,-1 0 0,0 0 0,0-1-1,0 1 1,0-1 0,0 0 0,0 0 0,0 0-1,-1 0 1,1 0 0,-1 0 0,1 0-1,-5 1 1,2-1-8,0 0 1,-1-1-1,1 0 0,0 0 0,0-1 0,0 0 0,-1 1 0,1-2 1,0 1-1,-1 0 0,-5-3 0,-7-1-12,0-1 0,1-1 0,0-1-1,0 0 1,1-1 0,-19-13 0,23 13-12,0-1-1,1 0 1,-1-1-1,2-1 1,-1 1 0,2-2-1,-1 1 1,2-1 0,-14-23-1,13 16-99,1 0 0,0-1-1,2 0 1,0 0 0,1 0-1,-2-26 1,3-8-567,2 0 0,3 0 0,2 0 0,15-81 0,3 38-2116,54-155-1,-48 170 1041,8-17-1912,7 9-1677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53.41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168 275 4432,'0'0'4745,"3"-1"-4413,58-18 1375,-58 18 977,-4-1-2518,-30-39 1044,30 39-549,8-16-359,-6 15-37,0 0 0,0 0-1,0 0 1,0 0 0,1 1 0,0-1-1,-1 0 1,1 1 0,6-6 3496,-19 99-3000,-2 47-261,-12 92-147,17-166-294,3-13 56,4-32-111,-1 0 0,-6 28 0,8-46 7,-1 1 0,1 0 0,0-1 0,0 1 0,0-1 0,0 1 0,0 0 0,1-1 0,-1 1 0,0-1 0,1 1 0,-1-1 0,1 1 0,0-1 0,0 2 0,2 8-96,5-35-9,-1 0 0,-1-1 0,-1 0 0,-1 0 0,1-28 0,-7-312-855,-2 126 615,0 170 287,4 65 16,-1 8-6,-45 178 268,-15 39-55,40-155-154,2 1 0,-10 75 0,23-88-410,2 89 0,5-108-2029,12 60 1,-3-56-3016,3-2-3328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54.4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 0 7877,'0'0'11053,"2"2"-10285,4 2-447,1 0-98,0 1 1,0 0-1,0 0 1,-1 1 0,1 0-1,-1 0 1,-1 0-1,10 14 1,-4-2-68,-2 0-1,0 1 1,-1 0 0,9 29 0,-15-36-126,1 0 1,-2 0-1,1 0 0,-2 1 0,0-1 1,0 0-1,-1 0 0,0 0 1,-4 14-1,-7 13 28,-2-2 0,-1 0 1,-38 69-1,8-21 89,16-36-191,27-46 195,6-4-159,0 1 3,0-1 0,0 0 0,0 0 0,0 0 0,-1 0 0,1-1 0,0 1 0,-1-1 0,1 0 1,-1 0-1,0-1 0,1 1 0,-1 0 0,4-6 0,5-5 3,0 0 0,13-20 0,-1 1-19,134-176-116,-60 74 86,-46 72-1,-47 56 119,-1 1 0,2 0 0,-1 1 0,0 0 0,1-1 0,0 2 0,0-1 0,13-5 0,-18 8-26,0 1 0,0 0 0,0 0-1,0-1 1,0 1 0,1 0 0,-1 0 0,0 0-1,0 0 1,0 0 0,0 0 0,1 1 0,-1-1-1,0 0 1,0 0 0,0 1 0,0-1 0,0 1-1,0-1 1,0 1 0,0-1 0,0 1-1,0 0 1,0 0 0,0-1 0,0 1 0,-1 0-1,1 0 1,0 0 0,-1 0 0,1 0 0,0 0-1,-1 0 1,1 2 0,2 3 135,-1 0 1,0 1-1,-1-1 0,2 13 0,-1-5-25,14 110 1042,-1-5-590,-11-103-614,0 0 0,1-1-1,0 1 1,1-1 0,12 20 0,-10-21-408,1-1 1,0 0 0,1-1 0,0 0-1,1 0 1,0-1 0,1-1 0,1 0-1,-1 0 1,1-1 0,1-1 0,0-1 0,0 1-1,0-2 1,1 0 0,28 7 0,-31-11-539,1-1 1,-1 0 0,0 0 0,0-1 0,0-1-1,0 0 1,0-1 0,15-3 0,-14 2-781,28-3-5869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54.8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214 291 10349,'-4'1'350,"0"1"0,0-1 1,1 1-1,-1 0 0,0 0 0,1 0 0,0 1 1,-1-1-1,1 1 0,0-1 0,0 1 0,0 0 1,1 1-1,-1-1 0,1 0 0,-3 4 1,-14 18 1382,12-17-1399,1-1 0,1 1 0,0 1 0,0-1 0,0 1 0,1 0 0,-3 10 1,-17 69 559,1 0-376,19-78-478,2 1 0,-1 0 0,0 15 0,2-17-15,0 0 1,-1 1-1,0-1 0,0 0 0,-1-1 0,-4 10 0,-1-6 80,4-22-16,2 4-103,1-2 14,0-1 0,0 0 1,1 0-1,0 0 1,1 1-1,0-1 0,0 0 1,1 0-1,0 1 0,1-1 1,3-8-1,2-10-3,16-60-26,46-106 0,-53 153 38,2 2-1,1 0 0,3 2 0,50-66 0,-66 94 33,-1 1-1,1 0 0,1 0 0,-1 0 1,1 1-1,9-6 0,-13 10 20,0 0-1,-1 1 0,1-1 1,0 1-1,0 0 1,0 0-1,0 0 0,0 1 1,0-1-1,0 1 1,0 0-1,0 0 1,0 1-1,0-1 0,0 1 1,0 0-1,0 0 1,7 2-1,-5 0 46,0 0 0,0 1 0,0-1 0,-1 1 0,1 0 0,-1 0 0,0 1 0,0 0 0,-1 0 0,1 0-1,-1 0 1,0 1 0,0-1 0,-1 1 0,0 0 0,0 0 0,3 8 0,6 18 205,-1 1-1,-2 0 1,-1 1 0,5 48-1,2 143 311,-12-162-530,4 43-229,-2-27-2470,-6 138-1,-3-155-1296,4-19-3195,3-11-1729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1:55.4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79 94 9709,'-50'-22'9544,"50"27"-8994,0-3-511,0 3 63,-1 0 0,1 0 0,1 0 0,-1 0 0,1 0 0,0 0 0,0 0-1,1 0 1,-1 0 0,1 0 0,0 0 0,0-1 0,1 1 0,3 5 0,8 7-50,0 0 1,1-1 0,0-1-1,2 0 1,-1-1 0,25 15 0,-31-22-138,1-1-1,1 0 1,-1 0 0,1-2 0,0 1 0,0-1 0,0-1 0,0 0 0,1-1 0,-1 0-1,1-1 1,16 0 0,-25-1 71,0-1-1,0 1 1,0-1-1,0 0 1,0 0-1,0-1 1,0 1-1,0-1 1,0 0 0,-1 0-1,1 0 1,-1 0-1,1-1 1,-1 1-1,0-1 1,0 0-1,0 0 1,0 0-1,-1 0 1,1-1-1,-1 1 1,3-6-1,2-6 24,-1 0-1,0-1 0,-1 0 0,4-22 0,2-7 58,1-8 264,-9 36-53,1-1 0,9-24 1,-12 39 47,3 22 56,2 30-23,-2 1-1,-2-1 1,-6 76 0,-1 25 449,9 15-95,0 358 377,-11-349-877,-28 174 0,-54 136-279,87-477 47,0 0 0,0 0 0,0-1 0,0 1 1,-1 0-1,-7 10 0,9-15 17,0 0-1,-1-1 1,1 1 0,0-1 0,-1 1 0,1-1 0,-1 0 0,0 1-1,1-1 1,-1 0 0,0 0 0,0 0 0,1-1 0,-1 1 0,0 0-1,0-1 1,0 1 0,0-1 0,0 1 0,0-1 0,0 0-1,0 0 1,0 0 0,0 0 0,0 0 0,0-1 0,0 1 0,-2-1-1,-6-3-8,0 1 0,0-2 0,1 1-1,0-2 1,0 1 0,0-1-1,1 0 1,0-1 0,0 0-1,-13-15 1,2 1-30,2-2-1,-28-46 1,25 34-6,2-1 0,2 0 0,1-1-1,2-1 1,2 0 0,1 0 0,2-1 0,1-1 0,3 1 0,-1-41 0,5 25-294,3 1 0,2 0-1,2 0 1,25-95 0,-19 108-483,1 1 0,2 0 0,2 1 0,1 1-1,2 1 1,43-57 0,-58 86 504,11-15-1585,1 1 0,2 1 0,26-24 1,16 1-5329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1.3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468 186 3460,'0'0'5099,"0"-3"-4642,3-33 5046,-6 36-5434,0 0-51,-1-1-9,1 1 0,-1 0 0,1 0 0,-1 0 0,1 0-1,-1 1 1,1 0 0,-6 1 3789,12-35-3558,-3 30-61,0 2-169,-1-1 1,1 1-1,-1 0 0,1 0 0,-1 0 0,0 0 0,1 0 0,-1 0 0,0 0 0,0 0 0,0 0 0,0 0 0,0 0 0,0 0 1,0 0-1,0 1 0,0-1 0,0 1 0,0-1 0,-3 0 0,-24-10 239,25 10-266,0 0 104,0 1 9,-5 2 4,1 1 0,-1 0 0,1 0 0,-1 0 1,1 1-1,0 0 0,0 0 0,1 1 0,-1 0 0,1 0 0,0 1 0,1 0 0,-1 0 0,-4 6 0,-10 15 207,0 0-1,-15 31 1,7-8 16,-40 99-1,58-124-285,2 1-1,1 0 1,2 1-1,0-1 0,1 1 1,1 31-1,3-35-14,-1-2-4,1 0 0,1 0 1,1 0-1,1 0 0,6 23 0,-7-36-13,1-1-1,0 1 0,1-1 0,0 0 0,0 0 0,0 0 0,1-1 0,0 0 0,0 0 0,0 0 0,1 0 0,0-1 0,0 0 0,0 0 0,1-1 1,0 0-1,0 0 0,13 5 0,78 26 35,-88-33-38,-1 0 0,1 0 0,0-1 0,0-1 0,0 1 0,0-2 0,0 1 0,16-4 0,-7-1-7,-1 0 0,31-14 0,-39 14 5,2 0-11,0-1 0,-1-1 0,1 0 0,-1 0 0,-1-1 0,1 0 0,-1-1 0,-1-1 0,12-14 0,-9 9-40,-1-1 1,-1 0-1,0-1 0,-1 0 0,-1-1 1,5-18-1,-4 8-46,-2 0-1,-1-1 1,-1 0-1,-1 0 1,-2 0 0,-1 0-1,-1-1 1,-6-44 0,1 46 55,0 1 1,-2 0-1,-1 0 1,-1 1-1,-1 0 1,-2 1-1,-26-45 1,28 55 32,0 1 0,-2 0 0,1 0 1,-2 1-1,1 1 0,-2 0 0,0 1 1,0 0-1,-1 1 0,0 0 0,-1 2 0,0 0 1,-22-8-1,25 12-1,1 1-1,0 0 1,-1 1 0,1 0-1,-1 1 1,0 0 0,1 1-1,-1 1 1,0 0-1,1 1 1,-1 0 0,1 0-1,0 2 1,0-1 0,0 2-1,0 0 1,0 0 0,1 1-1,0 0 1,0 1 0,-12 10-1,13-8-271,0 0 0,1 0 0,0 1-1,0 0 1,1 1 0,1 0 0,0 0-1,0 1 1,1-1 0,0 1 0,1 1-1,-6 24 1,7-23-761,2-1 0,0 1-1,0 0 1,1 0 0,1-1 0,0 1-1,4 21 1,8 9-4922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1.89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85 19 6725,'0'0'3221,"-16"-18"10179,18 36-12991,-2 1 0,0-1 0,-1 1 0,0 0 0,-2-1 0,0 0 0,-9 29-1,-7 43 250,4 196-897,8-82-3047,7-204 3263,-9 161-4485,10-53-2048,5-15-3123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3.3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178 76 5056,'16'-21'9247,"-16"17"-8933,-1 2-152,1 0-1,0 0 1,-1 0 0,1 0-1,0 0 1,0 0-1,0 0 1,1 0-1,-1 0 1,0 0-1,1-1 1,-1 1-1,1 0 1,0 1-1,0-1 1,0 0 0,0 0-1,0 0 1,0 0-1,0 1 1,0-1-1,1 0 1,4-4 2306,-17 22-2071,7-11-316,-13 23 205,2 0 1,1 0 0,1 1 0,2 1 0,1 0-1,-13 62 1,-10 75 210,24-134-284,8-30-185,0-1 4,0 0-1,0 1 0,0 0 1,0-1-1,0 1 0,1-1 1,-1 1-1,1 0 0,-1 5 1,2-10-38,7-8 39,0 1-1,1 0 0,0 0 0,12-9 1,-18 16-22,7-7-111,1 2 71,-9 5 109,5 14-233,2-2 157,-6-8-28,0 1-1,-1 0 1,1 0-1,-1 0 1,0 0-1,4 7 1,7-15 74,-12 5-104,0 0-1,0 0 1,0 0-1,0-1 1,0 1-1,0 0 1,0 0 0,0-1-1,-1 1 1,1 0-1,0-1 1,0 1-1,0-1 1,0 1-1,0-1 1,-1 0-1,1 1 1,0-1-1,0 0 1,-1 1 0,2-2-1,-3-4-234,1-1 1,-1 1-1,1 0 1,1 0-1,-1 0 0,1 0 1,0 0-1,0 0 1,1 1-1,0-1 0,0 0 1,0 0-1,1 1 1,-1 0-1,2-1 0,3-5 1,1-2 119,-2-1 0,0 1 0,0-1 0,-1-1 0,-1 1 0,0-1 0,-1 0 0,-1 1 0,0-1 0,0-16 0,-1 19 276,10-36 1225,-9 45-842,-2-16 462,2 2-456,-1 14 106,-4 5 77,-4 4-424,0 0 0,0 0 0,0 1 0,1 0 0,0 1 0,1-1 0,-1 1 0,-3 9 0,-33 76 1332,25-52-959,-14 35-221,3 1-1,-32 140 1,44-147-1155,7-33-801,1 0 1,-2 41-1,9-74 818,1 0 1,0 0-1,1 0 1,-1 0-1,1 0 1,-1 0-1,1 0 1,1-1-1,-1 1 1,2 4-1,-2-5-178,9 24-8379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3.9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244 28 9669,'0'0'6216,"-3"0"-4878,-1 0-1208,1-1 55,0 1 0,0 0 0,0 0 0,1 0 0,-1 1 0,0-1 1,0 1-1,0-1 0,1 1 0,-1 0 0,0 0 0,1 0 0,-1 0 0,1 1 0,-1-1 0,1 1 0,0-1 0,-1 1 0,1 0 0,0 0 0,0 0 0,-2 3 0,-6 10 389,0 0-1,1 0 1,0 2 0,1-1-1,1 1 1,-8 26-1,-3 6 119,-4 8-48,1 2-1,-12 61 1,28-96-559,2 0 0,0 0-1,1 0 1,1 0 0,2 0 0,0 1 0,2-1 0,6 30 0,-7-47-75,0-1 0,-1 0-1,2 0 1,-1 0 0,1 0-1,0 0 1,0-1 0,0 0-1,1 1 1,0-1 0,0 0-1,0 0 1,1-1 0,0 0 0,0 1-1,9 5 1,-6-7-11,-1 1 0,0-1 0,1-1 1,-1 0-1,1 0 0,0 0 0,-1-1 0,1 0 0,0-1 1,0 1-1,0-1 0,0-1 0,0 0 0,7-2 0,0 1-38,-2 0-21,0 0 1,0-1 0,0 0-1,0-1 1,0-1 0,-1 0-1,1-1 1,-2 0-1,1-1 1,20-15 0,77-67-1022,-97 77 906,1 0 0,-2-1 0,0 0 0,0-1 0,-1 0 1,-1-1-1,0 0 0,10-25 0,-11 16-69,-1-1 1,0 1 0,-2-1-1,2-35 1,-5 43 116,-2-1 1,0 0-1,-1 0 1,0 1-1,-2-1 1,0 1-1,-1 0 1,-1-1-1,0 2 1,-1-1-1,-10-17 1,11 24-44,0 0 0,-1 0 0,-1 1 0,0 0 0,0 0 0,0 0 1,-1 1-1,0 0 0,-1 1 0,0 0 0,0 0 0,-1 1 0,0 0 0,0 1 1,0 0-1,0 0 0,-1 1 0,-12-3 0,10 5-424,0 0-1,-1 0 1,1 1 0,-1 1-1,-18 1 1,-33 11-4714,5 8-2687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4.9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226 129 6737,'0'0'4535,"-1"-2"-3274,-2-1-804,0 0-1,0 0 1,0 0-1,0 1 1,0-1-1,0 1 1,-1 0-1,1 0 1,-7-3-1,8 5-354,0-1 1,0 1-1,0-1 0,0 1 0,1 0 0,-1-1 0,0 1 1,0 0-1,0 0 0,0 0 0,0 1 0,0-1 0,0 0 1,0 1-1,0-1 0,1 1 0,-1 0 0,0 0 0,0 0 1,1-1-1,-1 1 0,0 1 0,1-1 0,-2 1 0,-9 11 299,2 1 0,-1 0-1,2 1 1,0-1 0,1 2-1,0-1 1,-5 18-1,2-9-36,0 6-12,2 1 0,0 0 0,2 1 0,2-1 0,0 1-1,3 0 1,1 57 0,2-78-305,0 0-1,0-1 1,1 1-1,0-1 1,1 1-1,0-1 1,1 0-1,0 0 1,1 0-1,8 14 1,-9-18-22,1 0 0,0 0-1,0 0 1,0-1 0,0 0 0,1 0 0,0 0 0,0-1 0,0 0 0,1 0-1,0-1 1,-1 1 0,1-1 0,0-1 0,15 4 0,-5-3-3,1-1 0,0-1 0,0 0 0,0-2 0,0 0 0,0-1 1,-1 0-1,1-2 0,-1 0 0,1-1 0,29-13 0,-26 9-43,0-1-1,-1-2 1,0 0-1,-1-1 1,0 0-1,-1-2 1,0 0-1,26-31 1,-35 35-82,-1-1 0,0 0 0,-1 0 0,0-1 0,-1 0 0,0 0 0,-1 0 0,0-1 0,-2 0 0,1 0 0,-2 0 0,1 0 0,-2 0 0,0-1 0,-1 1 0,0 0 0,-2-1 1,1 1-1,-2 0 0,1 0 0,-2 0 0,0 0 0,-8-18 0,4 14-61,0 0 1,-2 1-1,0 0 0,0 1 1,-2 0-1,0 1 0,0 0 1,-2 1-1,1 0 1,-2 1-1,0 1 0,-1 0 1,0 1-1,0 1 1,-1 0-1,-30-11 0,42 19-70,0 0 0,-1 1 0,0 0 0,1 0 0,-1 0 0,0 0 0,1 1 0,-1 0 0,0 0 0,0 1 0,1 0-1,-9 2 1,4 0-1245,0 1-1,0 0 0,0 0 0,0 1 0,-11 9 1,0 1-5381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5.45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312 211 6365,'-1'-1'86,"-11"-23"3538,12 23-3386,0-1 1,1 1-1,-1-1 0,1 1 1,-1 0-1,1-1 0,-1 1 1,1 0-1,0-1 0,0 1 1,6-7 6014,-9 6-5976,1 1 1,-1-1-1,1 0 1,-1 1 0,0-1-1,1 1 1,-1-1-1,0 1 1,-4-2-1,3 4-135,1 1-1,-1-1 0,0 1 1,1-1-1,-1 1 0,1 0 0,-1 0 1,1 0-1,0 1 0,-3 2 1,-1 1 130,-4 5-36,1 0 0,0 1 0,0 0 0,1 0 0,1 1 0,0 0 0,1 0 0,0 1 1,1 0-1,1 0 0,0 0 0,0 0 0,2 1 0,0-1 0,0 20 0,1-25-202,1-1-1,0 1 1,1 0 0,0 0 0,1-1 0,-1 1 0,2 0-1,-1-1 1,1 0 0,0 0 0,1 0 0,0 0-1,0 0 1,1-1 0,0 1 0,0-1 0,1 0 0,0-1-1,0 0 1,0 0 0,1 0 0,0 0 0,0-1-1,0 0 1,1-1 0,12 6 0,-2-3-14,-1-2 1,2 1 0,-1-2-1,1-1 1,-1 0-1,1-1 1,0-1-1,0-1 1,0 0-1,23-4 1,-29 2-18,0-1 0,0 0 0,0-1 0,0 0 0,-1-1 0,0 0 1,0-1-1,0 0 0,0-1 0,-1 0 0,0-1 0,-1 0 0,0-1 0,0 0 0,11-14 0,-15 14-18,0 0 0,-1-1 1,0 1-1,-1-1 0,0 0 0,0 0 0,-1-1 0,0 1 0,-1-1 0,0 0 0,-1 1 0,1-20 0,-3 13-26,0-1 0,0 1 0,-2 0-1,0 0 1,-1 0 0,0 0-1,-9-19 1,7 22-63,-1 0-1,0 1 1,-1 0-1,-1 0 1,0 0-1,0 1 1,-2 1-1,1 0 1,-1 0-1,-1 1 1,0 0-1,0 1 1,-1 1-1,0 0 1,0 1-1,-1 0 1,0 1-1,-1 0 1,1 1 0,-1 1-1,0 0 1,0 1-1,0 1 1,0 0-1,0 1 1,-1 1-1,-19 1 1,2 4-864,0 1 0,1 1 1,0 2-1,0 1 1,1 1-1,0 2 1,-39 22-1,-1 6-3878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6.57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233 83 6145,'0'0'2856,"-1"-3"-1597,-2-1-622,0 0 1,0 0 0,1 0-1,-1-1 1,1 1 0,0-1-1,0 0 1,1 0 0,0 1-1,0-1 1,-1-10 0,3 14-460,0-1 0,0 1 0,0 0 1,0-1-1,1 1 0,-1 0 0,0 0 0,1 0 1,-1 0-1,1 0 0,0 0 0,1-1 1,-8 39 789,-2-1 0,-20 61 0,-37 72 1383,34-93-1763,10-18-548,2 0 0,3 2 0,-14 118 0,19 63-4763,11-209 1674,3 0 0,13 62-1,2-16-6327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7.3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292 16 6289,'0'0'9530,"3"-1"-8768,22-12 505,-23 12-2,-2 5-540,1 46 245,-3-1-1,-1 1 0,-3-1 0,-2 0 0,-22 73 0,-68 148-1189,-13-4-6494,73-176 647,12-7-3601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09.75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114 190 5557,'5'-21'2390,"-1"0"1,1-23 0,-5 41-2304,11-37 2595,-6 24-1435,-5 14-483,0-2-125,3-31 347,-2 31-583,-1 8 58,-10 251 1258,-60 370-1,3 158-1325,66-669-361,5 0 0,5 0-1,5-1 1,31 121 0,-34-195-25,2-1 0,2-1 0,1 0 1,2 0-1,1-2 0,2-1 0,2 0 0,1-1 0,1-2 1,1-1-1,60 52 0,-63-64-19,0-1 0,43 21-1,-43-25 3,1 1 0,-2 1-1,25 20 1,-37-29 7,0 1 0,0-2 1,1 1-1,0-2 0,0 1 0,1-2 0,-1 1 1,1-1-1,-1-1 0,14 1 0,40 3 4,0-3-1,116-9 1,-42-1-39,535-13-276,5800-95 37,-3977 27 290,-4-72-54,-2047 127 39,1590-95-34,-1760 110-27,-131 12 64,-142 5-7,2 1 2,150 2 35,85 0-12,217-39-8,-360 27-26,362-60 6,-256 34-14,218-11-1,60 41 59,349 44-48,-575-30 26,-204-9-11,4 0 27,80-14-1,-64-1-6,-67 15-30,-2 0-2,18-12-12,-5 3-27,-1 1 1,21-20-1,-31 25-151,0 0-1,0-1 0,0 1 0,0-1 0,-1 0 0,0 0 0,0-1 1,-1 1-1,1-1 0,-1 1 0,3-11 0,-4 5-457,1 0 1,-1 1-1,-1-1 0,0 0 0,-3-18 0,-8-27-4912,-2 5-2638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0.3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744 121 5220,'33'-27'1189,"-31"25"-1011,0 1-1,0-1 1,-1 1-1,1-1 1,-1 0-1,0 0 1,1 0-1,-1 0 1,0 0-1,0 0 1,0 0-1,0 0 1,0-3-1,2-2 491,-2 5-535,0 1 0,-1-1 0,1 1 0,-1-1 0,1 1 0,-1-1 0,1 0 0,-1 1 0,0-1 0,0 0 0,0 1 0,0-1 0,0 0-1,0 1 1,0-1 0,-2-2 0,2-21 2130,1 23-960,-1 7-361,-2 20 171,-5 40 191,-155 717 4815,-198 639-5801,276-1098-1421,-41 183-1379,102-387 640,5 1-1,-3 152 0,20-223-1414,9 75-1,4-55-3314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1.50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758 161 4008,'0'-2'90,"1"1"0,-1-1 0,0 1 0,0-1 0,1 1 0,-1-1 0,0 1-1,0-1 1,0 0 0,-1 1 0,1-1 0,0 1 0,-1-1 0,1 1 0,0 0-1,-1-1 1,0 1 0,1-1 0,-1 1 0,0 0 0,0-1 0,0 1 0,0 0 0,0 0-1,0 0 1,0 0 0,-2-2 0,1 1 42,2 1-74,-1 0 1,0 0-1,1 0 0,0 0 0,-1 0 0,1 0 0,0 0 0,-1 0 0,1 0 1,0 0-1,0-1 0,0 1 0,0 0 0,0 0 0,0 0 0,0 0 0,0 0 1,1 0-1,-1-1 0,1-2 137,-2-6 323,0 1-1,-1 0 0,0 0 0,0 0 0,-1 0 0,0 1 0,-7-14 0,8 18-343,1 2 1984,-8 62 844,6 101-827,1-16-1140,-16 84-785,-10-1 0,-10-2 0,-10-1-1,-108 309 1,51-237-1351,-46 139-1072,30 7-1600,99-329 1710,10-20-1415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2.11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654 0 4684,'0'0'7703,"-1"4"-6640,-44 175 3840,-1 105-2353,31-182-1800,-35 224 639,-45 199-127,-56 149-621,10-58-1201,43 5-760,86-371-510,14-204 312,2-1-1,1 0 1,17 64-1,-19-99 715,0 1-1,0-1 0,1 0 0,1 0 1,6 11-1,-2-10-1028,-1 0-1,2-1 1,12 12 0,-21-22 1817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2.7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72 22 4684,'0'0'1107,"-2"-3"110,-1 0-1036,-12-12 3246,7 17-1198,-1 14-487,-1 22-672,2 0-1,1 0 1,2 0 0,0 45-1,22 216 1971,-3-130-1939,7 942 867,-21-938-2506,-15 294-1783,1 59-4930,15-497 4743,7 46-1,15 15-5424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3.3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81 24 2900,'28'0'552,"-27"0"-517,-1 0-1,1 0 1,0 0 0,0 0 0,0 0 0,0-1 0,-1 1 0,1 0 0,0-1 0,0 1 0,0 0-1,-1-1 1,1 1 0,0-1 0,-1 1 0,1-1 0,0 0 0,-1 1 0,1-1 0,-1 0 0,1 1-1,-1-1 1,1-1 0,2-1 98,-2 2-88,0 0 1,0 0 0,1 0-1,-1 0 1,0 1 0,1-1-1,-1 0 1,0 1 0,1-1-1,-1 1 1,1-1 0,-1 1-1,1 0 1,-1 0 0,1 0-1,-1 0 1,1 0 0,-1 0-1,1 0 1,-1 0 0,1 0-1,1 1 1,27 17 592,-15-6-314,-12-10-240,1 1 0,-1 1 1,0-1-1,-1 0 0,1 1 0,-1-1 1,1 1-1,-1 0 0,0 0 0,2 5 1,1 2 113,-4-9-64,18 24 256,3-9-386,-20-15-23,1-1 0,0 0-28,-3-1 76,1 1 0,0 0 0,0-1 0,0 1 1,0-1-1,0 0 0,0 1 0,0-1 0,0 0 0,0 0 0,0 1 0,0-1 0,0 0 0,0 0 0,0 0 1,0 0-1,0 0 0,0 0 0,0-1 0,0 1 0,0 0 0,0 0 0,0-1 0,0 1 0,0-1 1,0 1-1,0-1 0,0 1 0,-1-1 0,1 0 0,0 1 0,0-1 0,-1 0 0,1 1 0,0-1 1,-1 0-1,1 0 0,0-1 0,7-11 502,-6 11 144,-2-1 140,3-27 1016,-3 27-66,1 6-683,11 115 1959,-4 202-1,-9-226-2425,-8 122 116,-43 244 1,-121 374-5537,74-445-3872,70-252 1148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4.2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 39 3668,'-7'-21'1905,"-6"12"-1273,-1 0 388,35 9-1080,-1 3-272,13 0-760,21 9-621,-4 0 669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14.4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1 284,'10'3'-100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22.3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395 76 4520,'0'0'9219,"-2"0"-8715,-21-8 1148,23 8-1560,0-1 0,0 0 1,0 0-1,0 1 0,0-1 1,0 0-1,0 1 0,0-1 1,0 0-1,1 0 0,-1 1 1,0-1-1,0 0 0,1 1 1,-1-1-1,0 1 0,1-1 1,-1 0-1,1 1 0,-1-1 1,1 1-1,-1-1 0,1 1 1,0-1-1,-1 1 0,1 0 1,-1-1-1,4-1 2913,-26 15-3076,25-19 117,0 2 89,-1 0 0,0 0 0,0-1-1,0 1 1,0 0 0,-1-1 0,1 1 0,-1-1 0,0 0 0,0-6-1,-15 32 1471,-2 14-604,1 0 0,-17 66-1,12-38-466,-154 619-500,131-486-3431,14-68-446,5-1-3324,9-26-3560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24.48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85 12 4504,'-3'4'11321,"11"-16"-4873,-6 8-9588,-60 28 2632,42-30-11072,-1 3 7519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36.1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389 177 4796,'0'0'4209,"-2"-1"-3272,-6-2-425,0 0 1,1 0 0,0-1-1,-1 0 1,1 0 0,1-1-1,-1 0 1,1 0 0,0 0-1,0-1 1,0 0 0,1 0-1,-8-12 1,-6-7 608,16 22-604,1 2-89,1 1-396,-3-2 79,-1-1 0,0 1 0,1 0 1,-1 0-1,0 1 0,0 0 0,0 0 0,0 0 1,-1 0-1,1 1 0,0 0 0,0 0 0,0 0 1,-1 0-1,1 1 0,-5 1 0,2 1-31,1 0-1,0 0 0,0 1 0,1 0 1,-1 0-1,1 1 0,0-1 0,0 1 1,0 0-1,1 1 0,0 0 0,0 0 1,0 0-1,0 0 0,1 1 0,0-1 1,1 1-1,-5 13 0,-3 8 196,1 0 0,2 1-1,-7 45 1,6-12-95,4 0 0,2 1 0,2-1 0,4 1 0,2-1 0,15 67 0,-16-108-156,1 1-1,1-1 0,1 0 1,1 0-1,1-1 0,1 0 1,1-1-1,0 0 0,1 0 1,1-2-1,1 1 0,26 24 1,-30-32-30,2-1 0,-1 0 0,1-1 0,0 0 1,1-1-1,0 0 0,0-1 0,0 0 0,1-2 0,0 1 0,0-1 1,0-1-1,0-1 0,0 0 0,1-1 0,-1 0 0,1-1 1,-1-1-1,1 0 0,18-4 0,-16 1-43,1 0 0,-1-1 0,-1-1 0,1-1 0,-1 0 0,0-1 0,0-1 0,-1 0 1,-1-1-1,23-20 0,-26 19-15,0-1 1,-1 0 0,0-1 0,-1 1-1,0-2 1,-1 1 0,-1-1 0,0-1-1,-1 1 1,-1-1 0,0 0-1,4-21 1,-4 7-45,-1-1 0,-2 1 0,-1-1 0,-1 1 0,-1-1 0,-2 1 0,-1 0 0,-1-1 1,-2 2-1,-1-1 0,-11-28 0,-1 11-153,-1 1-1,-3 1 1,-1 1 0,-2 1 0,-57-67 0,68 91-59,0 0 0,-1 1 1,-1 1-1,0 1 0,-2 0 1,1 2-1,-2 0 0,0 1 0,0 1 1,-1 1-1,0 1 0,-40-10 1,54 17-216,1 1 1,-1 0 0,0 1 0,0-1 0,0 2 0,0-1 0,0 1-1,0 0 1,0 1 0,0 0 0,0 0 0,1 0 0,-1 1 0,-7 5-1,-3 2-5242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36.7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132 28 9209,'-1'-3'2525,"0"1"-1817,-1 1 0,1-1 0,-1 0 0,1 0 0,-1 1 0,1-1 0,-1 1 0,0-1 0,0 1 0,0 0 0,0 0 0,0 0 0,0 0 0,0 0 0,0 0 0,0 0 0,0 1 0,0-1 0,-4 0 1,4 1-715,0 1 1,0-1-1,0 0 1,1 0-1,-1 1 1,0-1-1,0 1 1,1 0-1,-1-1 1,0 1-1,-1 1 1,0 1 116,0 1-1,0-1 1,0 0 0,1 1 0,-1 0-1,1 0 1,0-1 0,0 1 0,-2 7-1,-1 1 72,-2 3-99,1 1 0,1-1 0,0 2 0,1-1 1,1 0-1,1 1 0,-1 20 0,7 119-2987,-1-114 1534,-1 8-575,0-10-2176,9 59-1,18 3-6213,-29-102 10333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37.4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379 1 8469,'0'0'10693,"-2"2"-9236,-16 13 705,5-4-1453,1 0 1,0 0 0,1 1 0,0 0-1,1 1 1,-18 28 0,-3 29 258,-35 110 1,-6 82-4781,14-46-6925,24-96-1416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39.5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213 228 5332,'-13'-6'8236,"8"-14"-6712,1-5-908,-4 1 5635,7 23-6304,0 0 70,0 0-1,0 0 1,0 0 0,0 0 0,-1 0-1,1 1 1,0-1 0,0 0-1,-1 1 1,1-1 0,0 0-1,-1 1 1,1 0 0,0-1 0,-1 1-1,1 0 1,-2 0 0,-2 10 85,-102 259 1507,95-232-1526,2 0 1,2 0 0,2 1-1,1 0 1,0 63 0,6-81-59,1 1 1,1-1-1,1 0 1,1 0-1,1-1 1,0 1-1,1-1 1,1 0-1,1-1 1,14 21-1,-13-23-16,0-1-1,2 0 1,0-1-1,0-1 1,1 0-1,1 0 1,0-1-1,1-1 1,0-1-1,0 0 1,26 12-1,-14-12-9,0 0 0,1-2 1,0-1-1,0-1 0,1-1 0,0-2 0,0-1 0,0-1 0,0-1 0,0-2 0,43-8 0,-51 7-28,-1-2 0,-1 0 0,1-2 0,-1 0 0,0-1 0,0 0 0,-1-2 0,0 0 0,-1-2 1,0 1-1,-1-2 0,0 0 0,-1-1 0,-1-1 0,0 0 0,-1-1 0,12-18 0,-17 19-9,-1 1 0,0-1 0,-1-1 0,-1 1 0,0-1 0,-1 0 0,-1 0 0,0-1 0,-1 1 0,-1 0 0,-1-1 0,0 1 0,-1-1 0,0 1 0,-2-1 0,-7-27 0,-3 1-65,-3 0-1,-1 1 1,-1 1 0,-46-72 0,40 75-72,-1 1 0,-2 1 0,-1 2 0,-42-40 0,55 59-272,-2 1 0,0 1-1,-1 0 1,0 1 0,-1 1 0,0 1 0,-1 1 0,0 0 0,-1 2-1,-37-10 1,54 17 273,-9-4-842,0 2-1,0 0 0,0 1 1,0 0-1,0 1 0,-23 2 1,-13 15-6024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2:40.1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486 67 7153,'-33'-14'1897,"25"11"-1213,1-1 0,-1 1 0,0-1 0,-8-7 0,10 8-337,0-1 1,0 1-1,-1 0 0,1 0 0,-1 0 0,1 1 0,-1 0 0,0 1 0,0-1 0,0 1 0,1 1 0,-1-1 0,0 1 0,0 0 0,0 1 0,0 0 0,0 0 0,0 0 0,0 1 0,1 0 0,-1 0 0,0 1 0,-8 4 0,0 1-74,1 0 0,0 1 0,0 1 1,1 0-1,0 0 0,1 1 0,0 1 0,-19 25 0,19-20-121,1 1 0,0 1-1,2-1 1,0 2-1,1-1 1,1 1-1,1 0 1,0 1-1,2 0 1,-3 24 0,5-19-53,1 1-1,2-1 1,0 1 0,1-1 0,2 0 0,1 0 0,15 49 0,-12-53-74,1 0 1,1 0 0,1-1-1,1 0 1,1-1 0,0 0-1,2-1 1,30 31-1,-31-37-26,0-1 0,1-1 0,0 0 0,0-1 0,1 0-1,1-2 1,0 0 0,0 0 0,0-2 0,1 0 0,35 6-1,-40-9-30,-1-2-1,0 0 0,1-1 0,-1 0 1,1 0-1,-1-2 0,0 1 0,0-2 0,0 1 1,0-2-1,0 0 0,0 0 0,-1-1 1,1 0-1,-2-1 0,1 0 0,0-1 0,-1 0 1,-1-1-1,1 0 0,-1-1 0,0 0 1,-1 0-1,0 0 0,12-21 0,-9 11-35,-1-1 0,-1 1 0,-1-2 0,-1 1-1,-1-1 1,0 0 0,-2-1 0,0 1 0,-2-1-1,0 0 1,-1 1 0,-2-1 0,0 0 0,-1 0 0,-1 1-1,-1-1 1,-1 1 0,-10-27 0,7 27-119,0 1 1,-1 0 0,-1 0-1,-1 1 1,-1 1-1,0-1 1,-2 2 0,0 0-1,-1 1 1,0 0-1,-1 1 1,-1 1 0,0 0-1,-1 2 1,-1 0-1,0 1 1,0 0 0,-25-8-1,21 11-646,-1 1 0,0 1-1,0 1 1,0 1 0,-1 2-1,0 0 1,1 1 0,-1 2-1,0 0 1,1 2 0,-1 1 0,-38 10-1,-23 17-5592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3:00.0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60 12 7853,'-4'-11'2352,"-1"11"1717,-5 18 380,9-16-2327,-39-11 9294,41 11-10970,2 7-433,0 0-1,1-1 1,0 0 0,6 9-1,11 23-15,171 537 3,-48 15 0,-100-402 0,112 460 0,-153-639 0,5 21 0,-1 1 0,3 34 0,-10-67 0,0 0 0,0 0 0,0 0 0,0 0 0,0 0 0,-1 0 0,1 0 0,0 0 0,0 0 0,0 0 0,0 0 0,0 0 0,0 0 0,-1 0 0,1 0 0,0 0 0,0 0 0,0 0 0,0 0 0,0 0 0,0 0 0,-1 0 0,1 0 0,0 0 0,0 0 0,0 0 0,0 0 0,0 0 0,0 0 0,0 0 0,-1 0 0,1 1 0,0-1 0,0 0 0,0 0 0,0 0 0,0 0 0,0 0 0,0 0 0,0 0 0,0 0 0,0 1 0,0-1 0,0 0 0,0 0 0,0 0 0,0 0 0,0 0 0,0 0 0,0 1 0,0-1 0,0 0 0,0 0 0,0 0 0,0 0 0,0 0 0,0 0 0,0 1 0,0-1 0,0 0 0,0 0 0,0 0 0,0 0 0,0 0 0,0 0 0,0 0 0,0 1 0,0-1 0,-10-13 0,-9-19 0,11 10-279,1-1 1,0 0-1,2-1 0,-4-44 0,1 10-1619,-23-173-8376,25 181 4934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3:00.7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101 25 6437,'4'-7'279,"12"-10"1547,-16 17-1716,1 0 0,-1 0 1,1 0-1,0 0 1,-1 0-1,1 0 1,0 1-1,-1-1 1,1 0-1,0 0 1,-1 0-1,1 1 1,-1-1-1,1 0 1,-1 1-1,1-1 0,-1 1 1,1-1-1,-1 1 1,1-1-1,-1 1 1,1-1-1,-1 1 1,0-1-1,1 1 1,1 6 5399,2 0-3206,4 8-1269,-8-8 2762,-5 1-3009,0 1 0,0 0 0,1-1 0,0 1 0,1 1 0,0-1 0,0 0 0,1 1 0,0 0 0,0 17 0,-5 63-749,3-41-39,-7 38 0,6-47 0,-2 51 0,14 151 0,0 48 0,-2-76 0,0-134 0,-4 0 0,-15 130 0,-26-7 0,33-186-3001,-8-21-904,13 3 3976,0 1-368,1 0-1,0-1 0,0 0 0,0 1 0,-1-1 0,1 0 0,0 1 0,0-1 1,0 0-1,0 0 0,0 0 0,1 0 0,-1 0 0,0 0 0,-1-2 1,-1-13-5915,0-5-5759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3:02.9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141 344 3712,'-4'-15'3411,"4"11"-3117,0-35 7204,-1 37-6389,1 0-664,-1 0-1,0 1 0,0-1 1,0 0-1,1 1 1,-1-1-1,-1 0 0,1 1 1,0-1-1,0 1 0,-1 0 1,1-1-1,0 1 1,-3-1-1,-12-1 3446,-2 5-1015,-8 16-824,22-9-1880,0 0 1,1 0-1,0 0 1,0 1-1,1-1 1,-2 18-1,0 0-116,-8 37-54,3 0 0,3 0 0,3 1 0,2-1 0,13 96 0,-9-138 1,2-1 1,0 0-1,2 0 1,0-1-1,11 22 0,-13-32-16,0 0-1,1 0 0,0-1 0,1 0 1,-1 0-1,2 0 0,-1-1 0,1 0 1,1-1-1,-1 0 0,16 9 0,-20-14-89,0 0 0,0-1 0,0 1 0,0-1 0,0 0 0,0-1 0,1 1-1,-1-1 1,0 0 0,1 0 0,6-1 0,43-10-567,-49 9 592,14-4-138,0-1 1,0 0 0,0-2-1,-1 0 1,0-2 0,-1 1 0,0-2-1,-1-1 1,0 0 0,-1 0-1,18-23 1,-10 8 68,-1-1 0,-2 0-1,-1-2 1,-1 0 0,21-53 0,-29 58 200,-1-1 0,-1 0 1,-2 0-1,0-1 0,-2 0 0,-1 0 1,-1 0-1,-2 0 0,0-1 1,-2 1-1,-1 0 0,-2 0 0,0 1 1,-18-51-1,10 42 130,-1 2 0,-23-41 0,31 64-150,-1 1 0,-1-1 0,1 2-1,-2-1 1,1 1 0,-1 0 0,-1 1 0,1 0 0,-1 1 0,-17-10 0,20 13-131,0 1-1,-1 0 1,1 0-1,-1 0 1,0 1-1,0 0 1,1 1-1,-1-1 1,0 1-1,0 1 1,-1 0-1,1 0 1,0 1-1,0 0 1,0 0-1,1 0 1,-11 4-1,8-1-597,1 0 0,-1 0 1,1 1-1,0 0 0,-11 8 0,9-4-1590,1 0 1,0 0-1,-16 20 1,-1 6-8413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15.9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376 793 5673,'15'-15'436,"-10"10"-207,0 0 0,0 0 1,0 0-1,-1-1 0,0 1 0,0-1 0,-1 0 0,1 0 0,-1-1 0,-1 1 0,4-11 0,25-66 3430,-20 58-2262,-1 0-1,7-33 0,-8 10 111,-2-1 0,-3-1 0,-2 1 1,-2-1-1,-2 1 0,-11-66 0,7 21 1079,5 90-1096,1 9-895,-8 50-365,-3 0 0,-2-1 0,-38 99 0,-87 154-382,77-181 224,-80 212-72,120-276 0,2 1 0,3 1 0,-11 103 0,24-142 0,2-1 0,1 0 0,1 0 0,2 0 0,0 0 0,1 0 0,1-1 0,1 1 0,10 22 0,-8-27 0,1-2 0,0 1 0,2-1 0,0-1 0,0 0 0,2 0 0,0-1 0,0-1 0,2 0 0,-1-1 0,25 17 0,-9-11 0,2 0 0,0-3 0,1 0 0,65 20 0,145 23 0,-46-13 0,-154-34 0,-2 2 0,64 31 0,-89-37 0,-1 0 0,0 1 0,-1 1 0,0 0 0,22 22 0,-32-28 0,0 0 0,-1 0 0,1 1 0,-1-1 0,0 1 0,0 0 0,-1 0 0,1 0 0,-1 0 0,0 0 0,0 0 0,-1 1 0,0-1 0,0 1 0,0-1 0,-1 1 0,1-1 0,-1 1 0,0-1 0,-1 1 0,-2 10 0,-1-3 0,-1 1 0,-1-1 0,0-1 0,-1 1 0,-1-1 0,1 0 0,-2-1 0,0 0 0,0 0 0,-1-1 0,0 0 0,-1-1 0,0 0 0,0-1 0,-14 8 0,-23 12 0,-1-2 0,-72 27 0,121-53 0,-589 225-328,536-205 77,21-7-708,26-10 419,1 0-1,-1 0 1,1-1 0,-1 0 0,0 0 0,0 0 0,0-1 0,0 0-1,0 0 1,-1 0 0,1-1 0,-12-1 0,17 0 188,-1 0 0,1 0 1,0 0-1,0 0 0,0 0 0,0 0 1,0-1-1,0 1 0,0 0 0,0-1 1,1 1-1,-1-1 0,0 1 0,1-1 1,-1 1-1,1-1 0,0 0 0,-1 1 1,1-1-1,0 1 0,0-1 0,0 0 0,0 1 1,0-1-1,1 1 0,-1-1 0,0 0 1,2-1-1,11-35-10670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16.2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393 278 11985,'-182'20'3858,"-18"-8"4424,189-13-7343,26-4-354,32-7-41,809-165 1108,-765 160-1633,510-77-1778,-575 92 495,0 1-1,51 4 1,-76-3 1165,0 0-1,-1 0 1,1-1 0,0 1 0,0 1-1,0-1 1,0 0 0,0 0-1,-1 0 1,1 0 0,0 1 0,0-1-1,0 0 1,0 1 0,-1-1-1,1 0 1,0 1 0,0-1 0,-1 1-1,1-1 1,0 1 0,-1 0 0,1-1-1,-1 1 1,1 0 0,-1-1-1,1 1 1,-1 0 0,1 0 0,-1-1-1,0 1 1,1 0 0,-1 0-1,0 0 1,0 0 0,0-1 0,1 1-1,-1 0 1,0 0 0,0 1-1,-2 3-616,1-1-1,-1 0 1,0-1-1,0 1 1,-1 0 0,1-1-1,-1 1 1,-4 4-1,-29 28-8092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17.42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840 923 6133,'-11'-4'11988,"2"7"-6996,-7 16-5900,1 0 1561,-60 49-157,-281 230 426,350-293-939,-8 5 85,0 0 0,0-1-1,-1-1 1,-28 12-1,39-18-50,0-1 0,0 0 0,-1 0 0,1 0 0,-1-1 0,1 1-1,0-1 1,-1 0 0,1-1 0,-1 1 0,1-1 0,0 1 0,-1-1 0,1-1 0,0 1 0,0-1 0,0 1-1,0-1 1,0 0 0,0-1 0,0 1 0,1-1 0,-4-2 0,-3-4-2,1-1 0,0 1-1,1-1 1,0-1 0,0 0 0,2 0-1,-1 0 1,-9-24 0,1-5 31,-12-57 0,14 50-39,9 31 2,1 0 0,0 0 1,2 0-1,-1 0 0,2 0 0,0-1 1,1 1-1,1 0 0,0 0 0,2 0 0,-1 1 1,2-1-1,10-24 0,-7 22-10,1 1 0,0 1 0,2 0 0,0 0 0,0 1 0,2 0 0,-1 1 0,2 0 0,0 2 0,1-1 0,21-13 0,26-14-15,2 3 0,136-56 0,-171 81 18,2 2 1,0 1-1,0 2 1,0 1-1,1 1 1,0 2-1,-1 1 1,1 1-1,45 6 1,-57-2-5,-1 1 1,0 1-1,0 0 0,-1 2 0,0 0 1,0 1-1,0 1 0,-1 0 0,0 2 1,-1 0-1,0 0 0,-1 2 0,0 0 1,23 28-1,16 25 19,64 105 1,-76-106 13,3-2 0,58 65 0,-93-117-15,1-1 0,1 0-1,0 0 1,0-1 0,1 0 0,0-1 0,24 11 0,-26-15-16,0 0 1,0-1-1,1 0 1,-1-1-1,1 0 1,-1-1-1,1 0 1,0-1-1,-1 0 1,1-1-1,15-3 1,1-2 16,0-1 1,-1-1 0,38-16-1,-48 16-21,-1 0-1,1-1 1,-2-1-1,1-1 1,-1 0 0,21-21-1,-21 17 1,-1 0 0,0-2 0,-2 1 0,0-2 0,-1 0 0,0 0 0,-2-1 0,0 0 0,-1 0 0,-1-1 0,-1 0 0,-1-1 0,-1 1 0,0-1 0,0-28 0,-4-34 14,-3 0 1,-25-136-1,-22-59-188,49 275-140,-2-18-982,-3 9 691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18.50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144 268 13881,'-76'-10'2366,"72"9"-1753,0 1 1,1-1-1,-1 0 1,0 0-1,0 0 0,1-1 1,-1 1-1,0-1 1,-3-3-1,5 4-274,-1-1-1,1-1 0,0 1 1,0 0-1,0-1 1,0 1-1,1-1 1,-1 1-1,1-1 1,-1 0-1,-1-4 0,1 1 251,2 5-511,-1 0-1,1-1 1,0 1 0,0 0-1,0 0 1,0 0 0,0-1-1,1 1 1,-1 0-1,0 0 1,0 0 0,1-1-1,-1 1 1,1 0 0,-1 0-1,1 0 1,-1 0-1,1 0 1,1-1 0,0-2 129,1 0-133,-1 0 0,1 0 0,0 1 0,0-1 0,1 1 0,-1 0 0,1 0 0,-1 0 0,1 0 0,0 0 0,0 1 0,0 0 0,6-3 0,10-2 163,36-10 0,-29 10-270,76-19-1908,129-16 0,112 12-6003,-235 30 2022,2 5-3614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18.6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188 293 13009,'-87'12'1980,"60"-6"-267,4 3 1571,-1-9-1748,-3 0 1748,34-21-2684,27-9-248,23 3-580,13-3-240,14-6-216,13-7-456,23-2-596,14 0-672,4 3-3277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19.5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87 227 11181,'-33'-10'2264,"26"8"-274,5-1-1092,-1 0 0,0 1 0,0-1 1,0 0-1,0 1 0,0 0 0,0 0 0,0 0 1,-1 0-1,-3-1 0,5 2-829,-6-2 799,9 1 223,42-2 126,-28 3-1322,306-21 1503,450-53 895,-755 72-2392,1 0 0,-1-1 0,1-1 0,26-12 0,-43 15-296,-1 0 0,1 0 0,0 0-1,-1 0 1,0 0 0,1 0 0,-1 0 0,0 0 0,0 1 0,0-1-1,0 0 1,0 0 0,-1-1 0,-22-17-10740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19.8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415 172 11009,'-3'-5'528,"0"0"0,0 0 1,0-1-1,1 1 0,0-1 0,0 1 1,0-1-1,1 0 0,0 0 0,-1-8 0,2 13-489,-2-7 684,0 0-1,0 0 1,-1 0 0,0 0-1,0 0 1,-1 1 0,0 0-1,0-1 1,-1 1-1,0 1 1,-9-11 0,12 15 93,-1 5 12,-1 2-589,-1 0 0,1 0 0,0 1 0,0-1 0,1 1 1,0 0-1,0 0 0,-4 11 0,-16 60 878,13-38-565,-48 160 1030,-104 393-1392,147-517-144,2 1 1,4-1-1,4 2 1,2-1-1,4 0 1,4 1-1,25 136 1,-19-166-168,2-1 1,2 0-1,2-2 0,2 0 1,43 72-1,-42-85-355,1 0 0,2-2 0,1-1-1,1-1 1,2-1 0,0-1 0,2-2-1,35 23 1,-37-29-567,1 0 0,1-2 0,1-2-1,0 0 1,57 14 0,-56-20-1217,0-2 1,0-1-1,48 0 1,26-6-7589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0.1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814 21 11997,'-20'-6'1146,"0"2"0,0 0 0,0 1 0,-27 0 0,37 3-775,0 0-1,0 1 1,0 0 0,1 1-1,-1 0 1,0 1 0,1 0 0,0 0-1,0 1 1,0 0 0,-10 6-1,-10 11 208,0 0-1,2 2 0,0 1 0,2 1 1,0 1-1,2 2 0,1 0 0,-25 43 1,27-36-400,1 1 0,1 1 0,3 1 0,1 0 0,1 1 1,3 0-1,-7 46 0,13-50-108,2 0 0,1 0 0,2 0 0,1 0 0,2 0-1,13 52 1,73 198 115,-17-69-135,-61-172-30,-2 1 1,9 86-1,-18-110-12,-1 1 0,-1-1 0,0 0 0,-2 0-1,0 0 1,-2-1 0,0 1 0,-1-1 0,-14 31 0,8-28-130,0 0 0,-2-1-1,-1-1 1,-1 0 0,0-1 0,-1-1 0,-27 24 0,22-24-689,-1-1 0,0-2 0,-39 23-1,57-37 346,0 0 0,0 0-1,0 0 1,0 0 0,0-1-1,0 0 1,0 0-1,-7 0 1,10-1 210,1 1 0,0-1-1,0 0 1,0 0 0,0 0 0,-1-1-1,1 1 1,0 0 0,0 0-1,0-1 1,0 1 0,0-1 0,0 1-1,-1-1 1,1 1 0,0-1 0,0 1-1,1-1 1,-1 0 0,0 0 0,0 1-1,0-1 1,0 0 0,1 0 0,-1 0-1,0 0 1,1 0 0,-1 0 0,1 0-1,-1 0 1,1 0 0,-1-1 0,1 1-1,0 0 1,-1-1 0,0-32-8776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0.3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61 11625,'0'0'3480,"7"-12"-2099,-4-6-201,14 12-248,0-3-216,19 6-188,28-3-56,-10 6-104,9-6-196,14 6-360,0 6-440,-3-3-664,6 3-472,-9-6-821,-8 3-1555,-2 12-3133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0.5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426 0 11585,'0'23'602,"1"-15"-250,-1 1 1,0 0 0,0-1-1,-1 1 1,0-1 0,0 1-1,-1-1 1,-1 1 0,-5 14-1,-86 183 8336,57-111-6596,-35 134 0,29-68-1259,-38 164-1755,66-246-257,-27 149-2799,22-74-5560,14-81-1279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0.7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11 293 14305,'-10'-31'1924,"20"19"-371,3-6-309,1 3-204,6-3-168,17-12-16,3 6-352,17 3-264,13 0-284,17 0-624,7 3-740,13-1-560,4 7-997,6 0-1539,10-9-3493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0.9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207 6 13529,'-1'-1'200,"0"0"1,-1 1-1,1-1 0,0 1 0,-1-1 1,1 1-1,0-1 0,-1 1 0,1 0 1,-1 0-1,1 0 0,-1 0 0,1 0 0,0 0 1,-1 0-1,1 0 0,-1 1 0,1-1 1,0 1-1,-1-1 0,-1 2 0,-1 0 214,1 0 0,0 0 0,-1 0 0,1 1 0,0 0 0,0-1 0,-4 7-1,-1 0 343,2 1 0,0 0-1,0 0 1,1 0-1,-6 15 1,-9 40 1171,2 1-1,-16 114 1,6 141-1024,25-237-2913,16 166 0,-5-188-1690,27 95 1,-14-81-3132,2 0-4397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1.1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526 60 14429,'6'-7'478,"33"-43"4810,-39 49-5256,0 1 0,0 0 0,1 0 0,-1 0 0,0 0 0,0 0 0,0 0 0,0-1 0,0 1 0,0 0 0,0 0 0,0 0-1,0 0 1,0 0 0,0 0 0,0 0 0,1 0 0,-1 0 0,0-1 0,0 1 0,0 0 0,0 0 0,0 0 0,0 0 0,1 0 0,-1 0 0,0 0 0,0 0 0,0 0 0,0 0-1,0 0 1,0 0 0,1 0 0,-1 0 0,0 0 0,0 0 0,0 0 0,0 0 0,0 0 0,0 0 0,1 0 0,-1 0 0,0 0 0,0 0 0,0 0 0,0 1 0,0-1 0,0 0-1,0 0 1,1 0 0,-1 0 0,0 0 0,0 0 0,0 0 0,0 1 0,9 4 339,0 0-1,-1 1 1,0 0-1,0 1 1,0 0-1,-1 0 1,0 0-1,0 1 1,-1 0-1,0 0 1,-1 1-1,0 0 1,0 0-1,4 11 1,22 53 252,-3 1 0,-3 1 1,-4 1-1,-3 1 0,8 86 0,-9 12-154,-6 214 0,-14-248-356,-6 0 0,-6-1 0,-6-1 0,-66 234 0,57-284-706,-4-2 1,-3 0-1,-49 80 1,45-99-921,-2-3 0,-4-2 0,-2-1 0,-61 58 0,-7-13-5889,-15-1-5061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1.72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10 408 16253,'7'-16'2889,"-24"7"-645,17-12-164,0-3-160,17 3-268,13-9-375,4 6-249,12 0-168,18-3-172,13-1-180,7 4-404,365-78-4260,-325 81 1995,-7 6-555,0 0-32,-16 9-3117,-11 9-5008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1.8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88 254 10773,'-61'42'1424,"55"-15"-84,-1-3-40,0-12-20,1 3 2021,22-6-2537,1 4-140,16-20-120,34-8-20,-6-6-228,9-9-256,11-18-476,9-6-824,7-16-980,4-5-3077,6 0-4296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2.5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136 274 13933,'-89'-14'2340,"87"13"-2006,0 1-1,0-1 0,-1 1 0,1-1 1,0 0-1,0 0 0,0 0 0,0 0 0,0 0 1,0 0-1,0-1 0,0 1 0,0-1 1,1 1-1,-1-1 0,0 0 0,1 1 0,0-1 1,-1 0-1,1 0 0,0 0 0,0 0 1,-2-5-1,2 3 413,0 2-596,1 0 0,0 1-1,0-1 1,-1 0 0,1 0 0,1 0 0,-1 0-1,0 0 1,0 1 0,1-1 0,-1 0 0,1 0-1,-1 0 1,1 1 0,0-1 0,0 0 0,0 1-1,0-1 1,0 1 0,0-1 0,0 1 0,0-1-1,1 1 1,-1 0 0,1 0 0,-1-1 0,1 1-1,-1 0 1,3-1 0,5-4 8,0 1 0,0-1-1,0 2 1,14-6 0,33-6-93,0 2 0,1 2 0,68-5 0,-6 1-1759,12-4-1286,-38 5-816,-2 1-3720,-14-1-4074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2.9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186 86 11057,'2'-3'434,"-1"0"1,0 0-1,0 0 1,0 0-1,0-1 0,0 1 1,0 0-1,-1-1 0,0 1 1,0 0-1,0-1 1,0 1-1,0 0 0,0-1 1,-1 1-1,0 0 0,0-1 1,0 1-1,-2-5 1,-2-7 1039,-7 37 1202,3 3-1979,1 1 0,1-1 1,1 1-1,1 1 0,-1 28 0,-2 7 139,-33 187 1567,8-60-1678,-11 227 0,41-270-725,17 156 0,-5-219 0,4-1 0,4-1 0,36 110 0,-40-155 0,2-1 0,1 0 0,27 42 0,-31-58 0,1 0 0,1-2 0,1 1 0,0-2 0,1 0 0,0-1 0,20 13 0,-25-21-2,0-1 0,0 0-1,1 0 1,0-1 0,0-1 0,1 0 0,-1-1-1,1 0 1,21 1 0,-27-3-34,0-1 1,1-1-1,-1 1 0,0-1 0,0-1 1,0 1-1,0-1 0,0 0 1,0-1-1,0 0 0,-1 0 1,1 0-1,-1-1 0,0 0 0,0 0 1,0 0-1,-1-1 0,6-6 1,1 0-54,-2-2 1,0 0 0,0 0-1,-1 0 1,-1-1 0,10-22-1,-3 0-15,-2 0-1,-2 0 1,-1-1-1,-2 0 1,-1-1-1,-2 0 1,0-63-1,-5 88 60,-1 1-1,-1 0 1,0-1-1,0 1 1,-1 0 0,-1 0-1,0 0 1,0 1-1,-1-1 1,-1 1-1,-8-12 1,10 17-56,0 0 1,-1 0-1,0 1 1,0 0 0,0 0-1,-1 0 1,0 1-1,0 0 1,0 0-1,0 0 1,-1 1-1,1 0 1,-1 0-1,0 1 1,0 0-1,0 0 1,0 0-1,0 1 1,0 0-1,-10 0 1,-13 2-771,0 1 1,0 1 0,0 2 0,0 1 0,-55 18 0,50-11-2210,1 1 0,-41 24 1,0 11-7434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23.1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4 103 14721,'0'0'1977,"-3"-18"-373,3 3 1408,0-6-2376,3 0-348,4 9-1936,0-4-928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3.0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1553 3 13737,'-15'-1'508,"12"0"-353,0 1 0,-1-1 1,1 1-1,0 0 0,-1 0 0,1 0 0,0 1 0,-1-1 1,1 1-1,0 0 0,0 0 0,0 0 0,0 0 0,0 0 1,0 0-1,0 1 0,0 0 0,0 0 0,0 0 0,-2 2 1,-10 9 647,-141 138 5242,-71 105-2283,-196 289 0,316-387-3539,7 4-1,7 5 1,-101 250 0,157-317-223,3 2 0,-24 128 0,49-176 0,1 0 0,3 0 0,2 1 0,3-1 0,2 0 0,11 68 0,-9-96 0,2-2 0,0 1 0,2 0 0,1-1 0,0-1 0,2 0 0,1 0 0,1-1 0,0 0 0,2-1 0,0-1 0,2-1 0,0 0 0,1-1 0,1 0 0,0-2 0,2 0 0,0-2 0,0 0 0,1-1 0,1-1 0,0-2 0,36 13 0,-22-12-2,1-1 1,1-2-1,0-1 0,0-2 0,68-1 1,-53-6 7,0-3 1,0-2-1,87-22 1,-53 2-59,-1-4 1,-2-4 0,-1-3 0,131-81-1,20-40-199,-180 117 286,-3-2 0,52-56 1,-89 85 15,-1-1 0,0 0 1,-1-1-1,-1-1 0,-1 0 0,12-26 1,-21 40-51,0 0 0,-1 1-1,0-1 1,0 0 0,0 0 0,0 0 0,-1 0 0,1 0 0,-1 1 0,0-1 0,0 0 0,-1 0 0,1 0 0,-1 0 0,0 0 0,0 0-1,0 0 1,0 1 0,-1-1 0,1 0 0,-1 1 0,0-1 0,0 1 0,0 0 0,-1 0 0,1 0 0,-1 0 0,0 0 0,0 0 0,0 1-1,-4-4 1,-3 0-1,0 1 0,0 0 0,-1 1-1,1 0 1,-1 0 0,0 1 0,0 0-1,-1 1 1,-20-1 0,-21 1 0,-1 2 0,1 3 0,-88 16 0,-158 51 0,123-18 0,3 7 0,3 8 0,-273 150 0,383-180-931,-65 53 0,98-70-527,26-19 1415,-16 15-6344,39-11-1607,21-4-4045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3.68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52 369 11133,'-3'-2'346,"-1"-1"1,0 1-1,1-1 1,0 1-1,-1-1 0,1 0 1,0 0-1,0-1 0,1 1 1,-1-1-1,1 1 1,0-1-1,0 0 0,0 0 1,0 0-1,1 0 0,-1 0 1,1 0-1,0 0 1,0 0-1,1-1 0,-1 1 1,1 0-1,0 0 0,0-1 1,1 1-1,-1 0 1,1-1-1,0 1 0,2-7 1,-1 3-52,1 1 1,-1-1-1,2 1 1,-1 0-1,1 0 1,0 0 0,0 0-1,1 1 1,0 0-1,0 0 1,0 0-1,1 0 1,12-8-1,7-4 54,0 1-1,1 1 1,0 2-1,1 0 0,1 2 1,0 1-1,1 1 1,33-6-1,-36 10-249,1 1-1,1 2 1,-1 1-1,0 1 1,1 1 0,-1 1-1,0 2 1,1 0-1,30 9 1,-42-7-64,0 0 1,0 2-1,0-1 0,-1 2 1,0 0-1,-1 0 0,1 2 1,-2 0-1,0 0 0,0 1 1,0 1-1,-2 0 0,0 1 1,0 0-1,-1 1 0,0 0 1,-1 0-1,-1 1 0,-1 0 1,0 0-1,-1 1 1,0 0-1,-1 0 0,-1 1 1,-1-1-1,0 1 0,-1 0 1,-1 0-1,-2 33 0,-3-11 66,-2 0 0,-2-1 0,-1 1 0,-2-2-1,-28 65 1,-4-11 347,-58 89 1,-196 251-375,143-218-73,119-165-1,14-21 0,2 1 0,0 1 0,-20 45 0,38-73 0,0 1 0,0-1 0,1 0 0,-1 1 0,1-1 0,-1 0 0,1 1 0,-1-1 0,1 1 0,0-1 0,0 0 0,0 1 0,0-1 0,0 1 0,0-1 0,0 1 0,0-1 0,0 1 0,1-1 0,-1 0 0,1 1 0,-1-1 0,1 0 0,-1 1 0,1-1 0,0 0 0,0 0 0,0 1 0,-1-1 0,1 0 0,0 0 0,0 0 0,1 0 0,-1 0 0,0 0 0,0-1 0,0 1 0,1 0 0,-1-1 0,0 1 0,1 0 0,-1-1 0,0 0 0,1 1 0,-1-1 0,1 0 0,-1 0 0,0 0 0,4 0 0,6 1 0,-1-1 0,1 0 0,0-1 0,20-4 0,6-4-194,1-3 0,-1-1 0,-1-2 0,0-1-1,-1-2 1,44-30 0,-47 26-1330,-1-1-1,-2-1 1,46-48 0,-45 39-3863,31-46 1,-23 22-6168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3.9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252 46 10385,'-4'-4'507,"0"0"0,1 0 0,-2 0 0,1 0 0,0 1 0,-1 0 0,1 0 0,-1 0 0,-10-4 0,9 5 633,0 1-1,0 0 1,0 0 0,0 0 0,-11 1-1,15 0-958,0 0 0,0 1 0,0-1 0,0 1 0,0 0 0,0 0 0,0-1 0,0 1 0,1 0 0,-1 1 0,0-1-1,0 0 1,1 0 0,-1 1 0,1-1 0,-1 1 0,1 0 0,0-1 0,0 1 0,-1 0 0,1 0 0,0-1 0,1 1 0,-1 0 0,0 0-1,0 0 1,1 0 0,0 0 0,-1 0 0,1 4 0,-3 9 541,2-1 1,0 0-1,1 20 0,9 201 1206,-6 405-1880,-95 60-1405,74-567-2990,13-46-3689,3 8-8007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4.4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17 305 11025,'-6'-14'771,"5"11"-547,-1 0 0,1 0 0,0 0 0,-1 0 0,2 0 0,-1 0-1,0 0 1,0 0 0,1 0 0,0 0 0,0-1 0,0 1 0,0 0 0,0 0-1,0 0 1,1 0 0,0-1 0,-1 1 0,1 0 0,1 0 0,1-4 0,9-9 241,1 1 1,1 1 0,0 0 0,1 1 0,0 0-1,1 1 1,1 1 0,0 1 0,0 0 0,1 1-1,28-10 1,-5 5-216,-1 2 0,2 1 0,0 3 0,58-6 0,-71 12-145,0 0 0,0 2 0,0 2 0,0 0 0,38 9 1,-58-10-82,0 1 0,0 1 0,0 0 0,-1 0 0,1 1 1,-1 0-1,0 0 0,0 1 0,0 0 0,-1 1 0,1 0 0,-2 0 1,1 0-1,0 1 0,-1 0 0,0 0 0,-1 0 0,0 1 1,0 0-1,6 15 0,-6-9 15,-1 0 0,-1 0 0,0 1 0,-1-1 0,-1 1 0,0 0 0,-1-1 0,-4 30 0,-3 2 224,-20 69-1,-61 143 551,-8 28-60,90-262-714,1 1 1,1 0-1,1-1 0,1 1 1,1 0-1,1 0 0,2 0 0,0 0 1,2 0-1,0-1 0,2 1 1,1-1-1,0-1 0,20 41 1,56 73-21,-57-99 20,-2 1 1,-2 1-1,21 53 0,-39-81-10,0 0 0,-1 1 0,0-1 0,-2 0 0,1 1 0,-1-1 0,-1 1 0,0 0 0,-1-1 0,-4 21 0,1-16 71,-1 1-1,-1-1 1,0 0-1,-1 0 0,-1-1 1,-16 25-1,-7 0 242,-1-1 0,-2-1-1,-1-2 1,-50 39-1,-165 124 1359,-12 10-2433,237-189-1433,11-9-1650,30-23-418,23-15-2684,15-3-4549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4.64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0 561 17086,'27'-99'2388,"3"57"-536,0-7-356,-6 7-292,6 0-236,10 0-304,17 0-648,17 2-608,6-5-772,1-3-1012,16 12-176,17 12-3053,-1 15-4596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4.7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135 571 16958,'-82'47'2504,"29"-17"2861,87-45 1786,65-26-5948,33-15-1617,140-59 172,201-92-5603,-269 114 725,-64 35-1226,31-4-5884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5.9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28 865 11541,'-9'-27'632,"5"20"-419,1 1 0,1-1-1,0 0 1,0 0 0,0 0 0,1 0-1,-1-1 1,2 1 0,-1 0 0,1 0 0,0-1-1,1 1 1,0 0 0,0-1 0,2-6-1,12-25 740,1 2-1,2 0 1,1 1-1,2 0 1,2 2-1,1 1 0,1 1 1,30-30-1,-10 18-435,2 1 0,1 3 0,2 2 0,82-47 0,-93 62-315,1 2 0,1 2 1,58-18-1,-83 32-153,1 0 1,0 2-1,0 0 0,0 0 0,0 2 1,0 0-1,1 1 0,-1 1 1,0 1-1,0 0 0,31 8 1,-39-7-24,0 1 1,0 0 0,0 0 0,0 1 0,-1 0 0,0 0 0,0 1-1,0 0 1,-1 0 0,0 1 0,0 0 0,0 0 0,8 13 0,-7-7 28,-1 0 0,0 1 1,-1-1-1,-1 1 1,0 0-1,0 1 1,-2-1-1,3 17 0,-2 16 182,-2 0 0,-2-1 0,-2 1 0,-14 78 0,-22 62 987,-79 235-1,34-136-1036,51-173-186,-53 222 0,72-270 0,3 1 0,4-1 0,0 80 0,7-118 0,1 0 0,1-1 0,1 1 0,2 0 0,0-1 0,16 37 0,-16-48 0,0-1 0,2-1 0,0 1 0,0-1 0,1 0 0,1-1 0,0 0 0,1-1 0,0 0 0,1 0 0,0-2 0,23 16 0,-5-9 0,1-1 0,0-2 0,1-1 0,1-1 0,0-2 0,0-1 0,45 4 0,3-4 0,160-6 0,-62-15 2,204-42 0,171-71-2504,63-65-6258,-445 128 1760,-13 7-4525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6.7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1145 0 13249,'-46'42'2140,"1"1"0,-45 58 0,-288 429 7006,251-313-7832,11 5-1,-93 250 0,174-378-1309,4 1 1,-18 100-1,42-159-4,2 0 0,1 0 0,2 1 0,1-1-1,2 1 1,1-1 0,3 0 0,15 68 0,-15-88 2,1 0-1,1 0 1,0-1-1,0 0 1,2 0 0,0-1-1,1 0 1,0-1-1,1 0 1,0-1 0,1 0-1,0 0 1,1-1-1,25 15 1,-18-14-46,0-2 0,1 0 0,1-1 0,-1-2 0,1 0 0,1-1 0,-1-1 0,1-1 0,0-1 1,30-1-1,16-2-271,0-4 0,0-3 0,-1-3 0,0-3 0,116-37 0,-108 23 136,-2-3-1,-1-3 0,-1-4 1,111-76-1,-134 78 90,65-61 1,-99 82 92,-1 0 1,0-2-1,-1 1 1,-1-2 0,-1 0-1,0 0 1,16-37-1,-25 49 4,0-1 0,0 0-1,-1 0 1,1 0 0,-1 0 0,-1 0-1,1 0 1,-1 0 0,0 0-1,-1 0 1,1 0 0,-1 0 0,0 0-1,-1 0 1,0 0 0,0 0-1,-4-9 1,2 8-5,0 1 0,-1-1 0,0 1-1,0 0 1,0 0 0,-1 0 0,0 1 0,0 0-1,0 0 1,-1 1 0,1 0 0,-1 0 0,-9-4-1,-7-1 18,-1 0 0,0 2 0,-1 0 0,0 2 1,0 1-1,0 0 0,-43 1 0,37 4-308,0 1-1,0 1 1,0 1 0,1 2 0,-58 19 0,71-19-356,0 1-1,0 1 1,-26 17-1,6 7-2680,33-27 2228,0 0 0,1 0 0,-1 0 0,1 0 1,0 0-1,-2 6 0,0 8-10258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6.9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261 1 16754,'-2'13'1157,"1"0"0,0 0 1,1 0-1,1 1 1,0-1-1,3 14 1,3 42 2029,-11-22-2001,-1-1 0,-2-1 0,-23 81-1,6-33-1204,-39 217 19,12-55 0,49-245 5,-66 353-661,60-300-1374,3-1 1,2 1 0,11 114 0,-4-143-1886,13 44 0,17 21-9270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7.4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38 571 13513,'-5'-5'248,"2"2"14,0 0-1,0 0 0,0 0 1,1 0-1,0 0 0,-1-1 0,1 1 1,1-1-1,-1 1 0,0-1 1,1 0-1,0 0 0,0 0 0,0 0 1,0 0-1,0 0 0,1 0 1,0 0-1,0-7 0,1-2 212,1-1-1,1 1 1,-1 0-1,2 0 1,0 0-1,1 0 1,0 1 0,1-1-1,10-16 1,-4 12-142,-1 1 1,2 1 0,0 0 0,1 1 0,29-23 0,-3 9-97,2 1 1,1 3-1,1 1 1,65-24-1,-65 30-122,0 2 1,0 2-1,2 2 0,53-6 0,-81 15-91,-1 0 0,1 1 0,0 1 0,-1 1 0,1 1 0,0 0 0,-1 1 0,0 1 0,1 0 0,-1 2 0,-1 0 0,1 0 0,29 18 0,-37-17-10,0 1 1,0 0 0,-1 0-1,0 1 1,0 0 0,-1 0-1,-1 1 1,1 0 0,-1 0-1,-1 0 1,0 1 0,-1 0 0,0 0-1,0 0 1,-1 0 0,-1 1-1,0-1 1,1 14 0,0 22 1,-2 0 0,-2 1-1,-9 51 1,9-82-15,-7 54 37,-2 9-19,4 0 0,5 93 0,2-148-17,2-1 1,1 1-1,0-1 1,2 0-1,1 0 0,1-1 1,1 0-1,1 0 1,0-1-1,2-1 1,21 30-1,9-1 3,3-3 0,1-1 0,59 44 0,-44-39 5,74 79-1,-124-117 10,-1 0 0,0 0 0,0 1-1,-2 1 1,0-1 0,12 31 0,-17-36 11,0 0 1,-1 1 0,0-1 0,0 0 0,-1 1 0,-1 0 0,1-1-1,-2 1 1,1-1 0,-1 1 0,-1-1 0,0 1 0,-4 12 0,-2-1 57,-2 0 1,0-1 0,-1-1 0,-1 1-1,-1-2 1,-1 0 0,0 0 0,-2-2 0,-30 28-1,4-10 47,-1-2 1,-2-1-1,-49 24 0,-321 135 246,197-97-940,200-85 206,-10 5-358,-50 16 0,70-27 30,-1 0-1,0 0 1,1-1-1,-1 0 1,0-1 0,0 0-1,0 0 1,0 0-1,0-2 1,-9-1 0,51-19-16944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7.5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0 404 18394,'27'-72'1940,"-4"33"-412,4 5-412,3 1-760,1-3-456,2-6-748,7-6-1120,14 5-1212,19 10-1921,18 9-4052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7.75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84 371 15949,'-37'36'2609,"7"-15"-377,13-18 5985,31-18-7737,36-15-524,27-12-1044,20-12-605,10-13-1015,17-5-120,13 0-3429,7-7-5628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8.1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0 329 11325,'6'-35'814,"-4"23"-390,0 0 0,0 1 0,1-1 0,0 1 0,1 0 0,1 0 0,6-13 0,-3 11 123,-1 0 0,2 1 0,-1 0 0,2 0 0,-1 1 0,2 0 0,-1 1 0,2 0 0,-1 1 0,1 0 0,1 1 0,-1 0 0,1 1 0,1 1 0,-1 0 0,1 0 0,0 1 0,0 1 0,1 1 0,23-4 0,3 3 69,1 1 1,-1 2 0,0 2-1,1 2 1,-1 2 0,0 1-1,64 19 1,-54-9-433,-2 3-1,0 1 1,-2 3-1,0 2 1,64 46 0,-49-24-216,-2 2 0,-2 4 0,-2 2 1,-3 2-1,-3 2 0,-2 3 0,-3 1 1,46 87-1,-60-93 32,-3 2 0,-2 1 0,-3 1 0,-3 1 0,-2 1 0,-3 0 0,-3 1 0,7 118 0,-24 184-2193,-3-245-2444,-4 1-4051,1-16-5577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48.3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 1113 18814,'-40'-54'3080,"50"30"-324,10-19-332,0 7-279,10 0-365,14-3-316,23-9-1160,16-7-304,25-2 0,25-6 0,28-7 0,34-14 0,22-6-1632,11-13-1436,3 1-1137,14-1-2815,9-2-6838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28.6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 1155 4484,'-36'-9'6496,"52"18"-5692,-6-6-710,-1 1 0,1-1 0,0-1 1,-1 0-1,1 0 0,0-1 0,17 0 0,-1 1 31,278 17 944,-162-12-789,-68-4-158,318 7 392,910-12-186,472-40-179,-661 76-160,-654 14 99,-87-7-84,-92-15-18,1040 81-71,-1090-95 133,1447 60 111,-1424-69-166,358 13 13,-433-6-29,673 15-106,70-85 202,-155-45-29,-542 72 39,367-103 1,2 1 164,-401 99 1,225-72 0,-268 63-41,3 8-1,1 6 0,1 7 1,196-6-1,446 20 469,-384 19-461,-212-7-148,63 3 36,366 14 367,-156-8-313,321-27 86,-356-33-226,196-13 11,-483 55-19,401-13 72,34 2 39,217 27 292,-356 0 24,-40-27-142,-340 13-251,117-16 106,94-21 154,-204 33-201,327-14 104,-274 22-169,227-33 0,121-48 54,-307 59-101,-35 6 20,101-9 32,-189 20-28,179-30 42,-105 23-29,-8-6 10,221-6 0,-248 26-21,21-2 63,-4-3 35,-67 3-30,0 0 0,58-12 0,4-11 4,-52 12-67,1 1 0,1 3-1,82-6 1,200 13 45,56-8 43,-347 3-98,67-17 0,10-3 72,15 0-82,41-4 25,-102 22-57,108-5-385,-136 12-742,41-8 0,-68 7 182,8-4-4951,-9-12-4098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29.9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1 950 7393,'0'0'3773,"4"0"-2860,453-73 4116,-205 29-4211,-105 20-473,1432-208 884,1135-34-1853,-736 56-4226,-1678 166 2715,-101 9-2072,-82 14-493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30.5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0 109 9813,'9'12'453,"0"0"1,0-1 0,1 0-1,0 0 1,1-1-1,1-1 1,-1 0-1,2 0 1,-1-1 0,1-1-1,0 0 1,0-1-1,1 0 1,0-1-1,0-1 1,16 4 0,119 24 1181,220 21 0,159-22-547,154-26-309,7-26-499,-629 19-254,1727-98 53,83-4-1720,-1314 87 563,1035-43-4406,-1024 23 1240,-409 26 2249,172-12-3625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05.3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807 0 14697,'-68'157'8422,"59"-136"-7129,1 0-1,-9 40 0,2-2 245,-81 260 2713,-133 381-4266,163-537 16,-99 260 0,147-369 0,-69 169 0,87-222 0,-1 0 0,1 0 0,-1 1 0,1-1 0,-1 0 0,0 0 0,0 0 0,1 0 0,-1 0 0,0 0 0,0 0 0,0 0 0,0 0 0,0 0 0,-3 1 0,4-2 0,0 0 0,-1 0 0,1-1 0,-1 1 0,1 0 0,0 0 0,-1 0 0,1 0 0,-1-1 0,1 1 0,0 0 0,-1 0 0,1-1 0,0 1 0,-1 0 0,1-1 0,0 1 0,-1 0 0,1-1 0,0 1 0,0 0 0,0-1 0,-1 1 0,1-1 0,0 1 0,0 0 0,0-1 0,0 1 0,0-1 0,0 0 0,-2-6 0,1 0 0,0 0 0,0 0 0,1 0 0,0-10 0,5-35 0,3 1 0,23-86 0,45-101 0,-50 163 0,24-91 0,-8 19 0,-32 117 0,-10 24 0,13-18 0,7-3 0,-18 24-136,1 0 0,0 0 0,0 0 0,0 1 0,0-1 0,0 1 0,1 0 0,-1 0 0,1 0 0,0 1 1,5-3-1,42-8-5437,-49 12 5267,5-5-3530,-2-6 2475,-4 8 313,7-12-5110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1.4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1616,'218'184'-556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6.14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332 51 11949,'0'-2'455,"-1"-1"0,0 1 0,1-1 0,0 0 1,0 1-1,0-1 0,0 0 0,0 1 0,0-1 0,1 0 0,-1 1 0,1-1 0,0 0 0,0 1 1,0-1-1,2-3 0,-2 3 1401,-18 6 1317,14-3-3000,1 1 0,0 0 0,-1 0 0,1 0 0,0 0 0,0 0 0,0 1 0,-1-1 0,1 1 0,1-1 0,-1 1 0,0 0 0,0-1 1,1 1-1,-1 0 0,1 0 0,-1 0 0,1 0 0,-2 5 0,-22 54 1562,19-46-1171,-21 67 669,-22 105 0,-2 91-1519,15-75 398,29-169-205,-63 391 368,64-356-854,2-1 0,3 1 0,3 0 1,15 84-1,-6-88-1992,23 71 0,-25-108 318,2 0-1,0-1 1,2 0 0,30 47 0,18 1-8410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6.3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47 16518,'-39'-15'2896,"39"14"-2753,-1 1 0,1 0 0,-1-1 0,1 1 0,-1 0 1,1-1-1,0 1 0,-1 0 0,1-1 0,-1 1 0,1-1 0,0 1 1,-1-1-1,1 1 0,0-1 0,0 1 0,0-1 0,-1 1 0,1-1 1,0 1-1,0-1 0,0 1 0,0-1 0,0 1 0,0-1 0,0 1 0,0-1 1,0 0-1,0 1 0,0-1 0,0 1 0,0-1 0,1 1 0,-1-1 1,0 0-1,7-12 6238,-2 23-6192,0 0 0,-1 1 1,0 0-1,-1 0 0,0 0 0,-1 0 0,0 0 0,1 16 0,2 9-72,8 60-117,-4 1 0,-5 132 0,-41 192 0,11-128-1702,27-194-2829,6 0-4511,7-2-5466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6.8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128 28 12281,'-1'-2'2191,"-2"-1"-885,-11-11 246,9 6 3674,-12 14-2079,14-4-2946,0 0 0,0 0 1,0 1-1,0-1 0,1 1 0,-1-1 0,1 1 1,0 0-1,-1 0 0,1 0 0,1 0 1,-1 0-1,0 0 0,1 1 0,0-1 0,-2 4 1,-15 66 1609,15-62-1436,-8 52-59,3 1 1,3 0 0,2 1 0,7 77 0,6-31-380,41 176-1,-33-210 64,3-1 0,4-1 0,3-2 0,3 0 0,3-2 0,4-2 0,91 127 0,-112-174 0,1-2 0,1 0 0,1-1 0,1-1 0,0-1 0,1-1 0,1 0 0,1-2 0,0-1 0,32 13 0,-40-20 0,0-1 0,0 0 0,0-1 0,1-1 0,0-1 0,-1 0 0,1-1 0,0-1 0,0 0 0,-1-1 0,1-1 0,0-1 0,-1 0 0,0-1 0,0-1 0,0 0 0,29-15 0,-25 8 0,0-2 0,-1 1 0,0-2 0,-1-1 0,-1 0 0,-1-1 0,0-1 0,-1 0 0,-1-1 0,-1-1 0,0 0 0,12-30 0,-2-2 0,-2-1 0,-2-1 0,-3-1 0,9-58 0,-15 57 19,-2-1 0,-3 1 0,-2-1 0,-3 0 0,-2 0 0,-3 0-1,-2 0 1,-3 1 0,-20-67 0,19 88-232,-2 0-1,-2 1 1,-1 1-1,-2 1 0,-1 0 1,-34-44-1,33 53-404,0 1-1,-2 0 0,0 2 0,-1 1 0,-1 0 1,-1 2-1,0 1 0,-48-22 0,34 22-1251,-1 2-1,0 1 0,-1 3 0,0 1 0,-64-5 0,-67 4-9812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7.9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9001,'0'0'14284,"3"2"-12778,3 4-1065,0 0 0,0 1 0,0 0 0,-1 0 0,0 1 0,0-1 0,-1 1 0,0 0 0,0 1 0,-1-1 0,3 12 1,6 9 358,66 186 951,-75-206-1707,18 66 58,-2 0 0,-4 0 0,-3 2 0,-3 0 0,-4 0 0,-5 81 0,-5-68-991,-24 118 0,-45 87-7926,65-266 5056,-6 34-1,8 27-8537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8.2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332 130 8889,'6'-19'884,"-4"15"-550,0 1 1,-1-1-1,1 1 1,-1-1-1,0 0 1,-1 1-1,1-1 0,0 0 1,-1 0-1,0 0 1,0 0-1,0 1 1,0-1-1,-1 0 1,-1-6-1,-21-33 7381,22 41-6115,0 6 114,-1 15-849,1-1-1,0 1 1,2 0 0,0 0-1,6 29 1,2 11-143,25 216-18,-29-140-772,-6-1 0,-6 0 0,-6 0 0,-5-1 0,-70 253 0,68-324-2613,-53 113 1,-8-24-7036,8-28-4582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9.17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390 136 6049,'44'-24'13284,"-33"-2"-11328,-12 17 2843,0 7-4697,-1 1 0,0-1 0,0 1 0,0 0 0,0 0 0,0 0 0,0 0 0,0 0 0,0 0-1,0 1 1,0-1 0,0 1 0,-1-1 0,1 1 0,0 0 0,-3 0 0,2 1 16,0 0 1,0 0-1,0 1 1,1-1-1,-1 1 0,1 0 1,-1-1-1,1 1 1,-1 0-1,1 1 1,0-1-1,0 0 1,0 1-1,-3 4 0,-19 27 716,2 2 0,-24 49 0,-31 87-82,52-114-836,-19 48 84,-32 116 0,61-169 0,3 1 0,2 0 0,3 1 0,-1 71 0,8-105 0,1 0 0,1-1 0,1 1 0,0-1 0,2 0 0,1 0 0,0 0 0,16 33 0,-15-41 0,-1 0 0,2-1 0,-1 0 0,1 0 0,1-1 0,0 0 0,1 0 0,0-1 0,0-1 0,0 0 0,1 0 0,1-1 0,-1 0 0,20 8 0,-12-8 1,0-1 1,1-1-1,-1-1 1,1 0-1,0-1 1,0-1-1,0-1 0,24-2 1,-16-2-8,-1-1 1,1 0 0,-1-3-1,0 0 1,40-17-1,-37 11-61,-1-1-1,0-2 0,-2 0 1,0-2-1,-1-1 0,0-1 1,-2-1-1,0-2 0,-2 0 1,38-51-1,-42 46 4,-2-1 0,-1-1 0,-2 0 0,-1 0 0,-1-2 0,-1 1 0,-2-1 0,-2-1 0,0 1 0,-3-1 0,1-38 0,-4 26 7,-3-1 0,-1 0 0,-2 1 0,-2 0 0,-2 0 0,-3 1 0,-24-63 0,23 75-68,-1 1-1,-2 0 1,0 1-1,-2 1 1,-2 1-1,0 0 1,-2 2-1,-31-28 1,40 41-211,-1 1 1,0 1-1,-1 0 0,0 1 1,-1 1-1,0 0 1,0 1-1,-1 1 1,0 1-1,0 1 0,0 0 1,-1 1-1,0 1 1,0 1-1,0 0 0,-26 2 1,19 3-1334,0 0 0,0 2 0,0 1 0,1 1 0,-43 18 0,-30 23-9278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21.71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101 1263 5452,'0'0'121,"-1"0"0,1-1 0,0 1 0,0-1 0,-1 1 0,1 0 0,0-1-1,-1 1 1,1 0 0,0-1 0,-1 1 0,1 0 0,-1-1 0,1 1 0,-1 0-1,1 0 1,-1 0 0,1-1 0,-1 1 0,1 0 0,0 0 0,-1 0 0,1 0-1,-1 0 1,1 0 0,-1 0 0,1 0 0,-2 0 0,-8 11 890,9-10-813,0 1-1,0 0 0,-1 0 1,1 0-1,-1-1 0,1 1 0,-1-1 1,0 0-1,0 1 0,1-1 1,-4 2-1,-48 16 3589,49-17-1903,5-1-1838,-1 0-1,0 1 1,1-1-1,-1 1 1,1-1-1,-1 0 1,1 0-1,-1 1 1,1-1-1,0 0 1,0 0-1,0 0 1,0 0-1,-1 1 0,1-1 1,1-1-1,-1 1 1,0 0-1,0 0 1,0 0-1,3 1 1,0 0 2,1 0 1,-1 0 0,1 0-1,0-1 1,8 2-1,21 1 81,1-1 0,60-4 0,-39-1-58,805-42 250,-501 21-277,313-22 22,528-40 0,-130 13 74,3770-269 1647,-885-29-234,-1994 66-1556,-1717 247-1172,-223 49 368,-18 6-238,-8 3-244,-168 43-8580,103-25 3354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34.8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153 97 7545,'0'0'6272,"0"-3"-4976,0-5-1581,-3-36 7384,-14 3-2317,16 41-4738,-1 1 1,1-1-1,0 1 1,0 0-1,-1-1 0,1 1 1,0 0-1,0 0 0,0 0 1,0 0-1,0 0 0,0 0 1,0 0-1,0 0 0,1 0 1,-1 0-1,0 2 0,-14 24 394,14-26-411,-17 42 234,1 1 1,2 0 0,2 1-1,2 0 1,2 1-1,2 0 1,2 0-1,2 1 1,6 86-1,-1-114-251,0 0-1,2 1 0,0-1 0,1-1 0,1 1 0,1-1 0,0 0 0,1 0 0,1-1 0,1 0 1,1 0-1,0-1 0,1-1 0,0 0 0,2-1 0,0 0 0,0-1 0,1 0 0,0-1 0,1-1 1,1-1-1,0 0 0,0-1 0,1-1 0,0-1 0,0 0 0,1-1 0,0-1 0,0-1 0,25 3 0,-20-6-28,0 0 0,-1-2-1,1 0 1,0-1-1,-1-2 1,1 0 0,-1-2-1,0-1 1,-1 0-1,1-2 1,-2 0-1,1-2 1,32-20 0,-37 19 11,-1 0 1,0-1 0,0-1-1,-2 0 1,0-1 0,0-1-1,-1 0 1,-1-1-1,-1 0 1,0-1 0,-2 0-1,0-1 1,-1 0 0,0 0-1,8-40 1,-12 37-6,-1 0 0,-1-1 0,-1 1 1,-1-1-1,-1 0 0,-1 1 0,0-1 0,-2 1 0,-1 0 0,-1 0 0,-1 1 1,-15-35-1,15 42-182,-1 0 1,0 0-1,0 0 0,-2 1 1,0 1-1,0 0 0,-1 0 1,0 1-1,-1 0 1,-1 1-1,1 0 0,-1 1 1,-1 1-1,0 0 1,0 1-1,-1 0 0,0 1 1,-24-6-1,15 7-538,0 1 0,1 1 0,-1 1 0,0 1-1,0 1 1,-26 4 0,25-1-2038,-1 2 0,-47 15-1,-5 11-7413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32.35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469 33 11553,'0'0'1784,"-2"-1"-98,-4-3-1262,3 1 317,-1 0-1,0 1 0,0 0 1,0-1-1,0 2 0,0-1 1,-6-1-1,0 0 113,5 2-383,0 0 0,0 0-1,0 0 1,0 0 0,0 1 0,0 0 0,-8 0 0,10 1-321,0 0 0,0 0 0,0 1 0,0-1 1,1 1-1,-1 0 0,0-1 0,1 1 0,-1 0 0,1 1 0,0-1 0,-1 0 0,1 1 0,-3 4 1,-16 22 674,1 2-1,1 1 1,2 0 0,-23 59 0,-36 147-336,59-182-547,14-44 59,-70 272 0,66-246 0,1 0 0,3 0 0,1 1 0,1-1 0,8 59 0,-5-84 0,0 0 0,1-1 0,1 1 0,0-1 0,1 0 0,0-1 0,1 1 0,0-1 0,1 0 0,0 0 0,16 18 0,-18-24 0,0 0 0,1 0 0,-1-1 0,1 1 0,0-2 0,0 1 0,0 0 0,0-1 0,1 0 0,0-1 0,-1 1 0,1-1 0,0-1 0,0 1 0,0-1 0,0 0 0,0-1 0,0 0 0,0 0 0,0 0 0,0-1 0,14-3 0,-6-1 0,1 0 0,-1-1 0,0-1 0,0-1 0,-1 0 0,0-1 0,-1 0 0,0-1 0,0 0 0,18-20 0,-14 12 0,-1-1 0,-1 0 0,-1-1 0,-1 0 0,-1-1 0,15-35 0,-16 27 0,-1-1 0,-2-1 0,-2 1 0,0-1 0,-2 0 0,-1-1 0,-2-33 0,-2 24 0,-3 1 0,-1 0 0,-1 0 0,-24-78 0,23 100 20,0 0-1,-1 0 1,0 1 0,-2 0-1,0 0 1,-1 1 0,-1 0-1,-15-16 1,18 23-194,-1-1 1,-1 1-1,0 1 1,0 0-1,0 0 1,-1 1-1,0 1 0,-1 0 1,1 1-1,-1 0 1,0 1-1,-18-4 0,11 5-1065,0 0 0,0 2 0,-1 0 0,-24 3 0,27 0-1590,1 0 1,-32 10 0,-24 15-10195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33.2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416 118 10221,'-1'-32'2555,"2"16"904,-2 7-1755,0 0 0,0 0-1,-5-15 1,2 6 3385,5 23-3495,14 81 1166,-11-41-2668,-2-1-1,-5 69 0,-3-45-91,-2 0 0,-4 0 0,-2-1 0,-4-1 0,-28 70 0,-59 110-1283,19-88-4806,23-55-2248,0 7-5737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36.2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34 187 7641,'-3'0'1393,"-5"1"-2347,-14 5 11606,34-4-9530,292 13 401,-157-10-1324,627 1 111,-440-8-322,749-33-270,-915 27 252,729-69 411,-515 18 575,-341 52-739,135-23-165,-208 33-2723,0-2 0,1 0 0,-39-5 0,43 2 130,-20-1-4418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38.2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69 4864,'17'-27'1205,"3"21"971,-7-3-1708,8 3-84,-5-3-908,4 3-1968,-6 0-605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1.3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3204,'0'0'3593,"0"3"-3428,0 3-108,0 1 1,1-1-1,0 1 0,0-1 1,3 8-1,-3-12-55,-1 1 0,1-1 0,0 0 0,0 0 0,0 0 0,0 0 0,1 0-1,-1 0 1,0 0 0,1-1 0,-1 1 0,1 0 0,0-1 0,-1 1 0,1-1 0,0 0 0,0 0 0,4 2 0,14 5-248,-13-5-227,1 0-1,0 0 1,0-1-1,10 2 1,20-2-1273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2.1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195 1 3444,'12'7'534,"-12"0"-181,-2 6 2941,-19-12-3345,2 3 60,15-3 59,-3 11-183,-18 22 168,24-32 50,-2 0-39,-25 13 65,25-14-101,0 0 60,-24 6 103,24-6 408,0 0-481,-3 0-202,4-1 134,0 0 1,0 0-1,0 0 1,0 1-1,0-1 1,0 1-1,0-1 1,1 1-1,-1 0 1,0 0 0,0 0-1,1 0 1,-1 0-1,1 0 1,-1 0-1,1 0 1,-1 1-1,-1 2 1,0 0 29,1 0 0,0 0 1,0 0-1,0 0 0,1 1 0,0-1 0,0 1 1,0-1-1,-1 6 0,30-21 117,7-9-96,-28 16-153,-1 0 1,0 0 0,1 1 0,0 0 0,8-3 0,2 1-145,-14 4-66,1 1-68,35-5-576,-35 4 229,-2 0-492,9-7-762,3-1-192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53.4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0 118 9345,'7'-30'3500,"0"12"-2752,3 3-96,-4 0 36,1 0 312,3 3-668,0 0-143,-23 36-7306,-17 24 764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53.6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 91 5352,'-7'-46'1061,"10"31"-329,-16-3-1408,3 6-1233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3.9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10873,'10'11'43,"-6"-8"-15,0 1 1,-1 0-1,0 0 1,0 0-1,0 0 0,0 0 1,-1 1-1,4 6 1,-6-9-15,1-1 0,0 0 0,0 1 0,0-1 1,0 0-1,0 0 0,0 1 0,1-1 0,-1 0 0,0 0 1,1 0-1,-1-1 0,0 1 0,1 0 0,-1 0 0,1-1 1,-1 1-1,1-1 0,-1 1 0,1-1 0,0 0 0,-1 0 1,1 1-1,0-1 0,1-1 0,4 2 41,-3 0 64,0 0-53,13 4-25,0 1 1,28 14-1,25 9 44,-39-17-52,0 2 0,-1 1-1,52 35 1,-10-6-34,187 89-19,-197-99 24,85 53-47,16 13 36,-93-59-33,-2 2 0,-2 3-1,75 68 1,-28 1 33,101 136 1,80 142-443,-290-388 440,155 198-420,218 214-1,-199-221 195,248 354 0,-328-394 243,88 193-1,-171-321-8,39 87 22,53 167 0,16 130-57,-64-206-105,60 253-207,-63-146-3145,-38-173 347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5.37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65 157 14085,'-64'-21'12361,"65"22"-12142,0 1 0,-1-1 0,1 0-1,0 0 1,0 0 0,0 0-1,1 0 1,-1 0 0,0 0-1,0 0 1,1 0 0,-1-1-1,2 2 1,-2-2-109,5 3 116,0 0 1,0-1-1,1 0 0,-1 0 1,0 0-1,1-1 0,0 0 1,10 0-1,60-4 606,-43 1-649,626-76-92,-447 47-85,163-12-145,-219 33-5716,-146 10 3872,-1 0 0,1 0 0,-1 1 0,13 3 0,-14-3 300,49 11-10508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5.6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 48 14733,'-42'-30'2631,"34"24"-231,35-4 2185,-20 9-3637,-6 1-862,0 0-1,-1 0 1,1 0 0,0 0-1,0 0 1,-1 0-1,1 0 1,0 0 0,0 1-1,-1-1 1,1 0 0,0 1-1,-1-1 1,1 0 0,0 1-1,-1-1 1,1 1-1,-1-1 1,1 1 0,0 0-1,3 2 195,9 7-79,-1 0 0,0 1 1,0 0-1,-1 1 0,0 0 1,-1 0-1,-1 1 0,0 1 1,-1 0-1,0 0 0,-1 0 1,-1 1-1,8 25 0,0 8-58,-2 0-1,-3 1 0,5 58 1,-7-1 41,-10 165 0,-32 102 412,34-365-577,0 0-1,1 1 1,0-1-1,0 0 1,1 0 0,2 12-1,-2-18-52,-1 0 0,1 0 1,0 0-1,-1 0 0,1 0 0,0 0 0,0 0 0,0-1 0,0 1 0,1 0 0,-1-1 0,0 1 0,1-1 1,-1 1-1,1-1 0,-1 0 0,1 1 0,0-1 0,0 0 0,-1 0 0,1 0 0,0-1 0,0 1 0,0 0 1,0-1-1,0 1 0,0-1 0,0 0 0,0 1 0,0-1 0,4 0 0,10-2-546,-1 0 0,1-1-1,-1-1 1,0 0 0,1-1-1,-2-1 1,1 0 0,-1-1 0,0 0-1,18-13 1,14-13-5323,66-62 1,-48 34-3698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5.92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226 112 11941,'-15'-1'1125,"1"2"0,-1-1 0,1 2 0,-1 0 0,1 1 0,-27 9 0,35-10-831,0 1 1,0 0-1,0 1 0,1-1 0,-1 1 1,1 1-1,0-1 0,1 0 1,-1 1-1,1 0 0,0 0 1,0 1-1,0-1 0,1 1 1,0 0-1,0 0 0,-4 11 1,5-11-184,-1 1 0,2 0 1,-1-1-1,1 1 0,0 0 0,0 0 1,1 0-1,0 0 0,0 0 1,1 0-1,-1 0 0,2 0 1,-1 0-1,1 0 0,3 8 1,0-5-37,-1-1 0,2 1 1,0-1-1,0-1 0,0 1 1,1-1-1,0 0 0,1 0 1,10 7-1,5 3-61,1-2 0,1-1 0,1 0 0,0-2 0,1-1 0,40 12 0,-43-17-76,0-2 1,1 0-1,0-1 1,34 0 0,-49-4 44,0 0 0,-1 0 1,1-1-1,-1 0 1,1 0-1,-1-1 0,1-1 1,16-6-1,-22 7 16,-1 1-1,0-1 1,0 0 0,-1 0-1,1 0 1,0 0 0,-1 0-1,1-1 1,-1 1 0,1-1-1,-1 0 1,0 0-1,0 0 1,-1 0 0,1 0-1,-1 0 1,1 0 0,-1 0-1,0-1 1,0 1 0,0 0-1,-1-1 1,1 1 0,-1-1-1,0-4 1,-1-3-5,0 0 1,-1 1-1,0-1 1,-1 1-1,0 0 0,-1-1 1,0 1-1,-1 1 1,1-1-1,-2 1 0,-10-15 1,-7-6-281,-50-52 0,54 63-172,-107-101-2078,107 106 796,-33-21 0,39 28 18,0 0 1,0 1 0,-24-7 0,-26 1-8551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6.4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152 935 12161,'-35'-12'4624,"-59"-30"0,92 41-4483,1 0 0,-1 0 1,1 0-1,-1 0 0,1 0 0,0-1 0,-1 1 0,1-1 0,0 1 0,0 0 0,0-1 0,0 0 0,0 1 0,1-1 0,-1 0 0,0 1 1,1-1-1,-1 0 0,1 0 0,-1 1 0,1-1 0,0 0 0,0 0 0,0 0 0,0 0 0,0 1 0,0-1 0,1 0 0,-1 0 1,1 0-1,-1 1 0,1-1 0,-1 0 0,1 0 0,0 1 0,2-4 0,3-6 23,0 0-1,1 1 1,1 0-1,8-10 1,-12 16-9,26-29 184,2 1 1,1 1-1,50-35 1,116-66-868,-34 28-1234,103-65-3497,-86 60-2861,-46 33-2187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6.8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11 627 11761,'-4'-27'1968,"2"16"-1453,0 1-1,1-1 0,0 1 0,0-1 1,1 1-1,1-1 0,0 1 0,0-1 0,5-14 1,-4 15-338,2 1 1,-1 0-1,1 0 1,1 0-1,-1 0 1,1 1-1,1-1 1,0 2 0,0-1-1,1 0 1,-1 1-1,2 0 1,-1 1-1,1 0 1,0 0-1,0 1 1,0-1-1,1 2 1,0-1-1,0 1 1,0 1 0,1 0-1,-1 0 1,15-2-1,-17 4-139,0 0 0,0 1-1,0-1 1,0 2 0,0-1-1,0 1 1,0 0 0,0 0-1,0 1 1,-1 0 0,1 0-1,-1 1 1,1-1 0,-1 2 0,0-1-1,0 1 1,0 0 0,0 0-1,-1 0 1,1 1 0,-1 0-1,0 0 1,-1 0 0,1 0-1,-1 1 1,6 11 0,-2-3 0,-2 0 0,0 0 0,0 1 0,-1 0 0,-1 0 0,0 0 0,-2 0 0,1 1 0,-2-1 0,0 1 0,-2 21 0,-4 19 127,-3 1 1,-3-1 0,-1-1 0,-23 58-1,-96 206 578,110-276-769,3 2 0,-23 78-1,41-120-39,-1 1 0,0-1-1,1 0 1,0 0-1,-1 0 1,1 0-1,1 0 1,-1 0-1,0 1 1,1-1 0,-1 0-1,3 5 1,-3-7 15,1 0 0,0 0 0,0 0 0,-1 0 1,1 0-1,0 0 0,0 0 0,0 0 0,0 0 1,0 0-1,0 0 0,0 0 0,1-1 0,-1 1 1,0 0-1,0-1 0,1 1 0,-1-1 0,0 0 1,2 1-1,4-1-129,0 0 1,-1 0 0,1 0 0,0-1-1,-1 0 1,1 0 0,0-1-1,-1 0 1,7-3 0,9-4-421,-1-1 1,-1-2-1,1 0 0,-2-1 1,31-26-1,-37 29 327,22-20-296,-2-1-1,-1-2 0,-1-1 0,-2-2 1,-2 0-1,-1-2 0,-2-1 0,-2-1 1,33-81-1,-26 43 588,-4-2 0,-3 0 1,-4-2-1,13-128 0,-15 62 1386,8-89 2845,-21 217-3764,0-5 209,-5 11 3422,17 70-3462,11 86 0,-14-71-1703,-1 60-3141,-1-11-3442,12-25-1845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2.2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625 282 12249,'-9'-41'1212,"-24"-86"4993,29 115-5424,-1 1-1,-1 0 1,0 0 0,0 0-1,-1 1 1,0 0 0,-14-15 0,20 24-708,0 0 1,0 0 0,-1 0 0,1 0-1,0 0 1,0 0 0,-1 0 0,1 0-1,-1 1 1,1-1 0,-1 0 0,1 1-1,-1 0 1,1-1 0,-1 1 0,0 0-1,1-1 1,-1 1 0,1 0 0,-1 0-1,0 1 1,1-1 0,-1 0 0,1 0-1,-1 1 1,0-1 0,1 1 0,-1-1 0,1 1-1,0 0 1,-1 0 0,1-1 0,-1 1-1,1 0 1,0 0 0,0 0 0,0 1-1,-2 0 1,-4 5 179,1 0 0,0 0 0,0 1 0,1-1 0,-8 17-1,-122 277 2239,24 13-2552,105-295 93,-41 127-32,-29 163 0,58-209 0,5 0 0,-2 167 0,16-219 0,1 1 0,3-1 0,2 0 0,2-1 0,2 0 0,18 48 0,-20-72 0,0-1 0,2 0 0,1 0 0,0-1 0,2-1 0,0 0 0,1-1 0,1 0 0,1-2 0,0 0 0,2 0 0,0-2 0,36 23 0,-29-23 0,0-2 0,1-1 0,0-1 0,49 12 0,-56-18 0,1-1 0,-1-1 0,1-1 0,0-1 0,0-1 0,-1-1 0,28-4 0,-40 4 0,0-1 0,0 0 0,-1-1 0,1 1 0,-1-1 0,0-1 0,0 0 0,0 0 0,0 0 0,0-1 0,-1 0 0,0 0 0,6-6 0,-9 7 0,0 1 0,-1-1 0,1 1 0,-1-1 0,0 0 0,0 0 0,0 0 0,0-1 0,-1 1 0,0 0 0,0 0 0,0-1 0,0 1 0,-1-1 0,1 1 0,-1-1 0,0 1 0,-1-1 0,1 1 0,-1-1 0,0 1 0,0 0 0,0-1 0,0 1 0,-3-4 0,-4-8-78,0 1 0,-2 1 0,0-1 0,0 2 0,-1-1 0,-1 1 0,0 1 0,-1 0 0,0 1 0,-1 0 0,0 1 0,0 1 0,-25-12 0,-21-8-1027,-1 3 1,-72-21-1,100 37-481,0 1 0,-58-8 0,72 16-830,0 0-1,0 0 1,-31 5 0,-4 6-8538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2.5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711 5 13841,'26'-5'1086,"-26"5"-1054,0 0-1,1 1 1,-1-1-1,1 0 0,-1 0 1,0 0-1,1 0 1,-1 0-1,1 0 1,-1 0-1,0 1 0,1-1 1,-1 0-1,1 0 1,-1 0-1,0 1 0,1-1 1,-1 0-1,0 1 1,0-1-1,1 0 1,-1 1-1,0-1 0,0 0 1,1 1-1,-1-1 1,0 0-1,0 1 1,0 0-1,0 4 177,0 0 1,-1 0-1,1-1 0,-1 1 0,-1 0 1,1 0-1,-4 8 0,-14 49 1112,-86 341 4593,-108 478-1599,-48 684-1970,123 19-1433,156-103-1999,105-348-2030,31-395-2225,-102-554 2223,-14-53-4357,-21-62-1731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2.9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727 48 10737,'0'-4'366,"1"0"-1,0 0 1,0 1 0,0-1 0,0 0 0,0 1-1,1-1 1,0 1 0,0-1 0,0 1-1,2-4 1,-2 6 284,-1 5 2,4 24 243,-2 0 0,0 0 0,-2 0-1,-3 35 1,-19 121 1480,11-104-1504,-141 1682 5137,47-443-4860,-32-69-919,23-238-1073,72-571-454,-34 299-4213,64-663 1951,-35 125 0,-4-39-10216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3.4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 1547 4560,'-2'3'66,"0"0"0,0 0 0,0 0 0,0 1 0,1-1-1,-1 1 1,1-1 0,0 1 0,0 0 0,1-1 0,-1 1-1,1 0 1,-1 0 0,1 0 0,0-1 0,1 1-1,-1 0 1,1 4 0,3 2-29,1 1 0,0-1-1,0 0 1,1 0 0,10 13 0,-7-10-169,0-1 1,0 0-1,1 0 1,12 10-1,-4-8 4,1-1 0,-1 0 0,31 14 0,205 93 22,248 64 2400,-472-175-1765,0 2 0,-1 0 0,0 2 1,-1 2-1,0 0 0,-1 2 0,-1 1 0,32 29 0,-25-20 634,-23-18-154,1 0 0,16 18 0,-26-25-869,1 0-1,-1 0 1,1 0 0,0-1-1,0 1 1,0 0 0,0-1-1,0 0 1,0 1 0,0-1-1,1 0 1,-1 0 0,0 0-1,1 0 1,-1 0 0,0-1-1,1 1 1,-1-1 0,1 0-1,-1 0 1,1 0 0,-1 0-1,1 0 1,-1 0 0,5-1-1,3-2 4,0-1-1,-1 0 0,1 0 1,-1-1-1,10-7 1,15-7 230,104-46 651,250-80 0,165-3-452,-149 55-311,64-4-57,61-2-30,2510-385-1103,-1400 236-640,-10-30-283,-860 126 1169,-21-39-633,-432 86-226,-256 81 3,-1-3 1,-2-3-1,57-37 1,-6-15-5553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4.0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1 500 7409,'62'-64'1756,"-23"22"222,68-57 0,-26 38-431,3 3-1,2 4 1,116-53 0,-197 105-1485,1-1 0,0 1 0,-1 0-1,1 1 1,0 0 0,0-1 0,0 2 0,0-1 0,1 1 0,-1 0 0,0 0 0,8 2 0,-11-1-29,0-1 1,0 1 0,0 0 0,-1 1-1,1-1 1,0 0 0,-1 1-1,1-1 1,-1 1 0,1 0 0,-1 0-1,0 0 1,0 0 0,0 0-1,0 1 1,0-1 0,0 1 0,-1-1-1,1 1 1,-1-1 0,1 1-1,-1 0 1,0 0 0,0 0 0,0 4-1,1 2 34,-1 0-1,-1-1 1,0 1 0,0 0-1,0 0 1,-1-1-1,-1 1 1,1-1-1,-5 14 1,-5 9 125,-17 35 0,21-52-130,-236 471 1396,125-258-871,80-149-75,3 2 1,3 1-1,-32 131 1,60-196-394,1-1 1,1 1-1,1 0 1,0 0 0,1 0-1,0 0 1,1 1-1,1-2 1,8 31 0,-7-38-79,0 1 1,0-1-1,1 0 1,0 0-1,1-1 0,-1 1 1,1-1-1,1 0 1,0 0-1,0-1 1,0 0-1,0 0 1,1 0-1,0-1 1,1 0-1,-1 0 1,1-1-1,0 0 1,12 5-1,6-1-88,-1-1-1,1-1 1,0-1-1,0-1 1,1-2-1,48-1 1,-16-5-546,-1-2 1,60-14-1,-30-4-1491,-2-3 0,154-73-1,-185 76 1017,120-54-4947,4-10-3776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4.7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27 491 12261,'17'-38'662,"-10"21"-137,1 0 1,0 1-1,1 1 1,20-28-1,8-3 880,2 2 1,2 2-1,85-69 0,-125 111-1393,89-63 706,-80 57-632,1 0 0,-1 1 1,1 0-1,1 1 1,-1 0-1,21-4 0,-29 8-60,-1 0-1,0 0 0,1 0 1,-1 0-1,1 0 0,-1 0 1,0 1-1,1-1 0,-1 1 1,0 0-1,1-1 0,-1 1 1,0 0-1,0 0 0,0 1 1,0-1-1,0 0 0,0 1 1,0-1-1,0 1 0,-1-1 1,1 1-1,0 0 0,-1 0 0,0 0 1,1 0-1,-1 0 0,2 3 1,-1 0 10,0 0-1,0 1 1,-1-1 0,1 0 0,-1 1 0,0-1 0,0 0 0,-1 1-1,0-1 1,0 12 0,-6 10 76,-1-1 0,-1 0 0,-2 0 0,0-1 0,-2-1 0,-24 40 0,0 3 84,12-20-45,-20 39 74,-47 127 0,86-198-204,1 0 0,1 0 0,0 0 0,1 1 0,1-1 0,0 1 0,1 0 0,1-1 0,0 1 0,1-1 0,0 1 0,7 19 0,-1-13-10,1 1 0,1-1 0,0-1 1,2 0-1,1-1 0,0 0 0,21 23 0,66 61 25,-67-73-8,45 56-1,-73-80-25,1 0 0,-2 1 0,1-1 0,-1 1 0,-1 0 0,1 0 1,-1 0-1,0 1 0,-1-1 0,0 1 0,-1-1 0,0 1 0,0 0 0,0-1 0,-1 1 0,-1 0 0,1 0 0,-2-1 0,1 1 0,-1 0 0,0-1 0,-1 1 0,0-1 0,0 0 0,-1 0 0,0 0 0,0-1 0,-1 1 0,0-1 0,-11 13 0,-5 2-2,-1-2-1,-1 0 1,-1-1 0,-48 29 0,-117 52-188,129-71-54,45-21-73,0-2-1,-1 1 1,0-2 0,-20 5 0,29-9-138,0 0 0,-1 0 0,1 0 0,-1-1 0,1 0 0,0-1 0,-1 0-1,1 0 1,0 0 0,0-1 0,-9-3 0,15 5 61,-1-1 1,1 1-1,0-1 0,-1 1 1,1-1-1,0 0 0,0 1 1,-1-1-1,1 0 0,0 0 1,0 0-1,0 0 0,0 0 0,-1-2 1,-4-21-9037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5.0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308 1 12765,'25'95'3326,"-24"-91"-3124,0-1 1,0 1 0,-1 0-1,1 0 1,-1-1-1,0 1 1,0 0 0,0 0-1,0 0 1,-1-1-1,-1 6 1,0 7 315,-6 28 885,-1 0-1,-27 74 0,-47 86 628,1 0-873,62-148-842,3 1-1,-19 110 0,33-144-256,1 0-1,1 0 0,1 0 0,1 0 1,1 0-1,1 0 0,1 0 0,1 0 1,1-1-1,13 33 0,-16-49-46,0 0-1,0 0 1,0 0 0,1 0-1,0 0 1,0-1-1,1 0 1,0 1 0,0-2-1,0 1 1,0-1-1,1 1 1,-1-1 0,1-1-1,0 1 1,0-1-1,1 0 1,-1-1 0,1 1-1,-1-1 1,1-1-1,0 1 1,0-1-1,-1 0 1,9-1 0,-4 0-13,-1-1 0,1 0 0,-1 0 1,1-1-1,-1-1 0,0 0 0,0 0 1,0-1-1,0-1 0,0 1 0,-1-1 1,0-1-1,0 0 0,-1 0 0,14-13 1,-1-2-37,-1-1 0,-2-1 0,0 0 0,-2-1 1,0-1-1,21-46 0,-22 34 21,-2 0 0,-1 0 0,-1-1 0,8-63 0,-14 51-69,-2 0-1,-1 0 1,-4-1-1,-1 1 1,-2 0-1,-3 1 1,-2 0 0,-20-61-1,26 98-62,0 0 1,-1 1-1,-1-1 1,0 1-1,0 0 0,-1 0 1,0 1-1,-17-18 0,18 23-36,0 0-1,0 0 0,0 0 1,-1 1-1,1 0 1,-1 1-1,0-1 0,0 1 1,-1 0-1,1 1 1,-1 0-1,1 0 0,-1 1 1,1 0-1,-14-1 0,4 3-522,0 0-1,0 0 1,0 2-1,0 0 1,-33 11-1,14 0-2696,-56 30 0,-11 13-5369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5.5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99 2907 12005,'-54'14'1748,"52"-13"-1574,0-1 0,-1 1 0,1 0 0,1 1 0,-1-1 0,0 0 0,0 0 0,0 1 0,1-1 0,-1 1 0,0 0 0,1-1 0,0 1 0,-1 0 0,1 0 0,0 0 0,0 0 0,0 0 0,-1 2 0,-6 38 2779,7-31-2321,1-10-535,-1 2 156,0 0-1,1 0 0,0 0 1,-1-1-1,1 1 0,0 0 0,0 0 1,2 6-1,-2-8-198,1 0 1,0 0 0,0 0-1,0 0 1,-1 0-1,1 0 1,0 0 0,0 0-1,0-1 1,0 1-1,1 0 1,-1-1 0,0 1-1,0-1 1,0 1-1,0-1 1,1 1 0,-1-1-1,0 0 1,0 0-1,1 0 1,2 0 0,18 2 273,1-2 1,0 0 0,0-2-1,41-8 1,575-123 1041,-340 66-1116,98-21-62,75-19-214,72-18-422,1182-302-2197,0-31-1009,-1157 305 2599,60-18 22,-52 8 195,-61 9 217,-64 12 272,-64 10 173,-158 48 107,332-172-1,-520 234 10,-2-2 0,0-1 0,-1-2 0,49-45 1,-83 68-30,-1 0 1,0-1 0,0 1 0,0-1-1,0 0 1,-1 0 0,1-1 0,-1 1-1,-1-1 1,1 1 0,-1-1 0,0 0-1,0 0 1,-1 0 0,2-11 0,-4 13-136,1 0 1,-1 0 0,0 0-1,0 0 1,-1 0 0,1 0 0,-1 1-1,0-1 1,0 0 0,0 1-1,0 0 1,0-1 0,-1 1-1,0 0 1,1 0 0,-1 0-1,-1 1 1,1-1 0,0 1-1,0 0 1,-1-1 0,0 1 0,1 1-1,-5-3 1,-88-33-6649,96 37 6865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6.07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0 446 6873,'6'-31'5766,"16"-8"-2701,-5 14-1243,-1 1-1371,0 1 0,1 1-1,2 1 1,0 0-1,1 2 1,1 0 0,1 1-1,44-28 1,-26 23-166,2 1-1,0 2 1,1 2 0,69-20-1,-93 33-205,0 1 0,0 1-1,0 1 1,37 0 0,8 3 206,85 15-1,-138-15-254,0 1 0,0 1-1,0 0 1,0 1 0,-1 0 0,1 0-1,18 12 1,-21-10-11,0 1 0,-1 0 0,1 0 0,-2 0 0,1 1 1,5 9-1,-2-2 5,-1 1 0,0 0 0,-2 1 1,0-1-1,0 2 0,-2-1 0,0 0 1,-1 1-1,-1 0 0,0 0 1,-2 0-1,0 34 0,-3-11 22,-2 0 0,-2 0-1,-2 0 1,-19 62 0,-159 346 98,16-48 640,162-376-703,-1-3 83,1 1 0,2-1 0,0 2 0,-4 42 0,9-61-144,1 0-1,0 0 1,0 1-1,0-1 1,1 0-1,0 0 1,0 0-1,0 0 1,1 0-1,0 0 1,0 0 0,0 0-1,0-1 1,1 1-1,0-1 1,0 1-1,0-1 1,0 0-1,1 0 1,-1 0-1,1-1 1,0 0-1,0 1 1,0-1-1,1 0 1,-1-1-1,10 5 1,0-2-85,1 0-1,-1-1 1,1-1 0,0 0 0,0-1 0,0 0-1,28-1 1,7-4-473,51-11 0,-5-5-1694,172-60 0,-124 32-74,82-20-3743,16-7-3810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4:56.64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14973,'2'38'4703,"8"47"-1,2 22-1868,9 458 1387,-8 3-7001,-13-474 1609,6 270-3797,8-122-3547,2-86-2500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20.4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475 812 5240,'-3'-5'678,"0"0"-1,0 0 0,-1 1 0,0-1 0,0 1 0,0 0 0,0 0 0,-7-4 0,6 4-166,0 0-1,1-1 1,-1 1-1,1-1 1,0 0-1,0 0 1,-6-10-1,-6-15 1152,8 16-939,1 0 1,-9-24 0,14 32-591,1 0 0,-1-1 0,1 1 0,0-1 0,1 1 0,0-1 0,0 1 0,0 0 0,3-13 0,2 0 80,1 0 0,0 0 0,2 1 0,0 0 0,1 0 0,1 1 0,21-28 0,96-103 659,-101 123-749,1 0-1,1 1 0,1 2 0,1 1 0,0 1 0,2 2 0,0 1 0,1 1 0,37-11 0,-62 25-96,0-1 0,0 1 0,0 0 0,1 1 0,-1 0 0,1 0 0,-1 1-1,0 0 1,1 1 0,-1-1 0,1 2 0,-1-1 0,0 1 0,0 0 0,0 1 0,0 0 0,0 0 0,0 1-1,-1 0 1,0 0 0,0 1 0,0 0 0,0 0 0,-1 0 0,1 1 0,-1 0 0,-1 0 0,1 1-1,-1 0 1,-1 0 0,1 0 0,-1 0 0,0 1 0,-1-1 0,0 1 0,0 0 0,0 0 0,-1 1 0,0-1-1,1 17 1,-3-7 5,0 1 1,-1 0-1,-1 0 0,0-1 0,-2 1 0,0-1 0,-1 0 1,-7 18-1,-5 5 10,-2 1 0,-29 46 0,-32 38 79,-141 168 0,-122 97 66,201-235 84,-100 111 338,241-266-605,0 0 0,1-1 1,-1 1-1,0 0 0,1 0 1,-1-1-1,0 1 0,1 0 1,-1 0-1,1 0 0,0 0 1,-1 0-1,1 0 0,0 0 0,-1 0 1,1 0-1,0 0 0,0 0 1,0 0-1,0 0 0,0 0 1,0 0-1,0 0 0,0 0 1,0 0-1,0 0 0,1 0 1,-1 0-1,0 0 0,1 0 0,-1 0 1,1 0-1,-1 0 0,1-1 1,-1 1-1,1 0 0,0 0 1,-1 0-1,1-1 0,0 1 1,0 0-1,-1-1 0,1 1 0,0-1 1,0 1-1,0-1 0,0 1 1,0-1-1,0 0 0,0 1 1,0-1-1,0 0 0,0 0 1,0 1-1,0-1 0,2 0 1,10 0-93,1-1 0,-1 0 0,0-1 0,1 0 0,-1-1 1,21-7-1,-15 4-48,40-12-740,103-48 0,49-42-1443,-125 62 1091,133-73-2525,-61 31-2353,-34 22-2323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20.70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134 1 11609,'-4'5'1391,"0"0"1,0 1-1,0-1 1,1 1-1,-1 0 1,-2 8-1,2-4-396,1 0 1,0 1-1,-2 13 0,2 6 226,0 54 0,3-71-599,5 206 2267,-1 76-1470,-17 90-2673,-20 1-4656,11-186 1152,11-69-1169,-3 26-5942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8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3 143 20086,'-3'-87'3009,"3"84"-2736,1 1 0,-1-1 0,1 0 0,-1 0-1,1 0 1,0 0 0,0 1 0,0-1 0,1 0 0,-1 1-1,0-1 1,1 1 0,0 0 0,0-1 0,0 1-1,2-2 1,1-1 777,-2 1 1380,-1 4-1100,1-1-1321,-1 1 0,1 0 0,0 0 0,0 1 1,-1-1-1,1 1 0,0-1 0,-1 1 0,1 0 0,0 0 0,-1 0 0,1 0 0,-1 0 1,0 1-1,1-1 0,-1 1 0,0-1 0,0 1 0,0 0 0,0 0 0,0 0 0,0 0 0,-1 0 1,1 1-1,0-1 0,1 5 0,7 10-23,-1 1 0,12 33 1,-13-30 32,50 141-19,54 241 0,-76-258 0,30 76-717,-30-108-2421,8 15-1988,-11-47-1715,10 17-7120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8.2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19054,'37'12'2672,"27"15"-140,-14 0-264,0 0-363,7 0-341,3 7-308,17 8-264,4 0-468,6 0-524,3 3 0,7-2-744,-3 2-872,-3-9-360,-4-6-521,-7-3-571,-10-15-28,-3-6-2781,0-6-5032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8.3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871 106 12141,'-20'-23'868,"15"17"-456,-1-1-1,0 1 1,0 1 0,0-1-1,0 1 1,-1 0 0,0 0-1,0 1 1,0 0 0,-11-5 0,7 5 176,5 1 30,1 1-1,-1 0 1,1 0 0,-1 0 0,1 0-1,-1 1 1,0 0 0,0 0-1,0 1 1,0 0 0,-9 0-1,7 2-201,-1 0-1,1 1 0,-1 0 0,1 0 1,0 1-1,0 0 0,0 0 0,1 1 1,0 0-1,0 0 0,0 1 0,0 0 1,-10 13-1,-5 7 76,1 2 0,-21 39 0,25-40-549,-103 180 58,90-152-25,-105 205-291,39-39-4720,79-173 1064,2 1 1,-15 84-1,12-14-8519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8.6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0 119 20558,'9'-11'707,"0"1"0,1 0 1,0 1-1,0 0 0,1 0 1,1 1-1,-1 1 0,1 0 0,0 0 1,1 1-1,0 1 0,-1 0 0,2 1 1,-1 0-1,15-1 0,-15 3-656,0 1 0,0 1 1,0 0-1,0 1 0,0 1 0,0 0 0,0 0 0,0 1 0,-1 1 0,1 0 0,-1 1 1,0 0-1,0 1 0,-1 1 0,1-1 0,-2 2 0,1-1 0,16 17 0,-11-8-58,0 0 0,-1 2 0,-1-1 0,-1 2 0,-1 0 0,0 1-1,-1 0 1,-2 0 0,0 1 0,7 25 0,9 55 7,-5 2 0,9 124 0,-15-4 0,-11-126 0,26 157 0,-26-240 10,0 0 0,0 0 0,2-1 0,-1 1 1,2-1-1,11 21 0,-15-30-43,1-1 0,-1 0 1,1 0-1,-1-1 0,1 1 1,0 0-1,0-1 0,0 0 1,0 1-1,0-1 0,1-1 1,-1 1-1,0 0 0,1-1 1,0 0-1,-1 1 0,1-2 1,0 1-1,0 0 0,-1-1 1,1 1-1,0-1 0,0 0 1,0 0-1,0-1 0,-1 1 1,1-1-1,0 0 0,6-2 1,1-1-641,-1 0 0,1-1 1,-1 0-1,-1 0 0,1-1 1,-1 0-1,12-10 0,0-3-4267,34-39 0,8-15-8672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8.8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17914,'3'2'9136,"6"3"-7560,-6-4-1365,0 0-1,0 1 1,-1-1-1,1 1 1,-1 0 0,1 0-1,-1 0 1,0 0-1,1 0 1,-1 0 0,0 0-1,0 1 1,-1-1 0,1 1-1,0 0 1,-1-1-1,0 1 1,2 4 0,172 344-65,-44-100-153,-103-193 37,32 69-1072,-27-39-2646,1 31-5504,-3 0-6699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9.2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1179 17598,'57'-64'2416,"-17"28"-460,11 0-192,12-9-256,7-3-324,11-7-267,26-8-177,14-6-356,13-16-480,10-2-752,3-1-89,4-2-307,-11 6-596,-12 2-316,-8 7-120,-23 6-264,-26 11-2321,-18 13-3824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9.4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131 73 10413,'-25'-17'4295,"-45"-22"0,38 22 8341,31 21-11662,0 5-951,0 0 1,1 1-1,0-1 1,0 1-1,1-1 0,3 14 1,18 62-38,-2-14 18,-20-69-29,116 608-460,-96-479-3918,-3-1-4286,-3-3-7492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59.81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13 10017,'-7'-13'14504,"15"25"-11115,13 26-2449,22 64 2609,6 58-3029,9 21-672,-25-93 123,117 271-302,-103-268-2368,35 65-9666,-40-73-1994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0.02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34 20722,'4'-15'2496,"22"8"-464,25-2-276,-31 6-339,13 3-301,24 3-224,-3 6-400,9 4-616,8-4-804,-1 6-564,-3-3-389,-10 6-791,-3-3-644,-8 6-2769,-2 6-5356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0.1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607 30 15681,'-87'-12'3185,"67"3"-233,-14 6 16,7-3-307,4 9-393,-1 0-324,-2 15-836,-15 19-1108,18-4 0,-7 12 0,-7 9 0,-7 9 0,1 1 0,-1 2-1340,1 3-1660,9 7-5337,7 5-8769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0.4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1 172 16005,'0'-10'553,"1"1"0,0-1 0,0 0 0,1 0 0,5-14 0,-5 19-198,1 0 0,-1 0 0,1 0 0,0 1 0,1-1 0,-1 1 0,1-1 0,0 1 0,0 0 0,0 1 0,8-6 0,-5 4-48,-1 0 1,1 1-1,0 0 0,1 0 1,-1 1-1,1 0 1,-1 0-1,1 1 1,0 0-1,0 0 0,0 1 1,0 0-1,0 0 1,0 1-1,1 0 0,-1 0 1,0 1-1,0 0 1,0 1-1,0-1 1,0 2-1,0-1 0,14 8 1,-6-2-159,1 1 0,-1 0 0,-1 1 0,0 1 0,-1 1 0,0 0 0,0 1 0,-1 0-1,-1 1 1,0 1 0,17 28 0,-10-4-146,-2 1 0,-1 1 0,-2 1 0,-2 0 0,-2 0 0,8 76 0,-9-8-4,-9 163 0,-7-137 1,-2 72 0,8-203 1,1 1 1,1-1-1,-1 1 0,1-1 1,0 1-1,0-1 0,4 11 1,-4-14-9,1 0 1,-1 0 0,0 0 0,0 0-1,1-1 1,0 1 0,-1 0 0,1-1-1,0 1 1,0-1 0,-1 0-1,1 1 1,0-1 0,0 0 0,1 0-1,-1 0 1,0-1 0,0 1-1,0 0 1,0-1 0,5 1 0,6 0-362,1 0 0,0-1 0,0-1 0,-1 0 0,1-1 0,0-1 0,-1 0 0,0 0 0,1-2 0,17-8 0,-3 1-953,-1-2 0,-1-1-1,42-32 1,76-83-8892,-70 53 103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0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195 1 9085,'0'0'3728,"-1"2"-2053,-18 83 4283,-10 45-2245,25-105-3417,1 1-1,1-1 1,1 1 0,1 0-1,2-1 1,0 1 0,2-1-1,1 1 1,0-1 0,2-1 0,1 1-1,17 33 1,-18-43-259,1 0 0,1-1 0,0 0 0,1-1 0,0 0 0,1-1 0,1 0 0,24 20 0,-25-24-71,-1-2 0,1 1 0,0-1 0,1-1-1,-1 0 1,1-1 0,0 0 0,0-1 0,0 0-1,1-1 1,-1 0 0,23 0 0,-27-2 3,0 0 1,0-1-1,-1 1 1,1-2-1,0 1 1,-1-1-1,1 0 0,-1 0 1,1-1-1,-1 0 1,0-1-1,0 1 1,-1-1-1,1-1 0,-1 1 1,0-1-1,0 0 1,0 0-1,-1-1 1,1 0-1,-2 0 1,1 0-1,-1-1 0,1 1 1,-2-1-1,1 0 1,-1 0-1,0 0 1,0-1-1,-1 1 0,0-1 1,-1 1-1,1-1 1,-2 0-1,1 0 1,-1-13-1,-2-5 27,-1 0 0,-1 0 0,-1 0 0,-2 1 0,0 0 0,-2 0 0,-19-40-1,11 33 30,-1 1 0,-1 0-1,-2 2 1,-1 0 0,-28-28-1,39 45-111,-1 1-1,0 1 0,-1 0 0,0 1 0,0 0 1,-1 1-1,-15-7 0,19 11-181,-1 0-1,0 1 1,0 0 0,0 1-1,0 0 1,0 0 0,0 1-1,0 1 1,-1 0 0,-19 3-1,14-1-756,1 2-1,0 0 1,-21 7-1,28-6-360,-1-1 0,1 1 0,-16 10 0,11-3-1948,0 1 0,-13 15 0,24-25 2767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4.1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19 4708,'0'0'2201,"-6"-18"-6126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5.4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302 10 8813,'12'-7'1567,"-14"4"-113,-29 3 1981,9 1-242,16 0-2988,0-1 0,0 1 1,0 1-1,0-1 0,1 1 0,-1 0 0,0 0 0,1 0 0,0 1 0,-1 0 0,1 0 0,0 0 0,1 1 0,-1-1 0,1 1 0,-1 0 0,-5 8 0,0 0 189,1 0 0,1 0 1,0 1-1,0 1 0,-9 24 0,0 6 220,3 1 1,1 1 0,2 0 0,3 0-1,-5 77 1,11-58-254,4 1-1,2-1 1,19 98-1,-12-109-169,2 0 0,27 70 1,-27-93-132,1-1 0,1 0 0,2-1 0,1-1 1,25 31-1,-34-49-41,0 0 1,0-1-1,1 0 1,15 10-1,87 51 134,-105-66-147,0 0-1,1-1 0,-1 0 0,1 0 0,0-1 0,-1 0 1,1 0-1,0-1 0,0 0 0,0-1 0,0 1 0,1-2 0,-1 1 1,0-1-1,0 0 0,-1-1 0,1 0 0,0 0 0,0 0 0,-1-1 1,1 0-1,-1-1 0,0 0 0,12-8 0,-6 2-1,-1-1 0,0 0-1,-1 0 1,0-2 0,-1 1-1,0-1 1,-1-1 0,-1 1-1,0-2 1,7-17 0,-3 1 2,-2 0-1,-1-1 1,-1 0 0,-2-1-1,-1 0 1,-2 0 0,-1 0 0,-2 0-1,-1 0 1,-1-1 0,-2 1-1,-1 1 1,-19-62 0,10 50-10,-3 1 0,-1 0 0,-1 1 0,-3 2 0,-1 0 0,-3 1 0,0 2 0,-3 1 0,-49-50 0,61 69-141,0 2 0,-1 0 1,-1 1-1,0 1 0,-22-12 1,33 21-78,-1 0 1,0 1-1,1 0 1,-1 0-1,0 0 1,-1 1 0,1 1-1,0 0 1,0 0-1,-1 1 1,1 0-1,-1 0 1,1 1 0,0 0-1,-12 4 1,10-2-373,1 1 1,-1 0 0,1 1-1,0 0 1,0 0 0,1 1-1,0 1 1,-10 8 0,10-8-850,1 1 0,0 1 0,1 0 1,-12 17-1,-19 51-9651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6.1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1 495 15025,'33'0'2333,"-29"-15"-369,2 0-472,-9-3-284,13-13-228,10 7-228,14-12-252,13-3-580,10-12-384,10 2-864,3-11-928,4 6 332,9 0-3505,1 5-4360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6.33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37 703 13049,'-37'21'7293,"47"-30"-5517,-3-3-332,6-21-288,21-21-320,2 3-160,15-10-580,6-11-712,0-6-556,-4-10-1012,-3 1-1296,4-1-2145,6-2-4640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7.1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81 395 12677,'-25'-44'2011,"15"29"-646,1-1 0,1 0 0,1-1 1,-11-33-1,17 45-1140,0-1 0,0 0 0,1 0 0,0 0 0,0 0 1,0 0-1,0 0 0,1 0 0,0 0 0,1 0 0,-1 1 0,1-1 0,0 0 1,1 1-1,-1 0 0,1-1 0,0 1 0,0 0 0,6-6 0,-1 1-54,1 1-1,0 0 1,1 0-1,0 1 1,0 0-1,1 1 1,0 0-1,1 0 1,-1 2-1,1-1 1,0 1-1,25-6 1,-14 6-50,0 0 1,1 2 0,-1 1-1,1 1 1,-1 1-1,32 3 1,-33 0-71,0 0 1,-1 2-1,0 0 0,0 2 0,0 0 1,0 2-1,-1 0 0,-1 1 0,1 1 1,32 24-1,-32-18-16,-1 1 0,0 0 0,-1 2 0,-1 0 0,-1 1 0,-1 0 0,-1 2 0,22 45 0,-17-21 59,-1 0 0,-3 1 0,-2 0 1,13 92-1,-2 204 955,-11-108-45,-11-200-945,2 0 1,2 0 0,1 0-1,17 49 1,-20-74-64,1-1 1,0 0 0,0 0 0,1 0-1,0-1 1,1 0 0,0 0-1,8 7 1,-9-10 4,0-1 0,1 0 0,-1-1 0,1 1 0,0-1 0,1-1 0,-1 1-1,0-1 1,1-1 0,0 1 0,0-1 0,11 1 0,3-1 0,0-1 1,1-1-1,-1-1 1,1 0-1,-1-2 1,0-1-1,40-12 0,149-67-149,-111 38-1333,-3-5-1,-2-3 0,110-83 1,-2-25-3503,-69 46-1355,30-37-6058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7.5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1122 17698,'37'-105'2428,"7"59"-244,13-2-140,-4 0-196,4 6-415,7-9-281,10-4-232,6-11-296,14 0-368,-4-10-460,14-2-864,3-7-412,0-5-809,-6-3-935,6 5-3365,-10 4-6160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7.7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0 16886,'-6'133'3124,"19"-88"120,-3 3-184,10 0-387,-3-2-213,3-4-1140,7 12-1320,6 0 0,-9 1 0,6 2 0,4 6 0,-4 4 0,3-10 0,-16-6-928,-4 9-2812,17 4-4497,4-10-8641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8.0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2 451 19214,'-1'16'660,"1"-9"-174,0 0 0,0 0 0,0 0 0,1 0 0,0 0 0,0 0 0,0-1 0,1 1 0,0 0 0,5 10 0,8 15 941,-11-21-933,1 0 1,0 0 0,1-1 0,11 16 0,-2-8-257,2-1 0,0-1 0,1-1 0,1 0 0,0-1 0,1-1 0,1-1 0,0 0 0,0-2 0,1-1 0,31 10 0,-25-11-298,0-1-1,0-1 1,1-2 0,0-1-1,0-1 1,0-1 0,0-2-1,0-1 1,29-5 0,-45 4 38,-1 0 1,1 0 0,-1-1 0,0-1-1,0 0 1,-1-1 0,1 0 0,-1 0-1,0-1 1,-1-1 0,16-14 0,-19 15 22,-1 0 0,0 0 1,-1-1-1,1 1 1,-1-1-1,-1-1 0,0 1 1,0-1-1,0 1 0,-1-1 1,-1 0-1,1-1 1,-2 1-1,1 0 0,-1 0 1,0-14-1,-2 5 27,-1 0 0,-1 1 0,0 0 0,-1-1 0,-1 1 0,0 1 0,-2-1 0,0 1 0,0 0 0,-2 1 0,0-1 0,-20-25 0,2 9 52,-1 0 0,-2 2-1,-1 1 1,-40-29-1,21 23-382,-1 2-1,-72-34 1,22 19-8079,90 44 1051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8.1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1 163 8201,'107'-82'1248,"-30"49"-744,3 9-404,-6 12-348,-7 3-456,-3 6-808,3 6-685,3 12-211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8.3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111 146 9097,'-77'75'1924,"64"-66"-364,3 6-212,-1 0 1877,25-24-3289,19-18-624,21-18-725,3-13-983,7-2-1276,13 0-2265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8.5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44 1 11221,'-27'41'7912,"14"-1"-4895,11-22-2401,0 1-1,2 34 0,1-45-245,1 38 525,3-1 1,21 89-1,42 86 366,-46-161-996,3-1 1,3-1-1,53 83 1,-57-104-197,2-1 0,2-1 0,1-1 0,1-2 1,1-1-1,39 27 0,-52-44-92,1-1 1,0 0-1,1-2 0,0 0 1,1-1-1,0-2 1,1 0-1,-1-1 0,1-1 1,0-1-1,31 2 1,-38-5 1,-1-2 1,0 1-1,0-2 1,0 0 0,0 0-1,0-1 1,0-1 0,0 0-1,-1-1 1,0-1 0,0 0-1,0-1 1,-1 0-1,0-1 1,0 0 0,-1-1-1,0 0 1,18-20 0,-18 15 7,-1 0 1,0-1 0,-1-1 0,0 0-1,-2 0 1,1 0 0,-2-1-1,-1 0 1,0 0 0,-1-1-1,3-24 1,-3 9 14,-3 0 0,0-1 0,-2 1-1,-1 0 1,-9-42 0,2 36 30,-2 0 0,-1 1-1,-2 1 1,-2 0 0,-1 1 0,-2 0 0,-1 2 0,-2 1-1,-1 0 1,-2 2 0,-1 0 0,-1 2 0,-2 1 0,0 1-1,-2 2 1,-1 1 0,-1 1 0,-1 2 0,-1 1-1,0 2 1,-69-24 0,85 36-221,-1 1 1,0 1-1,0 0 0,-1 2 0,1 0 0,0 2 1,-1 0-1,-28 4 0,37-2-372,1 1 1,0 0-1,0 0 0,0 1 1,1 1-1,-21 11 0,23-11-383,1 0 0,0 1 0,0 0 0,0 0 0,1 0 0,0 1 0,0 0 0,1 0-1,-8 14 1,-11 37-10771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08.7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0 363 17818,'7'-88'3200,"-4"55"-644,1 0-524,-1 9-416,4 0-371,3 2-485,0 1-880,0-6-1296,3-27-1421,-9 24-479,19 24-3057,-3 6-5808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0.2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111 578 10949,'-63'-40'2294,"59"38"-2064,1-1 0,0-1 0,0 1 0,0 0 0,1-1 0,-1 1 0,1-1 0,0 0 0,0 0 0,0 0 0,0 0 0,1 0 0,-1 0 0,0-6 0,0 1 281,-1-1 34,1 1 1,0 0-1,1-1 0,0 1 0,1-1 0,0 1 1,2-16-1,-1-1 280,-1 9-219,1 0 0,0 0 1,1 0-1,1 0 0,9-29 0,-8 35-377,1 1 0,0-1-1,0 1 1,1-1-1,1 2 1,0-1-1,0 1 1,17-17-1,-11 14-85,1 1 0,0 0 0,1 0 0,0 2 0,1 0 0,0 0 0,1 2 0,-1 0 0,1 1 0,0 0 0,1 2 0,0 0 0,-1 1 0,1 0 0,0 2 0,19 0 0,-17 2-62,1 1 0,-1 0 0,1 2 0,-1 0 0,0 1 0,0 1 0,0 1 0,-1 1 0,0 1 0,-1 0 0,0 2 0,0 0 0,30 25 0,-26-16 31,0 2-1,-1 0 0,-1 1 1,-2 2-1,0 0 0,22 41 1,-22-30-51,-2 1 1,-1 1 0,-2 0-1,11 56 1,-12-23-57,-3 0 0,-3 0-1,-4 0 1,-2 1 0,-14 95 0,-14 5-5,-64 212 0,60-260 0,-9 25 0,-19 79 0,58-224 0,1 0 0,1-1 0,-1 1 0,0 0 0,1 0 0,0 0 0,0 0 0,0 0 0,0 0 0,1 0 0,-1-1 0,1 1 0,0 0 0,0 0 0,3 4 0,-3-6 0,1 0 0,0 0 0,1 0 0,-1 0 0,0-1 0,0 1 0,1-1 0,-1 0 0,1 0 0,-1 0 0,1 0 0,-1 0 0,1 0 0,0-1 0,-1 1 0,1-1 0,0 0 0,0 0 0,-1 0 0,1 0 0,0 0 0,3-1 0,24-1 0,1-2 0,-1-1 0,41-13 0,88-37 0,-140 49 0,584-255 0,-18-41 0,-307 145-1123,-17-20-3477,-245 165 4216,124-95-4274,-52 36-1761,4-9-6180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0.5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0 112 23426,'17'-21'3252,"0"15"2837,-4-6-6089,1 3 0,2 0 0,18-12 0,-24 9-2360,17 0-6577,30 3-9549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1.5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1824 10321,'0'1'22,"4"3"362,0 1 1,-1-1-1,1 0 1,1 0 0,-1-1-1,1 1 1,7 4 0,-10-7-139,0 0 0,1-1 0,-1 1 0,1-1 0,-1 1 0,1-1 0,-1 0 0,0 0 0,1 0 0,-1 0 0,1-1 0,-1 1 0,1-1 0,-1 1 1,0-1-1,1 0 0,-1 0 0,0 0 0,1 0 0,-1 0 0,0 0 0,3-3 0,181-125 5765,7-4-4153,335-158 271,23 38-1237,891-355-2397,-1053 441-1524,-141 58-711,-1 8-4146,-93 40-2939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1.7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49 1508 19278,'-13'-7'889,"-15"-10"970,28 16-1705,-1-1 0,0 1-1,0 0 1,0 0 0,1-1-1,-1 1 1,0 0 0,1-1-1,0 1 1,-1 0 0,1-1-1,0 1 1,-1-1 0,1 1-1,0-1 1,0 1-1,0-1 1,0 1 0,1-1-1,-1 1 1,0 0 0,1-2-1,3-11 633,0 0 0,1 1 0,1 0 0,0 0-1,1 0 1,12-17 0,-6 14-442,-1 0 1,2 1-1,0 1 1,17-13-1,11-4-349,1 2-1,84-43 1,351-143 5,19 30 0,-323 121 0,782-281-2757,-636 235-1880,0 5-3472,-9 9-6171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1.90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490 1047 18258,'-338'120'2796,"261"-99"-136,23-3-220,34-12 1489,33-18-2533,38-21-272,52-18-960,51-18-164,41-19 0,53-8 0,40-13-140,33-11-1832,28-25-1044,29-6-457,11-12-3631,6-11-6974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08.6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423 309 6413,'1'-7'2143,"0"1"-1450,0-3-78,0 0-1,1 0 1,0 0 0,1 0 0,0 0 0,0 1 0,1-1 0,0 1 0,7-11-1,3 3-230,0 1 0,2 0-1,0 2 1,0-1 0,1 2-1,1 0 1,27-14-1,-15 12-77,1 1-1,0 1 0,0 2 1,39-8-1,-58 16-214,0 0 0,0 0 0,0 1 0,0 1 0,0 0 0,0 0-1,0 1 1,0 1 0,16 4 0,-21-4-47,1 1 0,-1 0 0,0 0-1,0 1 1,0 0 0,-1 0 0,1 1-1,-1 0 1,0 0 0,0 0 0,-1 1 0,0-1-1,0 1 1,0 1 0,5 9 0,0 0 23,-2 1 0,0 0 0,-1 0 0,-1 1 0,-1 0 0,0 0 0,-2 0 0,0 1 0,0-1 0,-2 1 0,0 0 0,-5 35 0,-4 5 122,-4 0 0,-31 96-1,28-104-39,10-35-139,2 0 0,0 0 0,1 0 0,1 0 0,1 0 0,0 1 0,1-1 0,0 0 0,1 0 0,1 0 0,1 0 0,6 16 0,7 14 13,3-1-1,42 71 1,-48-91-10,-1 1-1,-2 1 1,0 0 0,-2 0-1,-1 1 1,-1 0 0,-2 0 0,0 1-1,-2 0 1,-1 41 0,-3-48 57,0-1 0,-2 1 0,-1-1 0,0 0-1,-1 0 1,-2-1 0,0 0 0,-1 0 0,-1 0 0,-1-1 0,0-1 0,-2 1 0,0-2 0,-25 29 0,8-18 31,-1-1 0,-1-1 1,-2-2-1,0-2 1,-1-1-1,-52 24 1,-229 79-509,280-112 246,10-3-129,-222 72-2906,84-44-6883,135-31 1910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09.3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1356 208 5392,'62'-78'3864,"-61"76"-3633,0-1 0,0 1 0,0-1 0,0 1 0,0-1 0,-1 1 0,1-1 0,-1 1 0,1-1 0,-1 1 0,0-6 0,1-4 439,2 3 192,0 0-1,1 0 0,9-15 0,3-7 2764,-20 43-3402,0 0 0,2 0-1,-1 1 1,2-1 0,0 1 0,0-1 0,1 1 0,1 0 0,0-1 0,0 1 0,1-1 0,5 16-1,-6-25-74,3 36 349,-4-36 1415,33-11-1122,-29 7-622,2 67 1233,-36 371 2406,5-252-3119,-49 185 1,44-234-687,-701 2636-2,307-1286-984,297-868-2128,63-135 90,61-450 2499,1 0 0,3 0 1,0 0-1,2 0 0,1 0 0,2-1 0,1 0 1,12 32-1,-16-57 191,0-1 0,0 1 0,1-1 1,-1 1-1,2-1 0,8 11 0,-10-15-148,-1 0-1,1 1 0,0-1 1,-1 0-1,1 0 0,0-1 1,0 1-1,0 0 0,1-1 1,-1 0-1,0 0 1,0 0-1,1 0 0,-1 0 1,1-1-1,5 1 0,32-3-6985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0.2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1089 664 5204,'53'-60'1416,"-49"56"-1086,0-1 0,0 0 1,-1 0-1,1-1 0,-2 1 0,1-1 1,0 1-1,2-12 0,8-15 1475,47-74 2591,97-129 1,-64 106-2024,-68 88-1749,-23 39-519,-1 5 72,3 8 49,-1 0 0,-1 1 0,0-1 0,0 1 1,-1 0-1,-1 21 0,-12 77 964,3-43-656,-135 1020 3965,24-518-4133,-286 827-1,16-226-2927,82 22-2934,231-784 1453,32-141-3181,17-94-2473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2.25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209 308 12817,'-55'-22'692,"-55"-19"1843,71 30-214,35 10-1464,34-3 440,98-3-523,156 12 0,-202-2-618,1141 77 692,-2 44-692,-375-35-114,1098 87-331,3-62-807,-945-99 462,-9-68-11,-519-11 477,-385 47 131,-1-5 0,-2-3 0,102-44 0,-144 50-50,-2-3 1,41-26 0,-69 39-11,1-2 1,-1 0-1,-1 0 1,0-2-1,-1 1 1,0-2-1,-1 1 1,13-23-1,-20 30-36,-1 0-1,0-1 1,0 0 0,-1 0 0,0 0-1,0 0 1,-1 0 0,0 0-1,0 0 1,-1-1 0,0 1 0,0 0-1,0 0 1,-1-1 0,0 1-1,-1 0 1,1 0 0,-2 0-1,1 0 1,-1 1 0,0-1 0,-6-10-1,0 3-566,0 0 0,-1 1 1,0 0-1,-1 1 0,-1 0 0,0 1 0,0 0 0,-28-18 0,-69-30-6112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2.7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1 316 8605,'4'-12'510,"0"0"1,1 0 0,0 1-1,1 0 1,0 0 0,1 0-1,0 1 1,13-15 0,-6 11 112,1 0 1,0 1 0,2 0-1,28-16 1,-14 11-123,1 1 0,1 1 0,0 2 0,1 2 0,64-15 0,-77 22-397,1 2-1,0 0 1,0 1 0,0 2-1,0 0 1,0 1-1,0 1 1,0 1-1,-1 1 1,39 13 0,-49-13-77,0 1 1,-1 0-1,1 1 1,-1 0 0,0 1-1,-1 0 1,0 0-1,0 1 1,0 1 0,-1-1-1,0 1 1,-1 0-1,0 1 1,0 0 0,-1 0-1,5 12 1,-3-4 1,-2 1 0,0 0 0,0 0 0,-2 0 0,-1 1 0,0 0 0,-1-1 0,-2 39 0,-7 23 25,-2-1 0,-5 0 0,-3-1-1,-32 93 1,-133 302 458,169-444-473,10-21-28,-1 0 1,1 0 0,0 0-1,1 0 1,0 0 0,0 1-1,1-1 1,0 13 0,1-19-9,1 0 1,-1-1-1,1 1 1,0 0-1,0 0 1,0 0-1,0 0 1,0-1-1,0 1 0,1 0 1,0-1-1,-1 1 1,1-1-1,0 0 1,0 0-1,0 0 1,1 0-1,-1 0 1,0 0-1,1 0 1,-1-1-1,1 1 1,0-1-1,-1 1 1,1-1-1,0 0 1,0 0-1,0-1 1,0 1-1,0-1 1,4 1-1,21 3-8,1-1-1,0-2 1,42-2-1,95-17-330,-137 14 235,396-58-2483,47-6-5705,-258 43 374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3.34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70 12125,'47'-69'11569,"-22"88"-8901,-19-12-2422,0 0 1,0 1-1,0 0 0,-1 0 0,0 0 0,0 1 0,-1-1 0,3 11 0,22 80 1205,-23-78-1265,11 57 529,14 145 0,-16 80-3057,-29-12-3892,1-92-3348,14-88-920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13.6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566 25 12157,'14'-24'6357,"-28"39"-5253,-2 18 112,6 9 56,0 15-100,0 19-148,-11 17-324,-5 22-52,-5 20-124,-5 19-592,-5 12-640,-12 15-772,-21-6-1016,-6 12-64,-1 18-3061,4-3-4636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2.77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412 1 16125,'-76'135'4253,"-39"77"1861,61-76-3825,-60 237 0,100-318-2071,1 0 1,3 1 0,3 0 0,-1 73-1,8-109-216,0 0-1,2 0 0,1 0 1,0 0-1,2 0 1,0-1-1,1 1 0,1-1 1,1-1-1,0 1 0,2-1 1,0-1-1,1 0 0,0 0 1,21 22-1,-12-21-70,0 0 1,1-2-1,1 0 1,1-1-1,0-1 0,0-1 1,2-1-1,-1-2 1,52 16-1,-37-16-10,0-2 0,0-1 0,1-2 0,0-2 0,0-2 0,43-3-1,-64 1 61,0-1 0,0-1-1,-1 0 1,1-1-1,-1-2 1,0 1 0,26-14-1,-43 19 22,1-1 0,-1 1 0,0-1-1,1 0 1,-1 0 0,0 0 0,0 1 0,0-1-1,0 0 1,0 0 0,0-1 0,0 1 0,0 0 0,0 0-1,0 0 1,0-1 0,-1 1 0,1 0 0,-1-1-1,1 1 1,-1 0 0,1-1 0,-1 1 0,0-1 0,0 1-1,1 0 1,-1-1 0,0 1 0,0-1 0,-1 1-1,1-1 1,0 1 0,0-1 0,-1 1 0,1 0-1,-1-1 1,1 1 0,-1 0 0,0-1 0,1 1 0,-3-2-1,1-1 13,-1 1-1,0-1 1,0 1-1,0 0 0,-1 0 1,1 0-1,-1 0 1,0 1-1,1 0 1,-1-1-1,0 1 0,-6-2 1,-13-1-20,1 0 1,-1 1-1,0 2 0,0 0 0,0 1 1,-1 2-1,1 0 0,0 2 1,0 0-1,-25 7 0,2 3-1616,1 2-1,0 1 0,-83 44 0,118-54 750,0 0 0,1 1 0,-1 0 0,-10 10 0,-9 19-5092,9 4-5208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3.1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612 73 13301,'32'-49'1996,"-30"47"-1796,0-1 0,0 1 0,1 0 0,-1 0 0,1 1-1,-1-1 1,1 1 0,0-1 0,0 1 0,0 0 0,0 0-1,0 0 1,0 0 0,0 0 0,0 1 0,0-1 0,0 1-1,0 0 1,0 0 0,0 0 0,1 1 0,-1-1 0,0 1-1,0-1 1,0 1 0,0 0 0,0 0 0,4 3 0,1 2-10,0 0 0,-1 1 1,0 0-1,0 0 1,0 1-1,-1 0 0,0 0 1,-1 1-1,0-1 0,0 1 1,0 0-1,-2 1 1,1-1-1,4 17 0,-3-4-51,-1 0 0,0 0-1,-1 1 1,-2-1 0,-2 39-1,-2-31-211,-3 1-1,0-1 1,-2 0-1,-1 0 1,-1-1-1,-2 0 0,-1-1 1,-1 0-1,-1-1 1,-2-1-1,-1 0 1,-26 29-1,4-11-53,-1-2-1,-2-1 1,-2-3 0,-1-1-1,-81 47 1,107-73 105,0 0-1,-1-2 1,0 0 0,0-2-1,-31 8 1,41-13 17,0-1 1,1 1-1,-1-2 1,0 1 0,-20-3-1,26 1 11,-1 0-1,1 0 0,0-1 1,0 0-1,0 1 1,0-2-1,0 1 0,1 0 1,-1-1-1,1 0 1,-1 0-1,-5-6 0,8 7-3,1 0 0,0 0 0,0 0 0,0 0 0,0 0 0,0 0 0,0 0 0,0 0-1,1 0 1,-1 0 0,1-1 0,-1 1 0,1 0 0,0 0 0,0-1 0,0 1 0,0 0-1,1 0 1,-1 0 0,1-1 0,0-3 0,1 0 6,1-1-1,-1 1 1,1-1-1,6-10 1,-4 11 11,-1 0 1,1 1-1,0 0 0,0 0 1,0 0-1,1 0 1,0 1-1,0 0 1,10-5-1,0 1 83,1 1 0,27-8 0,-14 8-37,0 1 0,1 2 0,-1 1-1,1 1 1,0 1 0,55 8 0,3 5-9,90 26 1,-33 1-243,100 21-1689,-79-35-2401,-158-25 3753,40 2-1240,-46-2 1505,0 0-1,-1-1 0,1 1 0,0-1 0,0 0 0,-1 0 0,1 0 0,-1 0 0,1 0 0,-1 0 1,1-1-1,-1 1 0,0-1 0,1 0 0,1-2 0,10-15-2939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3.27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121 69 8777,'-63'-45'1372,"46"30"-8,4 6 4437,-1 27-5233,1 3-160,13 12-352,6 25-732,11-13-753,0 0-679,3 6-1964,14 4-3005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3.5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1 218 9845,'87'-133'1920,"-82"125"-1516,1 0-1,-1 1 1,2 0-1,-1 0 1,1 1 0,0 0-1,0 0 1,1 0-1,0 1 1,16-8 0,-21 12-298,0 0 1,-1 0 0,1 0-1,0 0 1,0 1 0,0 0 0,0-1-1,0 1 1,0 0 0,0 0 0,0 1-1,0-1 1,0 1 0,0-1-1,0 1 1,0 0 0,-1 0 0,1 0-1,0 0 1,-1 1 0,1-1 0,-1 1-1,1 0 1,-1 0 0,0 0-1,1 0 1,-1 0 0,0 0 0,0 0-1,1 3 1,8 12 82,0 0 1,-2 1-1,0-1 0,-1 2 0,-1-1 0,-1 1 1,8 34-1,-4 8 82,5 74 0,14 359 302,-25-440-633,2 0 1,2-1-1,3 1 0,2-2 1,2 0-1,3-1 1,2 0-1,2-2 0,2 0 1,45 67-1,35 20-329,-71-98 307,-2 3-1,-1 0 1,-3 2 0,25 49-1,-47-77 68,1-1 0,-2 1 0,0 1 0,-1-1 0,0 0 1,-1 1-1,-1 0 0,-1-1 0,0 1 0,-1 0 0,0-1 0,-1 1 0,-1-1 0,-1 1 0,0-1 0,-1 0 0,0-1 0,-14 26 0,0-7-224,-1-1 1,-2 0-1,-1-2 0,-1-1 0,-1 0 1,-48 40-1,-2-9-3553,-143 89 0,40-38-4370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13.6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1191 23762,'111'-39'3725,"-28"9"-757,21-9-656,30-1-2312,34-2 0,43-12 0,50-6 0,54-1 0,46-8 0,38-9 0,23-4 0,27-11 0,6-28-2916,1-2-1113,-7-4-3535,-24-6-7710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6.8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388 144 5821,'27'-33'8112,"-28"30"-6990,-2-3-944,-27-58 9042,18 40-7943,11 21-559,-2 2-529,1-1 1,0 1-1,-1 0 0,1 0 1,-1 0-1,0 0 1,1 0-1,-1 1 0,0-1 1,-5 1-1,2 3-55,0 1 0,0 1 0,0-1 1,0 1-1,1 0 0,0 0 0,0 1 0,0-1 0,1 1 0,0 0 0,-6 11 0,-7 15 398,-13 35 0,21-45-316,-34 83 54,5 2-1,4 1 0,5 2 1,-25 202-1,47-247-269,3 1 0,4 0 0,2-1 0,3 1 0,3-1 0,30 120 0,-29-151 0,3 0 0,0-1 0,3-1 0,0 0 0,2-1 0,2-1 0,0 0 0,2-1 0,1-2 0,2 0 0,0-1 0,2-2 0,0 0 0,41 27 0,-41-35 0,1-1 0,0 0 0,1-2 0,1-2 0,0 0 0,1-2 0,-1-1 0,2-1 0,-1-2 0,44 2 0,-56-6 0,0-1 0,1-1 0,-1-1 0,0 0 0,0-1 0,-1-1 0,1-1 0,-1-1 0,0 0 0,0-1 0,0-1 0,-1 0 0,-1-1 0,1-1 0,-1-1 0,-1 0 0,0-1 0,22-24 0,-26 25 0,0-1 0,-2-1 0,1 0 0,-1 0 0,-1-1 0,0 0 0,-1 0 0,-1-1 0,0 1 0,-1-1 0,4-26 0,-7 28 0,-1 1 0,1-1 0,-2 0 0,0 1 0,-1-1 0,0 0 0,0 1 0,-2 0 0,1 0 0,-2 0 0,1 0 0,-2 1 0,1-1 0,-13-16 0,4 9-42,-1 2 0,-1 0 0,0 1-1,-1 1 1,-1 0 0,0 1 0,-1 1 0,0 1 0,-1 1 0,-1 0-1,0 2 1,-42-14 0,26 12-650,0 2-1,0 2 1,-1 1 0,0 2-1,0 1 1,0 3 0,-39 3-1,51 0-488,1 1-1,0 1 0,-32 12 0,-27 17-6639,22-2-3327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7.14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130 1 16590,'15'7'2449,"-23"-2"629,7-4-2838,-1 0-1,0 0 1,1 0 0,-1 0-1,1 0 1,-1 0 0,1 0-1,-1 1 1,1-1 0,0 0-1,0 1 1,0-1 0,-2 4-1,0 4 176,2-1 1,-1 1-1,1 0 0,0 0 0,1 0 0,0 1 0,1 8 0,0 7 279,-4 262 2608,-48 377-3324,-5-4-1692,59-392-3072,0-207 939,4 0 1,18 79 0,4-35-7898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7.5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791 318 14645,'11'-27'541,"-6"12"-59,1 1 0,1 0 0,0 1 1,1-1-1,15-19 0,68-96 5712,-87 124-5994,0 0 0,0 0 0,1 1 0,-1-1 0,1 1 0,0 0 0,0 0 0,0 1 0,1 0 0,-1-1 0,1 2 1,8-4-1,-11 5-164,0 0 0,0 0 1,-1 1-1,1-1 1,0 1-1,0 0 1,0 0-1,0 0 0,0 0 1,0 0-1,0 1 1,0-1-1,0 1 1,0 0-1,0 0 0,0 0 1,-1 0-1,1 1 1,0-1-1,-1 1 1,1-1-1,-1 1 0,0 0 1,1 0-1,-1 0 1,0 0-1,0 0 0,2 4 1,1 3 16,0-1 0,0 1 0,-1 0-1,-1 0 1,0 0 0,0 1 0,0-1 0,-1 1 0,-1 0 0,1 13 0,-1 8 26,-1 0 0,-4 32 0,-9 24 64,-44 153 1,2-14-31,44-174-110,4 0-1,1 1 1,2 73-1,5-106-19,1 1-1,1-1 1,0 0-1,2 0 0,0 0 1,1-1-1,2 0 1,-1 0-1,2 0 1,1-1-1,20 30 1,18 10-61,3-2 1,84 73-1,6 5-49,-132-126 121,-1 2-1,0-1 1,0 1-1,-1 1 1,0-1-1,-1 1 1,0 0-1,-1 1 1,0-1-1,3 14 1,-6-19 10,-1 1 0,-1-1-1,1 1 1,-1-1 0,0 1 0,0-1 0,-1 1-1,0-1 1,0 0 0,0 1 0,-1-1-1,0 0 1,0 0 0,-1 0 0,0 0 0,0 0-1,0 0 1,-1-1 0,1 0 0,-1 1 0,-7 5-1,-4 3-13,0 0-1,-1 0 0,-1-2 0,-1 0 1,1-1-1,-2-1 0,-37 15 1,-148 41-803,-321 31-4103,123-29-5177,224-25 383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8.2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364 36 16506,'-34'-36'14478,"33"54"-14053,0 0 1,-2-1-1,-7 31 1,0-8-345,-125 556-81,0-35 0,121-488-1128,-6 129 1,24-19-6512,-3-166 5743,2-1 0,0 0 0,7 23 0,27 43-10409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8.4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240 1 15965,'-47'292'14864,"13"-104"-12926,-65 383-1938,54-327-1538,37-186-1502,3 0 1,3 73-1,3-117 1228,0 1-1,1-1 1,4 15 0,-1-13-2147,1 0 0,9 17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8.8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332 229 14417,'-3'55'869,"2"-24"275,-2 0 0,-9 49 0,-36 74 3405,8-33-1994,23-55-1687,2 0 0,4 1 0,-5 110 0,15-141-705,1-1 0,2 0 0,2 0 0,1 0 0,2 0 0,1-1 0,2 0 0,25 58 0,-24-70-121,2 0 1,0-1 0,2 0-1,0-1 1,1-1-1,1 0 1,1-1 0,1-1-1,0-1 1,1-1-1,1 0 1,0-2 0,1 0-1,23 9 1,-24-13-51,-1-1 0,1-1 0,0-1 0,1-1 0,0-1 0,-1-1 0,1 0 0,0-2 0,0-1 0,0 0 0,0-2 0,0-1 0,0 0 0,-1-2 0,1 0 0,26-11 0,-19 3-24,-1-1-1,0-2 1,-2 0-1,0-2 1,-1-1-1,0-1 1,-2-1-1,0-1 1,28-36-1,-15 10-26,-1-1-1,-2-2 0,51-110 1,-65 115 44,-1-1 0,-3 0 0,-1-1 0,-3 0 0,-2-1 0,-2 0 1,-2-1-1,-2 0 0,-3 1 0,-8-74 0,3 89 19,-1 0 1,-2 1-1,-1-1 1,-2 2-1,-1-1 0,-30-55 1,28 65-1,-1 0 0,-1 1 0,-1 0 1,-1 1-1,-1 2 0,0-1 0,-2 2 1,0 1-1,-30-20 0,27 24-141,-1 0 0,0 1 1,-1 2-1,0 0 0,0 2 0,-1 1 0,0 1 0,0 1 0,-1 2 0,1 0 1,-1 2-1,1 1 0,-35 5 0,2 3-1076,1 3-1,0 2 1,1 3 0,1 2-1,-60 29 1,-55 33-5706,-16 17-4592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58.00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0 100 5737,'17'-18'1208,"-4"0"-104,1 6-140,-1 0-136,0 0-88,4 6-192,-3-3-120,-1 3-96,4 0 120,0 12-312,-1-3-532,-29 30-2056,-14 21-404,7-11-953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9.5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962 0 19390,'0'118'2792,"-4"-55"-72,4 10-151,-3 8-229,-4 6-196,-6 10-1332,-14 14-812,-6 10 0,-4 12 0,-10 11 0,-7 7 0,-9 18 0,-18 9 0,-12 6 0,-21 3-2612,-10 3-2429,0-4-2327,-14-11-7394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49.3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431 1 13105,'0'0'176,"-1"0"1,1 0-1,-1 0 0,0 0 0,1-1 1,-1 1-1,1 0 0,-1 0 0,1 0 0,-1 0 1,0 0-1,1 0 0,-1 1 0,1-1 1,-1 0-1,1 0 0,-1 0 0,1 0 0,-1 1 1,1-1-1,-1 0 0,1 0 0,-1 1 0,1-1 1,-1 1-1,1-1 0,-1 0 0,1 1 1,0-1-1,-1 1 0,-11 24 2307,0 32 409,-22 148 3064,-7 0-3392,-111 406-2260,71-307-1134,19 5-3992,44-138-121,16-57-1624,7 15-6054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0.3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205 0 12609,'1'4'1938,"0"1"-1405,0 1 1,-1-1-1,1 1 0,-1 0 0,0-1 0,0 1 0,-1 0 0,0-1 0,0 1 0,0-1 0,-3 9 1,-65 217 6169,-10 126-2428,78-354-4245,-19 102 410,-8 145 0,25-176-462,3-1 0,18 138 0,-11-170 22,1-1 0,2 0 0,2-1 0,2 0 0,1-1 0,2 0 0,35 56 0,-41-77 0,1-1 0,0 1 0,1-2 0,1 0 0,0-1 0,2 0 0,-1-1 0,1-1 0,1 0 0,0-1 0,1-1 0,0-1 0,1 0 0,-1-2 0,2 0 0,-1-1 0,25 5 0,-20-9 0,0 0 0,1-1 0,-1-1 0,1-2 0,-1 0 0,0-2 0,0 0 0,0-2 0,-1 0 0,0-2 0,0-1 0,0 0 0,22-14 0,-8 1 0,0-1 0,-2-2 0,-1-1 0,0-2 0,-2-1 0,44-52 0,-48 45 0,-2 0 0,-2-1 0,-1-2 0,-2 0 0,-2-1 0,-1-1 0,20-71 0,-24 58 0,-2-1 0,-3-1 0,-2 0 0,-2 0 0,-5-92 0,-3 109-67,-2 1 0,-2-1 0,-1 1 1,-2 0-1,-1 1 0,-2 0 0,-2 1 0,-38-68 0,36 76-309,-2 1 0,0 1 0,-2 0 0,-1 1 0,-1 2 0,0 0 0,-2 2 0,-1 0 0,-1 2 0,0 1 0,-32-16 0,23 18-568,0 1 0,-2 1 1,1 2-1,-2 2 1,-49-7-1,52 13-957,-1 1 0,1 1 0,-46 5 0,-86 27-9502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0.7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279 1112 15729,'-66'16'711,"-77"24"1521,77-24 705,63-15-753,34-2-177,156-17-542,2329-199 913,15 57-2130,4626-297 2628,-5785 364-2876,-502 33 0,-354 24 0,596-58-3305,-1081 91 2906,120-17-2918,-154 14-756,-14 1 2440,-57-5-4813,-45 5-4164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1.4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509 312 12321,'12'-41'2651,"1"0"0,36-73-1,-37 89-584,-8 14-725,1 1 0,0 0 0,0 1 1,1-1-1,1 1 0,13-16 0,-20 25-1311,1-1 0,-1 1 0,1-1 0,-1 1 0,1-1 0,-1 1 0,1 0 0,-1-1 0,1 1 0,0-1 0,-1 1 0,1 0 0,0 0 0,0 0 0,-1-1 0,1 1 1,0 0-1,-1 0 0,1 0 0,0 0 0,0 0 0,-1 0 0,1 0 0,0 0 0,-1 0 0,1 1 0,0-1 0,0 0 0,-1 0 0,2 1 0,-1 0-13,1 1 1,-1-1-1,1 1 1,-1-1-1,0 1 0,0 0 1,0-1-1,0 1 1,0 0-1,0 0 0,1 2 1,3 11-77,-1 0 0,3 22 0,-5-28 136,8 58-77,-3 1 0,-2 0 0,-4 0 0,-3 0 0,-13 93 0,-6-44 0,-4 0 0,-50 140 0,36-142 19,-73 211-592,-24-8-3532,-25-21-4539,121-226 4979,-58 102-9150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1.8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17298,'6'2'2556,"10"2"-1827,1 1-1,-1 1 0,-1 0 0,1 1 0,-1 1 1,-1 0-1,1 1 0,-1 1 0,-1 0 0,0 1 1,0 1-1,-1-1 0,-1 2 0,14 18 0,-5-2-429,-1 1-1,-1 0 0,-2 2 0,-1-1 0,20 65 1,-22-49-175,-2 1 0,-2 1 0,3 78 1,-12-1-696,-5 0 0,-31 179 1,-16 30-5231,13-111-3100,3-28-4765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2.2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0 125 13285,'12'-32'1166,"10"-25"1888,0 22 4903,-9 58-3978,-1 11-3320,-1 1 0,-2 0 0,-1 1 0,3 49-1,-4-37-626,40 514-11,-27-250-344,9 168-6110,-13-184-3822,-3-110-2538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4.28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342 426 10125,'-36'18'1097,"1"1"-1,2 2 1,0 1 0,1 2-1,-47 44 1,67-56-716,0 1 0,0 0 0,1 1 1,1 0-1,-14 24 0,22-34-316,0-1 0,1 1-1,-1-1 1,1 1 0,0 0 0,0 0-1,0-1 1,0 1 0,1 0 0,-1 0-1,1 0 1,0 0 0,0 0 0,1 0 0,-1 0-1,1-1 1,0 1 0,0 0 0,0 0-1,0-1 1,1 1 0,0-1 0,-1 1-1,1-1 1,1 1 0,-1-1 0,0 0 0,1 0-1,-1 0 1,1-1 0,5 5 0,4 1 49,1 0-1,1-1 1,-1-1 0,1 0 0,0-1 0,1 0 0,-1-1 0,1-1 0,20 3 0,85 12 472,178 5 0,138-22 33,-347-2-498,318-7 182,70-4-55,75-1-31,70-4-69,64-4-23,5094-151-481,-2762 29-484,-2411 95 512,-61-6-227,607-109-1988,-402 7-2571,-526 98 294,-43 5-2797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5.5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214 27 6165,'0'-21'1126,"0"21"-1107,0 0 0,-1 0 1,1 0-1,0 0 0,0 0 1,0-1-1,0 1 0,0 0 1,0 0-1,0 0 0,1 0 1,-1-1-1,0 1 1,0 0-1,0 0 0,0 0 1,0 0-1,0 0 0,0-1 1,0 1-1,0 0 0,0 0 1,0 0-1,1 0 0,-1 0 1,0 0-1,0 0 0,0-1 1,0 1-1,0 0 0,0 0 1,1 0-1,-1 0 0,0 0 1,0 0-1,0 0 0,0 0 1,0 0-1,1 0 1,-1 0-1,0 0 0,0 0 1,0 0-1,0 0 0,1 0 1,-1 0-1,0 0 0,0 0 1,0 0-1,0 0 0,1 0 1,-1 0-1,0 0 0,0 0 1,0 0-1,0 1 0,0-1 1,0 0-1,1 0 0,29 2 12703,-32-3-12432,0 1-253,1-1 0,-1 1 0,1-1-1,-1 1 1,1-1 0,-1 1 0,1 0 0,-1 0-1,0-1 1,1 1 0,-1 0 0,1 1-1,-3-1 1,3 1 8,-1 0-1,1 0 0,0 0 1,-1 0-1,1 0 1,0 0-1,0 0 0,0 1 1,0-1-1,0 0 1,0 1-1,0-1 0,0 1 1,0-1-1,1 1 1,-1-1-1,0 3 0,-125 306 3339,109-267-2979,2 1 0,3 1 0,1 0 0,-10 86 0,20-107-279,0 0 0,1 0 0,2-1-1,0 1 1,2 0 0,0-1-1,2 0 1,0 0 0,2 0-1,0-1 1,17 30 0,-11-30-44,0 0 0,2-1 0,1-1 0,0 0 0,2-2 0,0 0 0,1-1 0,0-1 0,2 0 0,0-2 0,0-1 0,39 17 0,-9-9 14,0-2 1,1-2-1,1-3 1,106 14 0,-16-14 34,258-9 0,148-53-2,-226-2-188,327-95 0,299-148-2119,-938 288 2096,148-49-2483,184-92 0,-293 117 638,-50 29 1823,-1-1 0,1 1 0,0 0 0,0-1 0,-1 1 0,1-1-1,0 1 1,-1-1 0,1 1 0,0-1 0,-1 0 0,1 1 0,-1-1 0,1 0 0,-1 1 0,1-1 0,-1 0-1,1 0 1,-1 1 0,0-1 0,0 0 0,1 0 0,-1 0 0,0 0 0,0-1 0,0 2-27,-1-1 1,1 0 0,-1 0 0,1 0-1,-1 1 1,1-1 0,-1 0-1,0 1 1,1-1 0,-1 1-1,0-1 1,0 0 0,1 1 0,-1 0-1,0-1 1,0 1 0,0-1-1,-1 1 1,-5-3-764,0 2 0,-1-1 0,1 1 0,0 0 0,-8 0 0,-52 9-7678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6.0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203 176 11369,'15'-18'904,"0"1"-1,1 1 1,1 1-1,1 0 1,0 1-1,0 1 1,2 1-1,24-12 1,-31 19-544,0-1 0,0 2 0,0-1 0,1 2 0,-1 0 0,20-2 0,-24 5-281,-1 0 0,1 0 0,-1 0 0,1 1 0,-1 1 1,1-1-1,-1 1 0,0 1 0,0-1 0,0 2 0,8 3 0,-8-2-24,-1 0-1,0 1 1,0 0-1,-1 0 1,0 0-1,0 1 1,0-1-1,-1 2 1,0-1 0,0 0-1,-1 1 1,0 0-1,-1 0 1,1 0-1,-1 1 1,-1-1-1,0 1 1,2 12-1,0 4 2,-2 0 1,0 0-1,-2 0 0,-1 0 0,-5 35 0,0-22 17,-2 0-1,-2 0 1,-1-1 0,-26 59-1,-10 11 26,-72 120 0,-305 427 2177,415-643-2161,5-5 24,0-1 1,0 1-1,0-1 0,-4 11 0,7-14-99,1 0 0,-1 0 0,0 0 0,1-1 0,0 1 0,0 0 0,-1 0 0,1 0-1,0 0 1,0 0 0,1 0 0,-1 0 0,0-1 0,1 1 0,-1 0 0,1 0 0,-1 0-1,1-1 1,0 1 0,0 0 0,2 2 0,0 0 4,1 0 1,0 0-1,0-1 0,0 1 0,0-1 1,1 0-1,-1-1 0,1 1 1,0-1-1,0 0 0,0 0 1,0 0-1,0-1 0,0 1 0,0-1 1,1-1-1,-1 1 0,9-1 1,13 0 15,1-1 1,37-6-1,-55 6-65,73-12-896,0-5 0,142-48 0,-119 26-2012,157-84 0,0-37-6365,-130 69 243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6.3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585 1 11525,'1'0'87,"-1"1"-1,1-1 0,-1 1 1,0 0-1,1-1 1,-1 1-1,0-1 1,1 1-1,-1 0 1,0-1-1,0 1 1,0 0-1,1-1 1,-1 1-1,0 0 1,0 0-1,0-1 1,0 1-1,0 0 1,0-1-1,0 1 1,-1 0-1,1-1 1,0 1-1,0 0 1,0-1-1,-1 1 0,1 0 1,-1 0-1,-21-5 2813,14 5-1386,-38 27 719,2 2-1,-57 48 1,43-26-1113,3 2 0,-81 103 0,121-137-977,0 0 1,2 1-1,0 0 1,1 2 0,1-1-1,2 1 1,-11 38-1,17-54-119,2 0 0,-1 1 0,1-1-1,0 1 1,1 0 0,0-1 0,0 1-1,1-1 1,0 1 0,0-1 0,0 1 0,1-1-1,0 0 1,1 0 0,0 1 0,0-2-1,0 1 1,1 0 0,0-1 0,0 1-1,1-1 1,0 0 0,0-1 0,0 1-1,0-1 1,1 0 0,0-1 0,11 8-1,-3-4-7,-1-1-1,2-1 0,-1 0 0,0-1 0,1 0 0,0-1 0,0-1 0,1 0 0,-1-1 1,1-1-1,-1 0 0,1-1 0,-1-1 0,0 0 0,1-1 0,-1-1 0,0 0 0,0-1 1,0-1-1,21-10 0,-19 7-29,-1 0 1,0-1 0,0-1-1,-1 0 1,0-1 0,-1-1-1,-1 0 1,1-1 0,-2-1-1,0 1 1,-1-2 0,0 0-1,-1 0 1,-1-1 0,0 0-1,-1-1 1,5-18-1,-10 26-115,-1-1 0,0 1-1,-1-1 1,0 0-1,-1 1 1,0-1-1,0 0 1,-1 1-1,0-1 1,-1 0-1,0 1 1,-1 0 0,0-1-1,-8-16 1,8 19-37,-1 1 1,-1 0-1,1 0 1,-1 0-1,0 0 1,-1 1 0,1 0-1,-1 0 1,0 0-1,0 1 1,-1-1 0,1 2-1,-1-1 1,0 1-1,0 0 1,0 0-1,-11-2 1,-10-4-909,0 1-1,-1 2 1,1 1 0,-53-3 0,42 7-2256,-55 6 0,-41 15-7116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6.9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201 82 10765,'4'-7'324,"1"1"0,0 0 0,0 0 0,1 1-1,-1-1 1,1 1 0,0 0 0,1 1 0,-1 0 0,1 0 0,0 0 0,0 0 0,0 1-1,0 1 1,1-1 0,-1 1 0,1 0 0,0 1 0,-1 0 0,1 0 0,0 0-1,0 1 1,0 0 0,-1 1 0,1 0 0,0 0 0,13 5 0,-13-4-214,0 1 0,0 0 0,0 0 0,-1 1 0,1 0 0,-1 0-1,0 1 1,-1 0 0,1 0 0,-1 1 0,0-1 0,0 1 0,-1 1 0,1-1 0,-2 1 0,1 0 0,-1 0 0,0 0 0,0 1 0,-1 0 0,0-1 0,3 10 0,-3 1 53,0-1 1,-1 1 0,-1 1 0,-1-1 0,0 0-1,-1 0 1,-1 0 0,-1 0 0,-1 0-1,0-1 1,-11 28 0,-7 9 193,-3-1-1,-39 61 1,47-85-253,-66 110 224,-75 136 161,124-208-367,3 0-1,-27 89 0,51-134-100,1 0 1,1 0-1,1 0 0,1 1 0,1-1 0,1 1 1,1 26-1,1-41-15,0 0 1,1 0-1,0 0 0,0 0 1,0 0-1,1 0 0,1-1 1,-1 1-1,1-1 0,0 0 1,1 0-1,-1 0 1,2 0-1,-1-1 0,1 0 1,-1 0-1,2-1 0,-1 1 1,1-2-1,-1 1 0,1 0 1,13 5-1,-7-4-133,0-1 0,1-1 0,-1 0 0,1 0-1,0-1 1,0-1 0,0 0 0,19-1 0,-11-2-184,0-1 0,0 0 0,-1-2 1,38-11-1,3-8-2708,-2-2-1,93-54 1,-118 61 683,75-44-7587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7.2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225 22 13561,'-3'-21'6309,"-7"42"-4449,0-3-212,13 15-276,0 24-260,-3-2-264,0 11-155,0 12-157,-3 10-400,-4 11-1009,-13 4-691,-17-13-1312,-9 16 116,2 26-3181,-6-2-5136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8.17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39 17 9973,'0'0'6108,"-1"-2"-4414,0 1-1500,0 0 0,0 0 0,1 0 0,-1 0 0,0 0 0,0 0 0,0 0 1,0 0-1,0 0 0,0 1 0,-1-1 0,1 0 0,0 1 0,0-1 0,-1 1 0,0-1 0,1 1-65,0 1-1,0-1 1,0 1 0,0 0-1,0 0 1,0-1 0,0 1-1,1 0 1,-1 0 0,0 0-1,0 0 1,1 0 0,-1 0-1,1 0 1,-1 0-1,1 0 1,-1 0 0,1 0-1,0 0 1,0 0 0,-1 0-1,1 0 1,0 1 0,0 1-1,-2 14 602,1 1 0,0 0 0,1 0 0,1-1 0,6 30 1,-2 0 470,5 56-157,5-1 0,31 112 0,-33-166-1077,3-1-1,2 0 0,2-1 0,2-1 0,2-1 0,44 61 0,-25-51-544,2-2-1,3-2 1,1-3 0,3-1 0,1-3-1,89 55 1,30-4-5049,8-21-3616,-61-36-1622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8.4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126 64 12405,'-23'-24'3831,"23"22"-3579,0 0-1,0 0 1,0 1-1,0-1 1,0 0 0,0 1-1,1-1 1,-1 0-1,1 1 1,-1-1 0,1 0-1,0 1 1,1-3-1,2-10 1658,14 14-326,-16 1-1530,1-1-1,-1 1 0,1-1 1,-1 1-1,1 0 1,-1 0-1,0 0 1,1 0-1,-1 0 1,0 1-1,0-1 0,0 1 1,0-1-1,0 1 1,0 0-1,-1 0 1,1 0-1,0 0 1,-1 0-1,0 0 0,1 0 1,-1 0-1,0 0 1,1 3-1,2 5 66,0 0 1,-1 0-1,0 1 0,3 20 0,-4-5 0,0 0 0,-2 0 0,-2 0 0,0 0 0,-8 36 1,-36 115 105,39-151-207,-51 146 166,34-106 25,-24 112 1,46-168-187,0 1 0,1-1 0,0 0 0,1 0 0,0 1 0,0-1 0,1 0 0,3 16 0,-2-22-26,0 1-1,-1-1 0,1 1 1,1-1-1,-1 1 1,1-1-1,0 0 0,-1 0 1,2-1-1,-1 1 0,0 0 1,1-1-1,0 0 1,0 0-1,0 0 0,0 0 1,0-1-1,0 0 0,1 0 1,6 3-1,4-1-209,1 0-1,-1 0 0,1-2 1,0 0-1,0 0 1,0-2-1,1 0 1,-1-1-1,0 0 1,0-2-1,0 1 0,22-8 1,-4-1-1119,0-2 1,0-1-1,-1-1 1,47-30-1,-4-7-4259,3-9-3183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5:58.84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7 216 10033,'-2'-15'933,"0"-1"1,0 1-1,2-1 1,0 1-1,2-17 1,-1 27-725,0 1 1,0-1 0,1 0 0,0 0 0,-1 1 0,2-1 0,-1 1 0,0 0 0,1-1-1,0 1 1,0 0 0,0 1 0,0-1 0,1 0 0,0 1 0,-1 0 0,1 0 0,0 0-1,1 0 1,5-2 0,23-12 296,-31 16-476,-1 1 0,1-1 0,0 0-1,-1 1 1,1 0 0,0-1 0,0 1-1,0 0 1,-1 0 0,1 0 0,0 0 0,0 0-1,0 0 1,2 2 0,8-1 34,-1 2 1,0 0 0,-1 0-1,1 1 1,-1 0-1,1 1 1,-1 0-1,-1 1 1,1 0-1,-1 1 1,0-1 0,0 2-1,-1-1 1,0 1-1,0 1 1,8 11-1,-7-5-18,0-1-1,-2 2 0,1-1 0,-2 1 1,0 0-1,-1 1 0,-1-1 0,0 1 1,2 34-1,-5-29 71,-1 1 1,-2 0-1,0 0 0,-1-1 1,-1 0-1,-2 1 0,-8 22 1,6 0 343,7-43-457,1 0-1,0 0 1,0-1-1,0 1 0,0 0 1,0 0-1,0 0 1,1 0-1,-1 0 0,1 0 1,-1 0-1,1 0 1,0 0-1,-1-1 0,1 1 1,0 0-1,0-1 0,1 1 1,-1-1-1,0 1 1,0-1-1,1 1 0,1 0 1,3 0-148,0-1 0,1 1 1,-1-2-1,1 1 0,0-1 0,-1 0 1,1 0-1,-1-1 0,10-1 0,-7 1-155,49-8-5215,87-24-1,-73 11-2714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0.3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215 67 10929,'-26'-3'6714,"12"-1"-4839,0 0-1150,11 3-94,1-1-90,-44-26 1836,44 27-2196,2 4-186,7 61-120,-7-61 108,1-1-6,7 26-23,-7-25 17,-4-5-1960,-6-1 1040,-17-9-1584,17 2 798,0 0-1,-16-22 1,10 12-837,-13-18-4923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1.1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84 335 6537,'-25'-37'2775,"23"35"-2079,-20-1 809,20 3-1096,1 0 1,-1 0-1,1 0 1,-1 0-1,1-1 0,-1 1 1,1 0-1,-1-1 0,1 1 1,0-1-1,-1 0 0,1 1 1,0-1-1,0 0 1,-1 0-1,1 0 0,-1-1 1,-6-8-1115,7 9 1070,2-5-407,4-16 3,-4 17 200,2-13-165,10-34 34,-12 49-17,-1 0 11,6-30 13,-6 30-66,1 0 6,2-5-171,15-48-603,-17 51-795,-1 0 1,1-1-1,-1 1 1,0-1-1,-1-9 0,-2-3-3553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2.8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31 112 4088,'6'1'6616,"-3"4"-4757,0 10-3123,-2-8 5005,-8-19-3459,-1 2-82,6 7 1247,2 1-1386,0 0 0,1 0 0,-1 0 0,0 0 0,1 0 0,-1 0 0,1 0 0,0 0 0,-1 0 0,1 0 0,0 0 1,0 1-1,0-1 0,1 0 0,-1 1 0,0-1 0,1 0 0,-1 1 0,1 0 0,-1-1 0,1 1 0,0 0 0,-1 0 0,1 0 0,0 0 0,0 0 0,3-1 0,-2 0 399,-4-1-1255,0 0 246,-1 0-1,0 0 1,1 0 0,-1 0-1,0 0 1,-1 0 0,1 1-1,0-1 1,-1 1 0,1-1-1,-1 1 1,0 0 0,-4-2-1,5 2-204,-23-20-6160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3.8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28 4480,'10'-28'-1292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1.6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55 595 7545,'-3'-19'328,"3"12"1482,0 1-1,0-1 0,0 1 0,0-1 0,3-11 3717,-4 15-4674,-13-24 737,12 24 317,0 5-1504,-1 1-286,1-1 0,-1 1-1,1 0 1,-1 0 0,1 1-1,0-1 1,0 0 0,0 1-1,1-1 1,-1 1 0,0 4-1,-1 2 115,1 0 0,1 1-1,-1 16 1,2-9-59,-1 163 1258,2-158-1336,2 0 0,0-1-1,1 0 1,2 1 0,0-2 0,10 22-1,-5-17-35,1-1 0,1 0-1,1-1 1,26 32 0,-32-47-62,-1-1 0,1 0 1,1 0-1,0-1 0,0 0 0,0 0 1,1-1-1,-1-1 0,1 1 1,1-2-1,-1 1 0,1-1 0,0-1 1,13 3-1,-7-4-60,1-1 0,0 0 0,-1-2 0,1 0-1,0 0 1,-1-2 0,1 0 0,22-8 0,-5 0-70,-1-2 1,0-1-1,34-20 0,-23 7-28,-2-2-1,0-1 0,-3-3 1,0-1-1,-3-2 1,34-41-1,-6-3-163,-3-3 0,51-94-1,-79 114 246,-4-1 0,33-98 0,-54 132 187,9-51 0,-14 57 447,1 0 1,2 0-1,11-30 1,-21 91 1012,-4 84-1396,16 213 1,-1 49-192,-65 124-1696,31-320-3264,5-2-4887,8-63-3345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2.0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7709,'16'13'11603,"-8"5"-6883,-2 25-4432,-4-16 1753,26 144 3209,2 12-4094,-6-3-1156,33 288 0,-52-421-47,4 75-2439,-9-105 617,-1 1-1,-5 28 1,-3 2-6154,7-2-5596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2.3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67 455 14077,'-36'-6'2132,"19"3"-111,3 0 4979,28-21-6000,33-9-212,16 6-171,28-3-201,29 6-488,21-9-841,6-13-671,4-17-1092,13 3-224,14 8-3017,-1 1-5088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3.73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 88 7505,'-3'-22'887,"2"18"-521,0 0-1,0-1 1,1 1-1,-1-1 1,1 1 0,0-1-1,0 1 1,1-1-1,-1 1 1,1-1-1,0 1 1,3-9 0,-1 29 10914,0 31-8441,5 58-1869,8 0 32,11 109-697,-20 55-5455,-15-90-4136,-1-52-2835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5.0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1 221 5621,'2'-3'168,"0"1"1,0-1 0,-1 0 0,1 1 0,0-1 0,-1 0 0,0 0 0,0 0 0,0 0 0,0 0 0,0 0 0,-1-1 0,1 1 0,-1 0 0,0 0 0,0 0 0,0-1 0,0 1 0,-1-4 0,0 4 1878,1 0-1159,0-27 756,0 27-860,0 0-22,1-7-210,-1 1 0,1-1 0,0 1-1,1 0 1,4-13 2425,-18 13-2398,11 9-513,1 0 1,-1 0-1,1 0 1,-1 0-1,0-1 1,1 1-1,-1 0 1,1-1-1,-1 1 1,1 0-1,-1-1 1,1 1-1,-1-1 1,1 1-1,-1-1 1,1 1-1,-1-1 1,1 1-1,0-1 1,-1 1-1,1-2 1,8-23 253,-7 23 741,0 5-859,22 236 2251,-13-61-2356,9-1 1,54 235-1,-16-138-4166,-36-89-5733,-17-101-574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5.2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41 450 11837,'-27'-6'3640,"20"-9"-2083,1-3-197,12-6-144,8-12-264,6 6-92,17-4-144,10 1-136,20 0-124,23 3 32,14 6-436,13-3-316,4 0-820,-4-7-1224,10 1 76,7 12-3069,0-3-4240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6.6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1 147 7521,'5'-8'895,"0"1"0,-1-1 0,0 0 0,0 0 0,0-1 0,2-10 0,-3 9-81,1 1 0,0 0 0,8-14 0,-11 20 118,-1 2-821,0-1 1,0 1-1,0-1 0,1 1 0,-1 0 0,0-1 1,0 1-1,1-1 0,-1 1 0,1 0 0,-1 0 0,1-1 1,0 1-1,-1 0 0,1 0 0,1-2 0,-2 3-78,1 0-1,-1 0 1,1-1 0,-1 1-1,0 0 1,1 0-1,-1 0 1,1 0 0,-1 0-1,1 0 1,-1 0-1,1 0 1,-1 0 0,1 0-1,-1 0 1,1 0-1,-1 0 1,1 0-1,-1 0 1,1 0 0,-1 0-1,0 1 1,1-1-1,-1 0 1,1 0 0,-1 0-1,1 1 1,-1-1-1,0 0 1,1 1 0,-1-1-1,0 0 1,1 1-1,-1-1 1,0 1 0,0-1-1,1 0 1,-1 1-1,0-1 1,0 1 0,5 7 241,0-1 0,-1 1 0,-1 0 0,1 0 0,-2 1 0,1-1 0,2 12 0,6 66 1159,-10-65-1040,27 401 2881,-20 0-3958,-8-365-457,-4 0-1,-1 0 0,-17 71 1,-54 222-8638,34-154-701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07.5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373 2638 4256,'-56'-10'1315,"45"8"-179,7 3-128,-55 6 1812,23-1-1077,-1-2 1,1-1-1,0-2 0,-51-5 1,77 1-1356,9 0-101,23-11 118,-20 13-384,56-27 447,116-40 1,77-5-140,-206 60-276,827-210 488,-420 111-420,3105-809 114,-1541 360-2376,-1082 269-924,-321 73-3774,-320 106-701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4.9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70 360 9789,'12'-22'1065,"1"2"1,2-1-1,0 2 1,1 0-1,1 1 0,0 0 1,1 2-1,38-27 1,-16 16-301,2 2 0,0 2 0,70-27 0,-92 42-563,0 1 0,1 1 0,0 1 0,0 0 1,1 2-1,-1 1 0,33-1 0,-48 3-139,0 1-1,0-1 1,-1 1 0,1 0 0,0 0 0,0 0-1,-1 1 1,1 0 0,-1 0 0,0 1 0,0-1 0,0 1-1,0 0 1,0 1 0,0-1 0,-1 1 0,1 0-1,-1 0 1,0 0 0,-1 1 0,1-1 0,-1 1 0,1 0-1,-2 0 1,1 0 0,0 0 0,-1 1 0,0-1-1,0 1 1,-1-1 0,1 1 0,0 8 0,0 5 43,-1 1 0,-1 0 0,-1-1 0,0 1 1,-1 0-1,-2-1 0,0 0 0,0 1 0,-2-2 0,-1 1 1,0-1-1,-17 31 0,-12 12 72,-3-2 0,-55 66 0,62-85-87,-132 158 167,-30 40 11,153-182-216,3 2 0,-44 87 0,73-128-13,1 1 1,1 0-1,1 1 0,-7 29 0,12-43-24,1-1-1,-1 1 0,1-1 1,0 1-1,0-1 0,1 1 1,-1-1-1,1 1 0,0-1 1,0 0-1,3 7 0,-3-9-6,1 1 0,-1-1 0,1 1-1,0-1 1,0 0 0,0 1-1,0-1 1,0 0 0,1-1 0,-1 1-1,1 0 1,-1 0 0,1-1-1,0 0 1,-1 1 0,1-1 0,0 0-1,0-1 1,3 2 0,10 1 9,1-1-1,0 0 1,0-2 0,-1 1 0,1-2 0,0 0 0,31-7 0,118-39 0,-150 42-22,449-174-1990,-160 42-2341,-152 68 290,-43 22-2188,3 4-3712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7.3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2847 9749,'4'-9'433,"0"0"1,1-1-1,0 2 0,0-1 0,1 0 1,0 1-1,1 0 0,0 1 1,0 0-1,1 0 0,-1 0 1,1 1-1,1 0 0,-1 0 1,12-4-1,18-9 226,1 2 0,58-17 0,-41 15-70,319-103 1002,658-125 0,252 28-1119,201-37-502,-9-61-516,274-155-377,-14-48 324,-1683 503 601,273-88 11,-18-23-76,-306 126 58,66-36-110,-64 35 100,-1 0 0,1-1-1,-1 1 1,0-1 0,0 0-1,0 0 1,0-1 0,-1 1-1,0-1 1,4-6 0,-6 9 5,-1 1 1,1 0 0,-1-1-1,1 1 1,-1-1-1,1 1 1,-1-1 0,0 1-1,0-1 1,0 1-1,0-1 1,0 1 0,0-1-1,0 1 1,-1-1-1,1 1 1,0-1 0,-1 1-1,1 0 1,-1-1-1,0 1 1,1-1-1,-1 1 1,0 0 0,0 0-1,0-1 1,0 1-1,-1-1 1,-2-2-52,-1 1-1,1-1 1,-1 1 0,0 1-1,0-1 1,-9-3 0,-21-6-527,0 2 0,-1 2 0,-62-7 0,92 14 518,-337-24-6922,142 26-376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8.0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107 0 5372,'23'6'1165,"-21"-6"-1086,-1 1 1,1-1-1,-1 0 1,1 1-1,0-1 1,-1 1 0,1 0-1,-1 0 1,0-1-1,1 1 1,-1 0-1,1 0 1,-1 0-1,0 0 1,0 0-1,0 1 1,0-1-1,0 0 1,0 1-1,0-1 1,0 0-1,0 1 1,0-1-1,-1 1 1,1 1-1,7 13 421,-1 0 0,0 0 0,-1 1 0,-1 0 0,-1 0 0,4 33 0,2 115 1874,-9-129-2001,-4 150 1140,-22 204 692,-12-35-872,25-265-1086,-59 560 889,12-9-1056,49 1-2557,43-286-854,7-123-3051,-17-125 191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18.7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1870 6077,'12'-34'598,"-7"19"66,1 0 0,13-25 0,-13 30-429,0 1 0,1 0 1,0 1-1,0-1 1,1 1-1,0 1 0,0 0 1,1 0-1,0 0 0,0 1 1,16-7-1,14-6 273,68-22 0,-83 33-345,489-137 1322,15 40-752,886-110 43,9 57-546,1519-84-1461,-1630 118 365,-1064 80 765,-205 32 65,-1-2 0,0-2 0,76-39 1,-100 45 27,17-9-7,47-35 1,77-76-13,-47 36 124,36-43 364,-133 122-359,-15 14-92,1 1 0,-1-1-1,1 1 1,-1-1-1,1 1 1,-1-1 0,1 1-1,0-1 1,-1 1 0,1-1-1,-1 1 1,1 0 0,0-1-1,-1 1 1,1 0-1,0-1 1,0 1 0,-1 0-1,1 0 1,0 0 0,0 0-1,-1 0 1,1 0 0,0 0-1,0 0 1,-1 0-1,1 0 1,0 0 0,-1 0-1,1 1 1,0-1 0,0 0-1,-1 0 1,1 1-1,0-1 1,-1 1 0,1-1-1,-1 0 1,1 1 0,0-1-1,-1 1 1,1-1 0,-1 1-1,1 0 1,-1-1-1,0 1 1,1 0 0,1 2 14,-1 0 0,1 1 0,-1-1 1,0 0-1,0 0 0,0 0 1,0 1-1,0 6 0,-3 15 106,0 0 0,-2 0-1,-1 0 1,-10 30 0,9-31-70,-185 942 2567,87-379-1351,-236 1071 401,261-1289-1514,-109 545 13,46 5-633,83-381-1517,20-331-1067,-1-73-2691,7-43-1538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2.2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 37 6997,'-7'-36'5196,"-6"42"-4836,-4 3-56,17 12-64,3 0-24,4 12-328,3 22-304,-3-10-192,3 6-412,-7 6-2276,-6 4-1581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3.0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21 317 4864,'-13'-27'12550,"12"24"-12354,0 1-156,0 0 1,0 1-1,0-1 0,1 0 0,-1 0 0,1 0 0,-1 0 0,1-1 0,0 1 0,-1 0 0,1 0 1,0 0-1,1 0 0,-1 0 0,0 0 0,1 0 0,-1 0 0,1 0 0,-1 0 0,1 0 1,0 0-1,0 0 0,0 0 0,2-3 0,-2 3 117,1 0 3,14-24 220,16-33 0,-31 56-239,3-25 159,-2 23-285,-2 2 254,9-4-226,-9 6-38,1 0 1,-1 0-1,0 1 1,1-1 0,-1 1-1,1-1 1,-1 0-1,1 1 1,-1-1 0,1 1-1,0-1 1,-1 1-1,1-1 1,-1 1 0,1 0-1,0-1 1,0 1-1,-1 0 1,1 0 0,0-1-1,-1 1 1,1 0-1,1 0 1,37 0-4,-35 0 1,10-16-2220,-12 6-1224,-15-38-2559,4 34 45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26.3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0 442 11021,'3'-10'1055,"-2"7"-782,-1 0-1,1 1 1,0-1-1,-1 1 1,0-1-1,0 0 1,0 0-1,0 1 1,0-1-1,0 0 1,-1 1-1,0-4 1,1 1 129,-1 1 0,1-1 0,0 0 0,0 0 0,1 1 0,-1-1 0,1 0 0,0 0 0,2-5 0,2-12 443,-1-13 1531,14-54 1,-8 44-742,-9 35-1349,1 0 0,0 0 0,0 0 0,1 0 0,0 1 0,1-1 0,0 1 0,1-1 0,0 1-1,9-12 1,-10 18-253,0 0 0,0 0 0,0 0 0,0 1-1,0 0 1,0 0 0,1 0 0,-1 0 0,1 1 0,-1-1-1,8 0 1,1 0 1,1 0 0,-1 1-1,14 1 1,4 3-13,0 0 0,0 3 0,-1 0-1,0 2 1,0 1 0,-1 1 0,0 2 0,-1 1-1,0 1 1,-1 1 0,-1 1 0,0 2 0,-2 1-1,39 36 1,-48-39-21,-1 1-1,0 0 1,-2 0-1,0 2 1,0-1-1,-2 1 1,-1 1-1,9 25 1,-13-29 1,-1 0 0,0 1 0,-1-1 0,-1 1-1,-1 0 1,-1 0 0,0 0 0,-1 0 0,0-1 0,-2 1 0,-4 19 0,-2-7 2,-1 0 0,-2-1 0,0 0 0,-2-1 0,-1 0 1,-1-1-1,-2-1 0,-21 25 0,-28 24 38,-85 74 0,66-67 26,-81 87-22,131-127 17,1 2 0,-36 58 0,70-99-55,-1-1 1,1 1-1,0 0 1,0-1-1,0 1 0,1 0 1,-1 0-1,0 0 1,1-1-1,-1 1 0,1 0 1,0 0-1,0 0 1,-1 0-1,1 0 1,0 0-1,1 0 0,-1 0 1,0 0-1,1 3 1,0-4-9,0 1-1,0-1 1,0 1 0,1-1 0,-1 0 0,0 1 0,1-1 0,-1 0 0,0 0 0,1 0 0,-1 0 0,1 0 0,0 0 0,-1-1 0,1 1 0,0 0 0,2 0 0,7 1-41,1 0 0,-1-1 0,1 0 0,0-1 1,12-1-1,5-1-289,0-3 0,0 0 0,0-2 0,44-17 0,-25 9-307,53-20-2566,137-68 0,-19-14-6520,-103 50-26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27.0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19 231 6093,'-1'0'237,"0"-1"1,0 1-1,0 0 1,0-1-1,1 1 1,-1-1-1,0 1 1,0-1-1,0 1 1,0-1 0,1 1-1,-1-1 1,0 0-1,1 1 1,-1-1-1,0 0 1,1 0-1,-1 1 1,1-1-1,-1 0 1,1 0 0,0 0-1,-1 0 1,1 0-1,0 0 1,-1 0-1,1 0 1,0 0-1,0 1 1,0-1-1,0 0 1,0 0 0,0 0-1,0 0 1,0 0-1,1 0 1,-1 0-1,0 0 1,0 0-1,1 0 1,-1 0 0,1-1-1,1-10 2018,0 4-2022,0 1 0,1-1 0,0 1 0,0-1 0,0 1 0,1 0 0,0 0 0,0 1 0,1-1 0,0 1 0,0 0 0,1 0 0,-1 1 0,1 0 0,0 0 0,1 0 0,10-6 0,1 0 7,0 0 1,1 2-1,1 0 1,23-7-1,-39 15-222,1-1 0,-1 1 0,1 0 0,0 0-1,-1 1 1,1-1 0,0 1 0,0 0 0,-1 0 0,1 1 0,0-1 0,0 1-1,-1 0 1,1 0 0,-1 1 0,1 0 0,-1-1 0,1 1 0,-1 1 0,0-1 0,0 1-1,0-1 1,0 1 0,-1 0 0,7 7 0,-3 0-5,0 0-1,-1 1 1,0 0 0,-1 0-1,0 0 1,0 1 0,-2 0-1,1 0 1,-1 0 0,-1 0-1,0 0 1,0 17-1,-1 14 43,-2-1-1,-8 52 1,4-57-51,-2-1 0,-1 0 0,-2 0 0,-2-1 0,-1-1 0,-1 0 0,-2 0 0,-1-2 0,-2 0 0,-1-1 1,-45 53-1,50-68 11,2 1 1,0 1-1,-19 34 1,32-52-17,0 0 1,0 0 0,0 0-1,0 0 1,0 0 0,0 0 0,0 0-1,0 0 1,0 1 0,-1-1-1,1 0 1,0 0 0,0 0 0,0 0-1,0 0 1,0 0 0,0 0-1,0 0 1,0 1 0,0-1 0,0 0-1,1 0 1,-1 0 0,0 0-1,0 0 1,0 0 0,0 0 0,0 0-1,0 0 1,0 0 0,0 1-1,0-1 1,0 0 0,0 0 0,0 0-1,0 0 1,0 0 0,0 0-1,1 0 1,-1 0 0,0 0 0,0 0-1,0 0 1,0 0 0,0 0-1,0 0 1,0 0 0,0 0 0,0 0-1,1 0 1,-1 0 0,0 0-1,0 0 1,0 0 0,0 0 0,0 0-1,0 0 1,0 0 0,0 0 0,1 0-1,-1 0 1,0 0 0,0 0-1,0 0 1,0 0 0,0 0 0,0 0-1,0 0 1,0 0 0,17 1-173,0-1 0,-1-1 0,1 0 0,0-1 1,23-6-1,89-29-2238,-56 15 741,109-28-6358,-91 28-684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27.7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1 10145,'-3'3'-1124,"-1"5"7814,16 1 84,168 115-1534,220 101-3236,-191-131-3816,6-22-4287,-195-66 5068,-10-3-877,0 0 0,0 0 1,0-1-1,15 0 0,-1-2-6356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27.95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882 10 9137,'-23'-8'2280,"19"7"-166,-10 13 854,-93 84 5417,63-53-7250,3 1 0,2 2 0,-50 74-1,20-24-520,-77 93-1342,-5-1-3813,74-90 156,31-31-2897,15-20-2835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28.5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 42 11813,'0'0'2168,"0"-3"-155,-3-36 7073,4 63-6179,15 104 681,31 450-2396,-43-453-1298,-2 55-5399,-5-76-1658,2-68 2721,-1 31-8125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29.0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19 405 9541,'0'0'12140,"-2"-2"-10892,-1 0-955,2 2-207,0-1 0,0 1 0,0-1-1,0 1 1,1-1 0,-1 1 0,0-1 0,0 0 0,1 1-1,-1-1 1,0 0 0,1 1 0,-1-1 0,1 0 0,-1 0-1,1 0 1,-1-1 0,1 1-42,1-1-1,0 1 1,0 0-1,-1 0 1,1 0 0,0-1-1,0 1 1,1 0-1,-1 0 1,0 0-1,0 1 1,0-1 0,0 0-1,1 0 1,1 0-1,17-11 218,0 2-1,1 0 0,37-11 1,74-14 150,-53 15-262,390-100-1333,-426 110 197,0-2 1,0-2 0,-1-2-1,41-21 1,-53 15-1513,-11 3-3742,-5 7-2985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29.3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 13 12577,'6'-12'3338,"-13"11"2648,-6 9-444,8-3-5759,6-1 560,-1 0-1,1-1 0,0 1 1,0 0-1,0-1 0,1 1 0,-1 0 1,4 5-1,1 4 411,2 8-452,-1 1 1,-1 0-1,-1 0 0,-1 0 1,1 34-1,-7 114-432,0-10 161,7 70-175,-4-106-3926,4-1-7999,0-61-1427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0.0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10 265 9905,'-1'-2'226,"0"0"-1,0 1 1,0-1 0,0 1 0,0-1-1,0 0 1,1 0 0,-1 1-1,1-1 1,-1 0 0,1 0 0,-1 0-1,1 0 1,0 0 0,0 0-1,0 0 1,0 0 0,0 1 0,1-1-1,-1 0 1,1 0 0,-1 0 0,1 0-1,-1 0 1,1 1 0,0-1-1,0 0 1,0 1 0,0-1 0,2-2-1,-1 0 100,6-11 766,-4 7-748,0 0 0,1 0 0,-1 0 0,1 0 0,1 1 0,0 0 0,0 0 0,0 0 0,1 1 0,0 0 0,0 0 0,0 1 0,10-6-1,11-4 300,0 2 0,1 0 0,0 2 0,1 1 0,58-11-1,-77 20-548,1 0 0,-1 0 0,1 1 0,-1 1 0,1 0 0,-1 0 0,1 1 0,14 5 0,-18-4-51,-1 0-1,1 0 0,-1 1 1,0 0-1,0 1 0,0-1 1,-1 1-1,1 1 0,-1-1 1,0 1-1,-1 0 0,10 13 1,-9-10-23,-1 0 0,-1 1 0,1 0 0,-2 0 0,1 0 0,-1 0 0,-1 0 0,0 0 0,0 1 0,-1-1 0,0 1 0,-1-1 0,0 1 0,-1 0 0,0-1 0,-1 0 0,0 1 0,-6 17 0,-6 13 20,-2-1 0,-1 0-1,-28 43 1,41-74-36,-95 160-13,53-97 37,4 3 1,-62 151-1,102-219-20,-1 0 1,1 0-1,0 0 1,1 1-1,0-1 0,0 0 1,1 1-1,-1-1 1,2 1-1,-1-1 0,4 15 1,-3-18-8,0 0 0,1-1-1,0 1 1,0 0 0,0-1 0,1 0 0,-1 1 0,1-1 0,0 0 0,-1 0-1,2 0 1,-1-1 0,0 1 0,0-1 0,1 0 0,-1 0 0,1 0 0,0 0 0,-1-1-1,1 1 1,0-1 0,0 0 0,7 1 0,5 1-152,0-1 0,0-1 0,0 0 0,1-2 0,-1 1 0,0-2-1,0 0 1,0-1 0,28-9 0,4-5-1553,85-43 1,-96 40-564,55-40 1,-11-2-4546,-17 9-2947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0.3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 19 10097,'2'-4'-858,"2"-4"1596,-1 1 4590,-14 13 1676,9-4-6767,0 0 0,1 1 0,-1-1 0,1 0 0,-1 0 0,1 1 0,0-1 0,0 1 0,0-1 0,0 1-1,1 0 1,-1-1 0,1 1 0,-1 0 0,1-1 0,0 1 0,0 0 0,1 3 0,7 57 1386,-5-45-1213,37 256 973,-36-247-2260,-1-1 0,-2 1 0,0 0 0,-2-1 0,-5 38 0,-21 66-9869,12-66-489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0.6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18 10913,'0'0'2258,"3"-2"-212,31-14 4794,-13 24-4198,-10-2-2324,0 2 0,-1-1 0,0 1 0,0 1-1,-1-1 1,0 2 0,10 14 0,6 4 104,53 58 390,73 76-1873,-125-136-1002,-2 0 1,-1 2 0,37 57 0,-57-78 972,0-1 1,0 1-1,0-1 1,2 12-1,0 1-2918,2-5-2718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0.8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747 316 6245,'-3'-29'422,"1"4"305,-2 1 0,-7-28 0,10 40 64,-1 0 0,1-1 0,2-16-1,-4-31 2341,3 56-2853,-1 0 0,1 1 0,-1-1-1,0 0 1,0 1 0,-1 0 0,1-1 0,-1 1 0,0 0-1,0-1 1,0 1 0,-3-4 0,3 6-189,1 0 1,-1 0 0,0 0 0,1 0-1,-1 0 1,0 0 0,0 1-1,1-1 1,-1 1 0,0-1 0,0 1-1,0-1 1,0 1 0,0 0 0,0 0-1,0 0 1,1 0 0,-1 0-1,0 1 1,0-1 0,-2 1 0,-39 15 553,41-16-595,-24 13 269,1 1 0,1 1-1,0 1 1,1 1 0,-35 34-1,-93 114-174,49-51-1780,-19 19-7166,61-64-1231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1.1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198 0 12889,'0'0'2004,"10"22"-163,7 17 99,-14-21 56,-3 15-152,-7 27-128,4-2-200,-4 5-220,4 6-179,-4 10-177,0-1-164,-3 6-200,-3 7-88,-4 2-348,0-2-532,-53 174-6505,37-175-103,-1 7-6806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4.8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73 544 10489,'-3'1'179,"-1"0"134,1 1-1,0-1 1,-1 1 0,1 0-1,0 0 1,0 0 0,0 0-1,0 1 1,0-1 0,-6 8 4614,-20-4 932,66-29-4804,0 3 0,75-31 0,92-20-235,-154 55-581,1291-333 632,-1154 323-2935,-44 7-1040,-133 17 2289,0 1 1,0 0 0,19 0 0,-6 5-5460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5.1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78 8 13301,'-1'0'189,"1"-1"0,-1 0-1,1 1 1,-1-1 0,0 1-1,1-1 1,-1 1 0,0-1-1,1 1 1,-1 0 0,0-1-1,1 1 1,-1 0 0,0 0-1,0-1 1,1 1 0,-1 0-1,0 0 1,0 0 0,0 0-1,1 0 1,-1 0 0,0 0-1,0 0 1,0 0 0,1 1-1,-1-1 1,0 0 0,0 0-1,0 1 1,-1 0 108,1 1 0,-1-1 0,1 1 0,0-1 1,0 1-1,0-1 0,0 1 0,0 0 0,0-1 0,0 1 0,0 0 0,0 2 0,-3 7 738,2 0-1,-1 1 0,-1 18 1,-5 64 1782,-6 73-243,15-136-2505,-3 60-455,11 107 0,10 34-5181,-2-18-6216,-4-123 279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5.5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105 0 10413,'0'0'2172,"-3"1"-178,0 0-1579,0 0 1,0 0-1,0 0 1,0 0 0,1 0-1,-1 1 1,0-1-1,1 1 1,-1 0 0,1 0-1,-1 0 1,-3 4-1,3-1 51,1-1-1,0 0 0,0 1 1,0 0-1,0-1 0,1 1 1,-1 0-1,0 9 1,-9 120 3761,5-44-2429,-18 510 677,21-427-2411,2-99-2208,12 101-1,2-95-2627,8 1-3637,-7-32-3871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5.7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11761,'4'15'2160,"2"0"-336,-6 6-187,0 0-249,0 0-268,4 0-176,2 10-172,14 14 8,7-9-324,0 3-152,3-3-252,-3-2-248,6-4-460,1 3-532,3-9-608,-7 3-328,0-9-2977,4-3-4052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5.9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807 0 10873,'-252'197'10964,"99"-50"-7866,109-100-3044,3 2 0,-68 105-1,-2 38-5037,40-65-4030,45-75 900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6.2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74 16 12469,'-13'-15'6090,"15"17"-5133,17 14-727,-1 1 0,-1 1 1,-1 1-1,0 0 0,-2 1 0,0 1 1,-1 0-1,-1 1 0,-1 0 0,-1 1 1,-1 0-1,-2 1 0,0-1 0,-1 2 1,-1-1-1,2 29 0,-6-19-197,-2-1 1,-1 1-1,-1 0 0,-2-1 1,-10 34-1,-4 3 110,-37 85 1,-6-15 77,-12 28 224,68-153-387,1 0 0,1 0 0,0 1-1,1 0 1,-3 28 0,6-39-61,0 0-1,1 0 1,-1 0-1,1 1 0,0-1 1,0 0-1,1 0 1,-1 0-1,1 0 1,0 0-1,0-1 1,1 1-1,0-1 1,-1 1-1,1-1 1,1 0-1,-1 0 0,1 0 1,-1-1-1,1 1 1,8 5-1,-3-4-162,0 0 0,1-1 0,0 0 0,0 0 0,0-1 0,0 0 0,0-1 0,1 0 0,-1-1 0,1 0 0,0 0 0,-1-1 0,1-1 0,-1 1 1,1-2-1,17-4 0,-6 1-823,0-2 0,0-1 0,-1 0 0,1-2 0,-2 0 0,35-23 0,4-10-3768,3-4-2610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6.5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482 249 9893,'-36'-20'1638,"29"16"2681,-7 22-1752,-3 13-1913,1 1 0,2 1-1,1 0 1,1 0 0,3 2 0,-9 46-1,12-41-495,2-1-1,2 1 0,1 0 0,2 0 0,2 0 1,2-1-1,1 1 0,13 44 0,-18-82-166,-1 1 0,1 0 0,0-1 1,-1 1-1,1-1 0,1 1 0,-1-1 0,0 0 0,0 1 0,1-1 0,-1 0 0,1 0 0,0 0 0,0 0 0,0 0 0,0 0 1,0-1-1,0 1 0,0-1 0,0 1 0,1-1 0,-1 0 0,1 0 0,-1 0 0,6 1 0,-6-2-6,1 0 0,0 0 1,0-1-1,-1 1 0,1-1 0,0 0 0,-1 0 0,1 0 0,-1 0 1,1 0-1,-1 0 0,1-1 0,-1 1 0,0-1 0,0 0 1,0 0-1,0 0 0,0 0 0,0 0 0,0 0 0,-1 0 0,1 0 1,-1-1-1,2-3 0,9-16-44,-1-1 1,-1-1-1,-1 0 1,-1 0 0,-1-1-1,-2 0 1,5-37-1,-6 8-23,-2-1-1,-7-80 1,1 94 58,-2 0 0,-1 0 0,-18-55 0,18 75-62,-1 1 0,-1-1 0,0 1 0,-2 1 0,0 0 0,-1 0 0,-29-33 0,35 47-61,1 0 0,-1 0 0,0 0 0,0 1 1,-1 0-1,1 0 0,-1 1 0,0 0 0,0 0 0,0 0 0,0 1 0,0 0 0,-1 1 0,1-1 1,0 1-1,-1 1 0,0-1 0,1 1 0,-1 1 0,-10 1 0,0 1-934,1 1 1,-1 1-1,1 1 0,0 0 1,1 1-1,-1 1 0,-23 15 1,-20 20-6512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7.2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37 275 14005,'-20'-37'1924,"4"19"-379,19 0-293,0 3-316,7-9-136,0 3-136,4 0-128,19-12-120,-3 12-4,7 2-236,3 1-180,14 0-408,6 9-500,7 6-628,10 3-416,4 12-969,-4 0-1387,6 9-3309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7.3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138 24 11577,'-54'51'3824,"31"-51"-2295,3 0 1215,0-9-1476,-1 6 2540,42-3-3712,22 3-420,21 0-372,9-3-808,14-6-940,14-3-3461,-1-3-5084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9.07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76 1255 4956,'1'0'89,"-1"-1"-1,0 1 0,1 0 0,-1 0 0,0-1 0,1 1 0,-1 0 1,0-1-1,1 1 0,-1 0 0,0-1 0,0 1 0,1-1 1,-1 1-1,0 0 0,0-1 0,0 1 0,0-1 0,0 1 0,0-1 1,0 1-1,1-1 0,-1 1 0,0 0 0,-1-1 0,1 1 0,0-1 1,0 1-1,0-1 0,0 1 0,0-1 0,0 1 0,0 0 0,-1-1 1,1 0-1,-14-10 2333,10 8-2516,2 2 1574,-2 0-721,-36-4 3610,32-10-3040,7 15-1306,1-1-1,-1 1 0,0-1 0,1 1 0,-1-1 0,1 0 1,-1 1-1,1-1 0,0 0 0,-1 1 0,1-1 0,0 0 0,-1 1 1,1-1-1,0 0 0,0 0 0,0 0 0,-1 1 0,1-1 1,0-1-1,3-3 42,-1 2 1,1-1-1,0 0 1,0 0-1,0 1 1,1-1 0,-1 1-1,1 0 1,6-4-1,-4 2 28,27-20 178,0 2 0,1 2 0,42-20 0,117-43 162,-142 63-345,595-204 534,20 55-459,242-11-74,-215 46-61,-643 125-15,6-1-5,-2-2 0,90-32 0,-129 37-111,-1 1 1,0-2-1,0 0 0,15-13 1,19-20-3372,-41 36 2470,-7 5 710,0 1 0,1-1 0,-1 0 0,0 0 0,0 0 0,0 1 0,0-1 0,0 0 0,0 0 0,-1 0 0,1 1 0,0-1 0,0 0 0,0 0 0,-1 1 0,1-1 0,0 0 0,-1 1 0,0-2 0,0 0-861,-3-15-5853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39.55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182 883 10429,'-26'-9'2377,"0"2"0,-48-9 0,69 15-2086,1 0 0,-1 0 1,1 0-1,-1-1 0,1 0 1,0 0-1,-6-3 0,0 0 238,6 3 147,18-17 316,-7 13-926,-1 1 1,1 0-1,0 1 0,0 0 1,0 0-1,0 0 1,1 1-1,-1 0 0,9-1 1,79-15 127,-72 15-137,621-76 554,-284 40-587,-134 13-93,800-106-323,-10-48-709,-915 159 826,109-40 0,-182 53 201,-1-2 1,0-2 0,-1 0 0,-1-1 0,0-2-1,-1 0 1,0-2 0,36-36 0,-58 52 11,0-1 0,0 1 0,-1-1 0,1 1 0,0-1 0,-1 0 0,2-5 0,0 1-185,-2 4-492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40.25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279 372 7029,'-201'-9'4909,"124"0"-263,104-1-3044,18 0-1096,1 2-1,0 2 1,56-1-1,-21 2-193,1113-47 1099,-801 41-1232,1047-36 91,-1171 38-309,409-16-36,-6-27-2463,-483 23 251,-160 21 1010,32-11 0,-41 11-741,0-1 0,24-16-1,-24 12-3829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58.33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70 3408,'32'-6'372,"1"2"0,-1 2 0,1 1-1,39 3 1,-4 0 406,-64-2 647,-2-17-1536,-2 15-18,1 1 1,-1-1-1,0 1 0,0-1 1,0 0-1,0 1 0,0-1 1,0 1-1,0-1 0,0 1 1,-1-1-1,1 1 0,-1-1 1,1 1-1,-1-1 0,1 1 1,-1 0-1,-1-3 0,-8-9-1801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6:59.1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1421 7333,'0'0'11206,"2"2"-10561,2 5-437,-1-1 0,0 1-1,0 0 1,-1-1-1,0 1 1,0 0 0,0 1-1,0 9 1,2 65 383,-3-46-257,-3 178 1497,1-200-1430,1 0 0,1-1 0,0 1 0,1-1 0,0 1 0,1-1 0,9 25 0,-10-36-358,-1 0 0,1 0 0,-1 0 1,1 0-1,0-1 0,0 1 0,0-1 0,0 1 0,0-1 0,0 0 0,0 1 0,0-1 0,1-1 1,-1 1-1,0 0 0,1 0 0,-1-1 0,0 1 0,1-1 0,-1 0 0,1 0 0,-1 0 1,4 0-1,9-1 73,-1 0 0,23-5 0,-32 5-74,29-8 95,0-1-1,-1-1 1,-1-2-1,50-27 1,-38 17-59,142-75-202,178-125-1,162-150-2213,-296 206 1215,316-216-1969,-131 94-1244,-144 94-1955,-82 54-2499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12.8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13413 4898 9409,'0'0'70,"0"-1"0,0 1 0,-1 0 0,1-1 0,0 1 0,0 0 0,0-1 0,0 1 1,-1 0-1,1 0 0,0-1 0,0 1 0,-1 0 0,1-1 0,0 1 0,-1 0 0,1 0 0,0 0 0,-1-1 0,1 1 1,0 0-1,-1 0 0,1 0 0,0 0 0,-1 0 0,1 0 0,0 0 0,-1 0 0,1 0 0,0 0 0,-1 0 0,1 0 0,-1 0 1,1 0-1,0 0 0,-1 0 0,1 0 0,0 0 0,-1 0 0,1 0 0,0 1 0,-1-1 0,0 0 0,-5 20 7465,3-19-7466,1-1 0,-1 1 0,1-1 0,-1 1 0,1 0 0,-1 0 0,1 0 0,0 1 0,-1-1 0,1 0 0,0 1 0,0-1 0,0 1 0,0 0 0,0 0 0,1 0 0,-4 4 0,-27 43 234,20-28-151,-207 275 614,145-214-684,-4-3 0,-4-4 0,-109 79 0,63-65-30,-240 124 0,297-176 1,-2-4-1,-1-4 1,-1-2 0,-144 30-1,151-48-11,-1-3-1,-132-7 1,-138-32 0,254 23-45,-103-12 93,-489-44-177,63 51 44,35 38-42,20-1 63,452-23 48,-198-29 0,-100-48 11,223 40-38,3 4 17,-2 7 0,-353-5 0,-82 64 42,1 24 35,176-15-70,80 2-90,117-13 55,-487 12 668,607-44-420,-233-32 0,235 19-213,-214 1 0,116 10 152,141 1-147,14 2 39,0-3 0,0-3 1,-90-21-1,-136-52 504,228 65-553,-97-11 1,39 8 2,21 2-39,-164-38 323,230 44-184,1 0-1,0-3 0,1 0 1,0-2-1,1-1 0,-32-24 1,5-3 172,1-2 0,2-3 0,3-3 0,-66-83 0,85 91-175,1-1-1,2-1 1,2-2-1,3 0 1,1-2-1,-26-88 1,34 81-81,3-1-1,2-1 1,2 0-1,3 0 1,6-100-1,41-231-17,-3 164 17,15-101-56,-15 70-17,4-19 11,-15 106 17,25-107 8,-27 146 14,-15 73 32,3 2 1,3-1-1,1 2 0,47-89 0,-55 125-38,1 0 0,1 1 0,1 0 0,16-15 0,4-5-5,-2 3 8,1 1 1,2 2-1,61-43 1,127-65 77,-114 74-59,-81 49-24,1 2-1,0 1 0,47-15 1,-72 27-7,112-39 27,220-78 16,236-81-61,-64 85 30,5 38 17,-171 27-13,315-73-22,-348 59 23,-107 23-50,89-20 49,-106 18-17,76-8 11,-198 40-4,115-19-50,95-17 65,159-40-17,596-55-6,-52 143-36,-559 13 62,230-30 7,-320-26-91,-192 21 91,421-30-54,-540 49 28,190-9 16,366-47 154,-263 35 348,-287 22-435,0 1-1,0 1 0,1 1 0,-1 0 1,-1 2-1,1 1 0,-1 1 0,0 0 1,0 2-1,35 19 0,6 11 339,-3 2 0,55 48-1,-109-85-405,36 30 50,-1 1 1,65 76-1,-87-88-69,-1 1 0,-1 1 0,-1 0 0,-1 1 0,-1 0 0,-1 1 0,9 34 0,-11-21 2,-1 1 0,-2 1 0,2 58 0,-29 414 0,9-407 0,3-42 0,3 0 0,5 99 0,0-132 0,-1 0 0,-5 32 0,0 1 0,-16 102 0,17-135 0,-5 26 0,-23 177 0,29-188 0,3-36 0,0 0 0,0 1 0,1-1 0,3 20 0,2 8 0,-3-15 0,2 0 0,11 43 0,-7-40 0,5 45 0,4 13 0,62 233 0,-71-283 0,-2 1 0,0 0 0,-3 0 0,-1 0 0,-2 0 0,-5 48 0,-1-32 0,3-34 0,0 0 0,1 0 0,2 1 0,0-1 0,0 1 0,5 24 0,1-13 0,2 44 0,2 15 0,27 50 0,-3-18 0,-16-68 0,-13-42 0,0 1 0,-1 1 0,3 13 0,56 293 0,-54-270 0,4 82 0,-11-119 0,1-1 0,0 0 0,1 0 0,0 0 0,0-1 0,2 1 0,-1-1 0,1 0 0,1-1 0,7 10 0,5 9 0,-13-18 0,5 9 0,1-1 0,1-1 0,0 0 0,1-1 0,0 0 0,19 14 0,-26-25 0,8 12 0,-5-5 0,21 18 0,-19-20 0,-7-4 0,1 0 0,0-1 0,1 0 0,-1 0 0,1-1 0,0 0 0,0 0 0,11 4 0,59 16 0,127 25 0,-166-38 0,-26-11 0,-11-5 0,-7-5 0,-2-3-246,-13-20-4191,19 30 2974,-1 0-1,1 0 0,-1 0 0,0 0 0,0 1 0,0 0 0,-7-5 0,-10-2-11925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46.03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33 2880,'-3'-18'-848,"-1"3"196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47.5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565 108 9101,'1'-1'163,"-1"1"0,1-1 0,0 1 0,0-1 0,-1 1 0,1-1 0,0 1 0,-1-1 1,1 0-1,-1 1 0,1-1 0,-1 0 0,1 0 0,-1 1 0,0-1 0,1 0 0,-1 0 0,0 0 0,1 0 0,-1 1 0,0-1 0,0 0 1,0 0-1,0-1 0,-10-17 3656,7 14-3893,2 3 1402,-6-11 1024,5 9-1878,-1 1 1,1 0 0,-1-1-1,1 1 1,-1 0 0,0 0-1,0 0 1,0 1 0,-1-1-1,1 1 1,-1 0 0,1 0-1,-9-4 1,10 5-298,-1 0 0,0 0-1,0 0 1,0 1 0,0-1-1,0 0 1,0 1 0,0 0-1,0 0 1,0 0 0,0 0-1,0 0 1,0 1 0,0 0-1,0-1 1,0 1 0,0 0-1,0 0 1,0 0 0,-3 3-1,-11 9 93,1 0 0,1 1-1,0 1 1,1 0 0,1 1-1,-22 34 1,7-4-305,-33 75 0,-80 234 36,119-283 0,2 1 0,4 1 0,-7 79 0,21-125 0,1 0 0,1 0 0,1-1 0,2 1 0,1 0 0,1-1 0,1 0 0,1 0 0,1 0 0,2-1 0,1-1 0,1 1 0,1-2 0,1 0 0,1 0 0,1-2 0,1 0 0,1 0 0,0-2 0,2 0 0,1-2 0,28 21 0,-6-12 0,0-3 0,2-1 0,1-2 0,1-3 0,0-1 0,1-3 0,1-1 0,0-3 0,0-2 0,1-2 0,0-2 0,83-4 0,-100-2 0,-1-2 0,44-10 0,-60 10 0,-1 0 0,1-2 0,-1 0 0,0 0 0,-1-2 0,22-13 0,-33 19 0,0 0 0,1-1 0,-1 1 0,-1-1 0,1 0 0,0 0 0,-1 0 0,1 0 0,-1 0 0,0-1 0,0 1 0,0-1 0,-1 1 0,1-1 0,-1 0 0,0 0 0,1-5 0,-1 5 0,-1 1 0,-1 0 0,1 0 0,0-1 0,-1 1 0,0 0 0,0 0 0,0 0 0,0-1 0,0 1 0,0 0 0,-1 1 0,0-1 0,1 0 0,-1 0 0,0 1 0,-1-1 0,1 1 0,0-1 0,-1 1 0,-3-2 0,-8-6 0,0 0 0,-1 1 0,0 1 0,0 1 0,-1 0 0,0 1 0,0 1 0,-25-5 0,-11 0 0,-76-4 0,85 11-446,0 3-1,-79 8 1,96-4-1189,0 2 0,-25 8 0,35-9-1082,0 1 0,1 1 0,-29 17 0,7 6-9954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3.6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14 416 6389,'-14'-6'1312,"28"-3"-364,-1 3 504,14-6-996,27-9-196,16 0-132,41-9-216,46-9-200,44-10-192,43-14-564,44-12-1604,44-10-765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8.32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567 0 11949,'-45'61'762,"-70"104"2001,40-42 61,-76 166-1,112-198-2082,4 1 0,-42 170-1,67-213-582,2 1 0,2 0 0,2 0-1,3 0 1,2 1 0,2-1 0,2 0 0,21 89-1,-19-112-118,2 0 0,2-1 0,0 0 0,1 0 0,2-1 0,0-1 0,25 30-1,-25-37-8,1-1-1,1 0 0,0-1 1,1-1-1,0-1 0,2 0 0,-1-1 1,1-1-1,1-1 0,27 10 0,-21-11-21,1-1-1,0-1 1,0-1-1,1-2 1,-1-1-1,1-1 0,33-2 1,-24-2 9,-1-2 1,0-2-1,0-1 0,0-2 1,36-14-1,-29 6-3,-1-2 0,-1-1 1,-1-2-1,-1-2 0,-1-2 0,-1-1 1,-1-2-1,-2-1 0,38-44 0,-42 38-18,-2-1-1,-2-1 0,-1-2 1,-2 0-1,-2-2 0,-1 0 0,-3-1 1,-1-1-1,-3-1 0,-1 0 1,8-65-1,-15 67 3,-2 0 0,-1-1 0,-3 1 0,-1-1 0,-3 1 0,-1 0 0,-2 0 0,-2 1 0,-2 0 0,-1 1 0,-2 0 0,-26-47 0,19 49 5,-2 1 0,-1 1 1,-3 1-1,0 1 1,-2 2-1,-2 1 1,0 1-1,-2 2 0,-51-33 1,51 41-119,-1 0 1,-1 3-1,-1 0 1,-1 3-1,0 1 0,0 2 1,-2 2-1,1 1 1,-1 2-1,-61-3 1,73 10-316,1 1 1,-1 1 0,1 1 0,0 1 0,0 2-1,0 1 1,1 1 0,-33 14 0,34-10-1159,1 0 0,0 2 0,1 0 0,-39 34 0,-21 34-8019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8.49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332 278 15261,'-30'-57'2061,"6"36"-493,-16-13-396,10 10-396,-7-3-364,-13-6-852,-10-12-1252,-1 9-480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1.6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325 10 15253,'-17'-3'969,"0"0"444,1 0 5537,16 8-4859,-13 239 4026,-8-85-6130,-66 249 0,64-317-122,-19 67-2909,-5-4-3465,19-59-1112,14-2-4853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1.8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 1 16470,'-4'111'3004,"28"-68"-280,-14-1-96,-4 12-284,-2-6-415,2 7-345,1 11-312,0 6-460,-4 10-812,-6 2 0,-4 3 0,4 1-280,-1-4-1600,-2-8-416,-1-10-829,7 0-59,17-2-3317,3-7-6016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2.1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697 221 14125,'-20'103'3562,"-19"107"3497,34-168-6043,2 1 1,2 0-1,4 43 0,0-53-698,2-1-1,1 0 0,1 0 0,2 0 1,2-1-1,0 0 0,2-1 1,2 0-1,27 42 0,-30-55-271,-1-1 0,2 0 0,1-1 0,0-1 0,0 0 0,1-1 1,1 0-1,0-1 0,1-1 0,0-1 0,1 0 0,0-2 0,1 0 0,0 0 0,0-2 0,35 7 0,-38-10-59,1-1 0,0-1-1,0-1 1,-1 0 0,1-1 0,0-1 0,-1 0 0,1-2-1,-1 0 1,0 0 0,16-8 0,-13 4-20,-1-2 0,0 0 0,0-1 1,-1-1-1,-1 0 0,0-2 0,0 1 0,14-19 1,-6 2-9,-1-1 0,-1-1 0,-2-1 0,-1 0 0,-1-2 0,-3 0 1,0-1-1,-3 0 0,11-48 0,-16 54 24,-2 0-1,-1 0 1,-2 0 0,0-1-1,-2 1 1,-2-1 0,-7-44-1,5 54 11,-1 1 0,-1-1-1,-1 1 1,-1 0 0,0 1-1,-2 0 1,0 1 0,-1 0-1,-1 0 1,0 1 0,-27-27-1,13 20-28,-1 2 0,0 1 0,-2 1 0,0 1 0,-1 1 0,-1 2 0,-1 2 0,0 0 0,-1 3 0,-58-15 0,37 16-512,1 1 1,-1 3 0,0 3-1,-1 1 1,1 3 0,-70 10 0,68-1-906,1 1 1,0 3 0,-90 35 0,83-22-2267,-71 42 1,-35 32-7503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4.9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268 131 7281,'0'0'135,"-1"0"0,0 0 0,1 0 1,-1 0-1,0 0 0,0 0 0,1 0 1,-1 0-1,0 0 0,1 0 0,-1-1 1,0 1-1,1 0 0,-1 0 0,0-1 1,1 1-1,-1-1 0,1 1 0,-1 0 1,0-1-1,1 1 0,-1-1 0,1 1 1,-1-1-1,1 1 0,-1-2 0,11-12 3601,-5 8-3444,-3 4 1328,-8-11 1336,-1-1 2330,4 13-4274,1 0-911,0 0 0,-1 0 0,1 0 0,0 0 0,-1 1 0,1-1 0,-1 1 0,1 0 0,0 0 0,-1 0 0,1 0 0,-1 0 0,1 1 0,-1-1 0,1 0 0,0 1 0,-1 0 0,1 0 0,0 0 0,0 0 0,-1 0 0,1 0 0,0 0 0,0 1 0,0-1 0,1 1 0,-1-1 0,0 1 0,0 0 0,-1 3 0,-12 16 250,1 1 0,0 0-1,2 1 1,1 1 0,-10 31 0,-2 14 34,4 0 1,3 2-1,-13 139 1,24-169-358,3 1 0,2-1 0,1 0 0,2 0 1,2 0-1,13 55 0,-13-78-50,0-1 0,1 1 0,1-1 0,0 0 0,2-1 1,0 1-1,0-2 0,2 1 0,0-1 0,0-1 0,2 0 0,-1-1 0,2 0 0,0-1 0,0-1 0,26 16 0,-27-19-33,1-2 0,0 0 0,-1-1 0,2 0 0,-1-1 0,1 0 0,-1-1 0,1-1 0,0-1 0,28 0 0,-25-2 21,0-2 0,0 0 1,0-1-1,0 0 0,-1-2 1,0 0-1,0-1 0,18-10 0,-8 2 21,-1-2 0,-1-1-1,-1-1 1,-1-1 0,0-1-1,-2 0 1,0-2 0,-2-1-1,0-1 1,21-37 0,-14 15 6,-1-2 0,-3 0 1,-2-2-1,-3 0 0,-1-1 0,10-65 0,-21 88 4,-1 0-1,-2-1 1,-1 1-1,-1-1 1,-1 1-1,-2 0 1,-1-1-1,-1 1 1,-2 0-1,-1 1 1,-1 0-1,-1 0 1,-14-26-1,16 40-28,0 2 0,0-1 0,-1 1 0,-1 1 0,0-1 0,-1 2 0,0-1-1,0 2 1,-1-1 0,-25-14 0,27 19-197,0 0-1,0 1 1,0 0-1,-1 0 0,1 1 1,-1 0-1,0 1 1,1 1-1,-1 0 1,0 0-1,0 1 1,0 0-1,0 1 1,0 0-1,-19 5 0,12-1-701,0 1-1,0 1 0,0 0 1,-28 17-1,36-17-882,0 0-1,0 1 1,0 0 0,-15 17 0,-3 11-8731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5.3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336 41 12701,'0'0'17,"-1"-3"365,0 0 0,0 0 1,0 0-1,-1 0 0,1 0 0,-1 0 1,0 1-1,0-1 0,0 1 1,0-1-1,0 1 0,0 0 0,-4-3 1,3 5 210,1 1 1,-1-1-1,1 1 0,0 0 1,-1 0-1,1 0 1,0 0-1,0 0 1,0 0-1,0 1 0,0-1 1,-3 4-1,-46 68 3265,24-38-3131,3 1 0,1 1 0,-23 51 0,32-54-706,2 1 1,2 1-1,1 0 1,1 0-1,2 0 1,2 1-1,2 0 1,1 0-1,1 0 1,8 52-1,-3-60-22,1 1-1,1-1 1,2-1 0,0 0-1,2 0 1,1-1 0,2 0-1,0-1 1,2 0-1,0-2 1,2 0 0,1 0-1,30 28 1,-39-43 1,0 0 0,1-1 0,0 0 0,1 0 0,0-1 0,0-1 0,0 0 0,1-1 0,14 5 0,-21-9 0,1 1 0,0-1 0,0 0 0,0 0 0,0-1 0,0 0 0,0 0 0,0 0 0,0-1 0,0 0 0,0-1 0,0 0 0,-1 0 0,1 0 0,-1-1 0,1 0 0,-1 0 0,0 0 0,10-8 0,-1-2 0,0-1 0,-1-1 0,0 0 1,-2-1-1,1 0 0,-2-1 0,0-1 0,-2 1 0,0-2 0,0 1 0,-2-1 1,0-1-1,-1 1 0,4-30 0,-4 17-3,-2-1 1,-1 1-1,-2-1 0,-1 0 1,-2 0-1,-1 0 0,-1 1 1,-11-40-1,7 44-129,-1 0-1,-2 1 1,0 0-1,-2 1 1,-1 1 0,-1 0-1,-2 1 1,0 0-1,-1 1 1,-34-32-1,40 43-302,-2 1 0,1 0 0,-1 1 0,0 0 0,-1 1-1,0 1 1,-1 0 0,0 1 0,0 1 0,0 1 0,-1 0-1,0 1 1,0 0 0,0 2 0,0 0 0,0 1-1,0 0 1,-34 5 0,-17 12-3607,25 1-1418,-8 9-5074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5.7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156 7 10493,'-1'0'150,"0"1"1,0-1-1,0 1 0,0-1 1,0 1-1,0-1 0,0 0 1,0 1-1,0-1 1,0 0-1,0 0 0,0 0 1,0 0-1,0 0 0,0 0 1,0 0-1,0 0 0,0 0 1,-1 0-1,1-1 0,0 1 1,0 0-1,0-1 0,0 1 1,1-1-1,-3 0 1,-15-5 6111,3 23-4217,4-3-1664,1 1 1,1 0-1,0 0 0,1 1 1,1 0-1,0 0 0,1 1 1,-4 20-1,4-7-88,1-1 0,2 1-1,0 0 1,3 35 0,2-41-227,2-1-1,0 1 1,1-1 0,2 0-1,0 0 1,1 0 0,2-1 0,0-1-1,1 0 1,1 0 0,1-1-1,1 0 1,1-1 0,0-1 0,20 18-1,-22-24-38,0 0 1,1-1-1,1-1 0,23 14 0,-33-22-24,0 0-1,1 0 1,-1 0 0,0-1-1,0 1 1,1-1 0,-1-1-1,1 1 1,-1-1 0,1 0-1,-1 0 1,1 0 0,-1-1 0,1 0-1,-1 0 1,0-1 0,1 1-1,6-4 1,-6 2 2,0 0-1,-1-1 1,1 1-1,-1-1 1,0-1-1,0 1 1,0-1 0,-1 1-1,0-1 1,1-1-1,-2 1 1,1 0-1,-1-1 1,0 0 0,0 0-1,3-9 1,2-9-5,-1-1 0,7-47-1,-12 61-10,2-20-20,-2 0 1,-1-1-1,-2 1 0,-1 0 1,-1 0-1,-2 0 0,-1 0 1,-1 0-1,-1 1 0,-17-38 1,22 60-157,-1 0 0,1 1 0,-1-1 1,0 1-1,-1 0 0,0 0 0,0 1 1,-1-1-1,1 1 0,-1 0 0,-1 1 1,1-1-1,-1 1 0,0 1 0,0-1 1,-11-4-1,10 6-417,0 0 0,-1 1 0,1 0 1,-1 0-1,1 1 0,-1 1 0,1-1 0,-1 1 1,0 1-1,1-1 0,-13 4 0,-100 26-14714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7.3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4355 7 5300,'18'-1'2484,"24"-2"10530,-31 2-11910,-2 0-3484,-5 1 3136,-2 1-615,14 7 224,-13-3 126,-35 3-4,30-8-496,-271 28 987,145-18-708,-378 25 572,-130 12-242,-73 50-244,12 62-123,57 59-383,500-159-289,3 6 0,-184 119 0,195-92-890,109-77 337,0 1-1,2 0 1,0 1 0,-20 30-1,23-26-4477,11-3-3350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07.74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769 47 9121,'-1'-2'417,"0"-1"0,0 1 0,0 0 0,0 0 0,0-1 0,1 1 0,-1 0 0,1-1 0,-1 1 0,1 0 0,0-1 0,0 1 0,1-5 0,-1-2 232,-15 21 1854,-102 97 176,-10 11-1511,40-25-447,-108 153 1,158-193-584,3 1 0,2 2-1,2 1 1,-37 109 0,62-152-116,0 0-1,2 1 0,0 0 1,0-1-1,2 1 0,1 31 1,3 3 64,3-1 0,20 87 1,-23-125-81,0-1 0,1 0 0,0 0-1,1-1 1,0 1 0,1-1 0,0 0 0,1-1 0,0 0 0,10 11 0,12 9-77,2-1 1,1-1-1,1-2 0,1-2 1,1 0-1,1-3 1,0-1-1,2-2 1,46 15-1,19 0-628,1-4-1,143 18 0,-123-29-1311,1-6 0,246-9 0,-159-18-2942,-1 0-2836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2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 0 4216,'-1'0'41,"1"1"-1,0-1 0,-1 0 0,1 0 0,0 0 1,-1 1-1,1-1 0,0 0 0,0 0 0,0 1 1,-1-1-1,1 0 0,0 1 0,0-1 0,0 0 1,0 1-1,-1-1 0,1 0 0,0 1 0,0-1 1,0 0-1,0 1 0,0-1 0,0 0 0,0 1 1,0-1-1,0 1 0,0-1 0,0 0 0,0 1 1,0-1-1,1 0 0,-1 1 0,0-1 0,0 0 1,0 1-1,0-1 0,0 0 0,1 1 0,-1-1 1,0 0-1,1 1 0,16 3 1543,-6-2-1756,-7-1 1189,-20 6-1717,15-6 1046,0-1-1,-1 1 1,1-1 0,0 0 0,-1 1 0,1-1 0,-1 0 0,1 0-1,-1 0 1,1 0 0,-1 0 0,1 0 0,-1 0 0,1-1 0,-1 1-1,1 0 1,0-1 0,-1 1 0,1-1 0,0 0 0,-1 1 0,1-1-1,0 0 1,0 0 0,-1 0 0,0-1 1329,10 35-1486,-8-8-111,2 8 14,2-13 57,2 1 1,0-1-1,11 22 0,-14-36-113,0 0 0,0-1 1,0 0-1,1 1 1,-1-2-1,1 1 1,1 0-1,-1-1 0,1 1 1,0-1-1,0-1 1,0 1-1,0-1 0,0 1 1,10 3-1,-1-3-132,-1 0 0,1 0 1,0-2-1,1 1 0,-1-2 0,0 0 0,1-1 1,-1 0-1,0-1 0,20-3 0,-1-4-2092,0 0 1,0-3-1,39-17 0,-22 7-4832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2.92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 7 5260,'1'0'52,"-1"0"0,0 1-1,1-1 1,-1 0 0,1 0-1,-1 1 1,1-1 0,-1 0-1,1 0 1,-1 0 0,1 1-1,-1-1 1,1 0 0,-1 0-1,1 0 1,-1 0 0,1 0-1,-1 0 1,1 0 0,-1 0-1,1 0 1,-1-1 0,1 1-1,-1 0 1,1 0 0,6-8 7188,-8 8-7193,0 0 0,0 0 0,-1 1 0,1-1 0,0 0 0,0 1-1,0-1 1,0 1 0,-1 0 0,1-1 0,0 1 0,0 0 0,0-1 0,0 1 0,1 0 0,-1 0 0,0 0 0,0 0 0,0 0 0,1 0 0,-1 0-1,0 0 1,1 1 0,-1-1 0,1 0 0,0 0 0,-1 0 0,1 3 0,-5 27 720,5-4-214,1 0-1,1 0 1,1 0 0,14 51-1,-13-64-488,1-1-1,1 1 1,1-1-1,0 0 1,0-1-1,1 0 1,1 0-1,0-1 1,0 0-1,18 16 1,-10-12-329,0-1 0,0 0 0,30 16 0,-34-23-1784,1-1 0,-1-1 0,26 8 0,-9-5-5145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3.4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5428,'0'0'10243,"0"3"-9700,0 46 223,1 0 1,3 0-1,2 0 0,21 83 1,-21-113-904,2 1 0,0-1 1,1 0-1,0 0 0,23 30 0,-22-35-361,1-2 0,1 1-1,0-2 1,0 1 0,1-2-1,0 0 1,1 0-1,18 9 1,7-2-4032,2-3-2696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3.9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 0 5424,'-12'2'12678,"12"21"-10388,12 33-2894,-6-42 581,1 1-1,0-1 0,0 0 1,1 0-1,1-1 0,1 0 1,0-1-1,0 0 0,1-1 1,0 0-1,19 13 0,-6-5-1518,43 24 1,29 5-4959,-34-23-437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5.7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 1131 4212,'-37'-6'14742,"39"-13"-14160,0 0 0,2 0 0,0 0 0,13-33 0,-2 4-185,4-29-210,-4 0 0,-3-2-1,2-87 1,-11-36-2097,-12 0-3735,6 127 782,5 4-2743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6.36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1 895 6617,'0'-19'1126,"1"0"0,2 0 0,-1 0 0,2 0 1,1 1-1,11-30 0,-8 28-781,1 1 0,1 1 1,1-1-1,1 2 0,0 0 0,1 0 0,1 1 0,0 1 0,26-22 1,-36 34-311,0 0 0,0 0 0,0 0 1,0 1-1,0 0 0,1 0 0,-1 0 1,1 0-1,-1 1 0,1 0 0,0 0 1,0 0-1,-1 0 0,1 1 0,0 0 1,0 0-1,0 0 0,5 1 0,-7 0-27,1 0-1,-1 0 0,0 0 0,1 0 0,-1 1 0,0-1 1,0 1-1,0 0 0,0 0 0,0 0 0,0 1 0,0-1 0,-1 1 1,1-1-1,-1 1 0,0 0 0,0 0 0,0 0 0,0 0 0,0 0 1,-1 1-1,1-1 0,0 5 0,5 15 4,-2 0 0,-1 0 0,-1 0 0,0 34 0,-9 96-17,0-17 41,6-129-34,0 1 0,0-1 0,1 1-1,0-1 1,1 1 0,0-1 0,0 0 0,0 1 0,1-1-1,0 0 1,0-1 0,7 10 0,-8-13-43,1 1 0,1-1 1,-1 0-1,0 0 0,1 0 1,-1 0-1,1-1 0,0 1 0,0-1 1,0 0-1,0 0 0,1-1 1,-1 1-1,0-1 0,1 0 1,-1 0-1,1 0 0,-1-1 0,1 1 1,-1-1-1,9-1 0,-4 0-160,-1 0 1,-1-1-1,1 0 0,0-1 0,0 1 0,-1-1 0,1-1 0,-1 0 1,0 0-1,0 0 0,0-1 0,-1 0 0,0 0 0,0 0 1,0-1-1,0 0 0,5-8 0,1-3-426,-1 1-1,0-2 1,-1 1-1,-1-2 1,12-34-1,0-13 188,-3-1-1,-4 0 0,-2-1 0,6-131 0,-19 117 1218,-1 51-214,2-1-1,5-33 0,-5 61 516,-2 7-1028,1-1 1,-1 1-1,0 0 0,1 0 1,0-1-1,-1 1 1,1 0-1,0 0 1,1 0-1,-1 1 1,0-1-1,1 0 0,0 0 1,0 0-1,0 0 1,0 0-1,0 1 1,0-1-1,1 0 0,0 0 1,0 0-1,0 0 1,1 4-1,2 4 28,1 0-1,0 0 1,1 0 0,11 15-1,-16-23-68,1-1 0,0 1 0,0-1 1,0 0-1,0 0 0,0 0 0,0 0 0,1-1 0,-1 1 0,1-1 0,-1 1 0,1-1 0,-1 0 0,1 0 0,0 0 0,0 0 0,0 0 1,-1-1-1,1 1 0,0-1 0,0 0 0,0 0 0,0 0 0,0 0 0,0 0 0,0-1 0,0 1 0,-1-1 0,1 0 0,0 0 1,0 0-1,4-2 0,3-2-9,0-1 1,-1 0 0,0 0 0,0-1 0,-1 0-1,0-1 1,10-10 0,-3 0-4,-1-1-1,-1-1 1,-1 0 0,-1 0-1,0-1 1,10-32 0,-8 16 182,-2-2 1,11-72-1,-21 107-83,-5 22-663,3-8 312,-5 19-2226,-14 41 0,-3-13-3074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7.4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9 267 8105,'-4'-26'1607,"1"-1"1,1-48-1,2 67-1359,1 0-1,0 1 0,0-1 1,1 1-1,0-1 0,0 1 1,1 0-1,0 0 0,0 0 1,0 0-1,1 0 0,0 1 1,1 0-1,7-10 1,-9 14-208,0-1 0,0 1 0,0 0 0,1 0 0,-1 0 0,1 1 0,-1-1 0,1 1 0,-1 0 1,1 0-1,0 0 0,0 0 0,-1 0 0,1 1 0,0 0 0,0 0 0,6 1 0,2 0-18,0 1-1,0 0 1,0 1-1,12 5 0,-12-3 4,1 0-1,-1 2 1,-1-1-1,1 1 1,-1 1-1,0 0 1,-1 1-1,14 14 1,-8-5-62,0 0-1,-1 1 1,21 37 0,-22-31-81,-1 1 0,-2 1-1,-1-1 1,0 2 0,-2-1-1,-2 1 1,0 0 0,-2 1-1,-1 0 1,-1-1 0,-1 1-1,-7 56 1,5-81 252,22-18-213,10-11-252,-1-1 0,51-59 0,-36 35-933,-28 32-514,-1-1 0,22-37 1,-5 5-3704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7.7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38 3840,'3'-18'6364,"-5"16"-5824,-4-3-555,6 4 88,-1 0 0,0 0-1,1 0 1,-1 0 0,0 0 0,0 0-1,0 1 1,0-1 0,0 0 0,0 1 0,0-1-1,0 1 1,0-1 0,0 1 0,0-1 0,0 1-1,0 0 1,0 0 0,0-1 0,0 1-1,-1 0 1,1 0 0,0 0 0,0 0 0,0 0-1,0 1 1,0-1 0,-1 0 0,0 1 0,1-1-66,0 0 0,1 1 0,-1-1 0,1 0 1,-1 0-1,1 1 0,-1-1 0,1 1 0,-1-1 1,1 0-1,-1 1 0,1-1 0,0 1 0,-1-1 1,1 1-1,0-1 0,-1 1 0,1-1 0,0 1 1,0 0-1,-1-1 0,1 1 0,0-1 0,0 1 1,0 0-1,0-1 0,0 1 0,0-1 0,0 1 1,0 0-1,0-1 0,0 2 0,13 24 134,28 20-132,-40-45-20,6 6-152,-1 0 0,-1 0 0,1 0 0,-1 0 0,0 1 0,6 15-1,-9-20 20,-1 0-1,0 0 0,0 0 0,0 1 0,0-1 0,0 0 1,-1 0-1,1 0 0,-1 1 0,0-1 0,0 0 0,0 1 0,-1-1 1,1 0-1,-1 0 0,0 0 0,0 1 0,0-1 0,0 0 1,0 0-1,-4 5 0,-19 22-2481,-3-5-725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7.9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5196,'0'0'3001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7.0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1290 5949,'0'0'7618,"1"-3"-6918,3-15-307,2 1 0,1-1 0,0 1 0,1 1 0,0 0 1,2 0-1,10-15 0,21-35 190,-26 36-636,219-434 1358,-143 220-3296,-72 176-1646,19-116 1,-28 102-3363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18.5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98 57 5577,'23'-33'8783,"-61"44"-8613,-6 2-956,43-13 671,0 0 1,-1 0-1,1 0 1,0 0 0,-1 0-1,1 0 1,-1 0-1,1 0 1,0 0 0,-1 0-1,1-1 1,0 1-1,-1-1 1,1 1 0,0-1-1,-1 1 1,1-1-1,0 0 1,0 0 0,0 1-1,0-1 1,0 0-1,0 0 1,-1-2 0,-5-11-3129,14-8-1414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3.0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0 519 8729,'4'-147'1164,"9"101"-284,11 4-184,6 3-116,0 3 56,3 3-188,11-1-100,6 1-68,10 3-44,7 3-68,10 6-108,7 3-600,7 9-380,2 6-800,5 3-1548,2 21-1525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3.2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 67 8657,'-34'-21'6400,"57"5"-5304,24-2-123,14 12-153,26 0-188,20 6-276,20 3 16,21 6-192,12 6-452,11 7-460,10 5-536,10-3-477,3 0-2751,11 3-3493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0.4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1394 115 4404,'0'-5'744,"-1"-1"-1,1 0 0,0 0 1,1 0-1,-1 1 0,3-9 1,-2 11-92,-2 0 3,-18-55 2381,19 56-2365,-4 3-289,-7 3-171,6-2-115,0 0 1,0 0-1,0 0 1,0 1-1,1 0 1,-7 4-1,-49 56 626,-156 177 885,2 9-898,-214 324 1,356-463-593,4 3 0,-88 207 0,134-264-98,2 1 1,3 0-1,2 1 1,2 1-1,4 0 1,2 1-1,2 0 0,4 75 1,4-103-11,1-1 0,1 1 1,1-1-1,2 0 0,2-1 0,0 0 0,2 0 1,27 48-1,-24-54 0,1 0 0,2-2 0,0 0 0,1 0 0,1-2 0,1-1 1,0 0-1,2-1 0,47 27 0,-32-25-15,0-2 0,2-1 0,0-3 0,1-1 0,0-1 0,1-3 0,0-1 0,1-3 0,-1-1 0,1-2 0,0-1 0,48-7 0,-39-1-59,-1-1 0,0-3 0,0-1 0,-1-3 0,-1-3 1,0-1-1,-2-2 0,0-3 0,69-46 0,-95 55 39,-1 0-1,0-1 1,-2-1 0,0 0-1,0-2 1,18-26-1,-30 37 17,-1 0 0,0 0 0,-1-1 0,0 0 0,0 1 0,-1-1-1,0 0 1,0-1 0,-1 1 0,0 0 0,-1-1 0,0 1 0,-1-1 0,0 0-1,0 1 1,-1-1 0,0 1 0,-1-1 0,-4-14 0,-1 7-2,-1 0 0,0 0 0,-2 0-1,1 1 1,-2 0 0,0 1 0,-1 0 0,-1 1 0,0 1 0,-1 0 0,-16-12 0,-1 1-26,-1 2 0,-2 1 0,0 2 1,-49-21-1,29 19-557,-1 2 1,-1 3-1,0 2 0,-1 3 1,-1 2-1,0 2 1,0 3-1,-84 5 1,22 8-3517,5 2-2333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2.8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433 130 6949,'3'-8'327,"1"1"0,1 0 0,-1 1 0,1-1 1,0 1-1,1 0 0,-1 0 0,1 1 0,1-1 0,-1 1 1,1 1-1,-1-1 0,1 1 0,0 0 0,1 1 0,-1 0 1,9-3-1,5-1-154,1 1 0,0 0-1,0 2 1,0 0 0,0 2 0,1 0 0,0 2 0,-1 0 0,1 2 0,-1 0-1,0 2 1,1 0 0,-1 2 0,29 10 0,-30-8-138,0 0 1,0 2-1,-1 0 1,0 1-1,-1 1 1,0 1-1,-1 1 1,0 0-1,-2 1 1,1 1-1,-2 1 1,0 0-1,-1 1 1,17 29-1,-23-32-15,-1 1-1,0 0 1,-1 1-1,-1-1 1,0 1-1,-2 0 0,0 0 1,-1 1-1,1 27 1,-4-20-6,-1 0 0,-2 1 0,0-1 1,-1 0-1,-17 46 0,0-19-12,-3 0 0,-1-2 1,-3-1-1,-2-2 0,-44 53 0,-184 182 127,225-248-113,-262 234 128,-25 27 54,310-284-163,1 0 0,0 1-1,1 0 1,0 0 0,1 1 0,-11 26 0,16-34-21,2 0-1,-1 0 1,1 1 0,0-1 0,0 0 0,0 1 0,1-1-1,-1 0 1,1 1 0,1-1 0,-1 1 0,1-1 0,0 0-1,0 1 1,1-1 0,-1 0 0,1 0 0,0 0 0,1 0-1,-1 0 1,1-1 0,6 9 0,-1-3 10,1-1 1,0 0 0,0 0-1,1-1 1,0 0-1,1-1 1,14 8-1,86 35 27,-98-45-70,62 23-462,153 34 0,85-5-1507,80-6-3806,-184-29-11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1.3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30 5260,'3'-25'1316,"-2"20"-178,0 7-109,2 2-683,0 0-1,-1 1 1,0-1-1,0 0 1,0 1-1,0 0 1,-1-1-1,1 1 1,0 9-1,3 53 1027,-2-20-917,10 29 283,2 0 0,4-1 0,54 136 0,-26-105-617,115 189 0,-125-237-1125,46 54-1,-62-86-511,2-2-1,1 0 0,0-1 0,35 23 0,-13-17-3125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1.4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747 0 5372,'-127'48'1197,"70"-21"-101,0 1-388,0 5-156,7 0-120,-14 0-68,-9 9-364,-8 3-668,-9 1-1984,0 2-765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2.0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6681,'0'0'2672,"1"2"-1690,4 6-612,1 0-1,-1-1 1,1 0 0,1-1-1,-1 1 1,1-1 0,0 0-1,1-1 1,9 7 0,18 14 181,436 347 999,-381-311-4017,182 95-1,-166-108-1899,-53-28 520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2.2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1475 310 4264,'-18'-23'338,"0"0"286,1-1 0,-18-32 1,26 40-172,-1 0 0,-1 1 0,0 0 0,-1 1 1,-1 0-1,0 1 0,-20-16 0,25 23-292,0 0 0,0 1 0,-1 0 0,0 0 0,0 1 0,0 0 0,0 0 0,-1 1 0,1 1 0,-1 0-1,0 0 1,1 0 0,-1 1 0,0 1 0,-17 1 0,6 3-22,0 0-1,0 2 0,0 0 1,1 2-1,0 0 0,1 1 1,0 1-1,-23 16 0,-141 113 328,129-94-400,-112 94-528,-109 84-2524,154-131-327,14 4-1394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5.1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811 1 8497,'-141'187'1204,"84"-109"-296,7-2-236,0-1-124,-1-6-88,8 10-24,-11 17-132,4 10-80,0 5-256,-1 7-384,5 8-280,2 1-248,1 0-520,-1-4-1408,7-5-973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5.7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892 16 6617,'-1'-9'256,"-1"2"1705,-4 24-232,-111 358 4454,-79 284-3855,-15-1-4240,100-314-432,-50 127-3399,75-230-348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6.9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77 528 9221,'-5'0'389,"0"0"1,0 0-1,0 1 1,0 0-1,0 0 1,0 0-1,0 1 1,1-1-1,-9 5 1,-4 1 495,14-6 260,20 2-875,-1 0-1,1 0 1,0-2-1,0 0 1,19-2-1,83-15-2,-60 6-68,2350-214 802,13 169-1035,-1652 50-40,821-12-776,-5-43-1724,-1455 52 2255,478-33-1109,-12-27-1716,-441 42 236,-30-3-1007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8.2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 5 4640,'-2'-4'3278,"2"4"-3161,0 0 0,0 0 0,-5 1 3746,5 0-3746,-3 16 1500,1 26-1507,7 10 971,18 84 0,-5-34-390,9 57 46,7-1 0,104 294 0,95 119-555,51-24-3681,-127-298-2789,-86-142-163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8.5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1638 1 7901,'-22'0'1141,"30"29"1677,-9-21-2572,-1 0 0,0-1 1,0 1-1,-1-1 0,-7 13 1,-2 9 224,-68 196 1805,-22 57-1105,-94 147-384,-24-10-793,18-35-939,-56 138-1291,-181 346-5232,345-695 3064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9.0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704 0 6357,'0'0'2297,"0"4"-1228,13 212 3644,-11-150-3912,-2 97 599,-7-1 1,-54 312-1,-121 310-1228,106-502-919,-48 195-1925,-27 129-1244,78-350-548,28-101-363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7:59.3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1 338 9097,'4'20'516,"-4"-17"-382,1 0 0,-1 0 0,1 0 0,-1 0 1,1 0-1,0 0 0,0 0 0,1 0 0,-1 0 0,0 0 1,1 0-1,0-1 0,0 1 0,0-1 0,0 1 0,0-1 1,0 0-1,0 0 0,1 0 0,-1 0 0,4 2 0,9 3 228,0-1-1,1-1 1,-1-1-1,1 0 0,0-1 1,1 0-1,28 0 0,121-12 776,-108 4-819,812-99 1143,-713 82-1400,691-111-2888,-283 19-3839,-272 48 711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00.1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 1 5573,'-1'0'76,"1"1"0,0-1 0,-1 1 0,1-1 0,0 0 0,-1 1 0,1-1 0,0 1 1,0-1-1,0 1 0,0 0 0,-1-1 0,1 1 0,0-1 0,0 1 0,0-1 0,0 1 1,0-1-1,0 1 0,0-1 0,0 1 0,1-1 0,-1 1 0,0-1 0,0 1 1,0-1-1,1 1 0,-1-1 0,0 1 0,0-1 0,1 1 0,-1-1 0,0 1 0,1-1 1,-1 0-1,0 1 0,1-1 0,0 1 0,25 26 1210,-3-5-216,430 437 5040,-233-248-5257,158 192-35,-45 38-3152,-193-233-457,-44-70-2558,-49-74 129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00.4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1873 0 9625,'-22'12'227,"-14"8"413,1 1-1,-47 39 1,19-4 117,2 3 0,3 3 1,2 2-1,4 3 0,-64 104 0,-71 149 281,103-171-742,-397 807-511,348-629-1608,-95 354 0,91-234-4595,95-320 2033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00.8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704 1 8529,'-7'6'165,"-4"4"164,0-1 1,1 1-1,1 1 1,0 0 0,0 0-1,1 1 1,1 0-1,-11 22 1,-30 88 1456,5 2 0,-37 180 0,-22 269-287,82-447-1220,-99 708-582,43-291-2325,-10-4-4209,55-367 793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8:01.1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0 269 8857,'114'-27'1332,"-43"15"-280,19 3-84,21-7-52,9 1-96,31 3-116,40-6-120,33 3-136,21 3-72,23-3-15,13 3-418,10-3-583,14-6-620,-7-12-2896,0-4-3165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55.8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0 387 11529,'0'-7'380,"1"0"-1,0 0 1,0 0-1,1 0 1,0 0-1,0 0 1,0 1-1,1-1 1,0 1-1,0-1 1,1 1 0,0 0-1,0 0 1,0 0-1,8-6 1,8-15 956,-5 9-736,0 0-1,2 0 1,0 2-1,1 0 1,1 1-1,0 1 1,1 1 0,36-19-1,-21 16-265,1 1 0,0 1 0,0 2 0,62-11 0,-78 20-257,0 0 0,0 1-1,0 1 1,0 1 0,0 1-1,0 1 1,0 0 0,25 7-1,-35-6-41,1 1 0,-1 0 0,0 0 0,0 1-1,0 0 1,-1 0 0,0 1 0,0 1 0,0 0 0,-1 0-1,0 0 1,0 1 0,-1 0 0,0 1 0,0 0 0,8 14-1,-9-10 9,0 1-1,0 0 1,-1 0-1,-1 0 0,-1 0 1,0 1-1,0-1 0,-1 1 1,-1 0-1,-1-1 0,0 1 1,-4 28-1,-6 7 65,-1-1 1,-27 70-1,12-40 1,16-45-81,-2 3 17,1 0-1,-10 74 0,20-101-32,0 1-1,1-1 1,0 1 0,0-1-1,1 0 1,1 1 0,0-1-1,0 0 1,1 0 0,0 0-1,1 0 1,0-1 0,1 1-1,0-1 1,11 16 0,-4-11-7,2 0 0,-1-1 1,1-1-1,1 0 1,1-1-1,19 12 0,107 49-47,-105-55 48,122 53 9,-85-41-15,-2 4 1,114 71-1,-175-97 20,-1 1 0,-1 0-1,1 0 1,-1 1 0,-1 0-1,1 1 1,-2 0 0,12 19-1,-16-24-2,0 0 0,-1 1 0,0 0 0,0-1 0,0 1 0,-1 0 0,1 0 0,-2 0 0,1 0 0,-1 0 0,1 0 0,-2 0 0,1 0 0,-1 0 0,0 0 0,0 0 0,0 0 0,-1 0 0,-5 10 0,0-3-22,-1 0 0,0 0-1,-1-1 1,0 0 0,-1 0-1,-1-1 1,0-1 0,0 0-1,-1 0 1,0-1 0,-20 11-1,-16 6-790,-97 38 0,-168 44-4534,98-47-2202,12-7-4036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56.8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243 72 9101,'-17'-24'2049,"12"16"-434,0 1 1,0-1 0,-11-10-1,13 17-1168,0 0 0,0 0 0,0 0 0,0 0 0,0 0 0,0 1 0,-1 0 0,1-1 0,0 1 0,0 0 0,-6 1-1,4 2-131,0 0 0,0 1-1,0-1 1,1 1 0,-1 0-1,1 1 1,0-1-1,0 1 1,-6 9 0,1 3 254,0 0 0,1 1-1,1 0 1,0 0 0,2 1 0,-7 38 0,7-36-159,-9 58 384,2 1 0,-1 142 0,36 163-923,-12-297 129,3-1 0,5 0 0,49 143 0,-49-181 0,3-1 0,1-1 0,2-1 0,2-1 0,2-2 0,2 0 0,59 61 0,-49-64 0,1-3 0,3-1 0,0-2 0,2-2 0,2-2 0,69 31 0,-82-44 0,1-3 0,0-1 0,1-2 0,0-1 0,1-3 0,0 0 0,0-3 0,0-1 0,77-5 0,-94 0 0,-1-2 0,0 0 0,-1-1 0,1-1 0,38-17 0,-52 20 0,0 0 0,0-1 0,0 0 0,-1-1 0,1 0 0,-1 0 0,0 0 0,0 0 0,-1-1 0,0 0 0,0 0 0,0-1 0,0 1 0,-1-1 0,-1 0 0,1 0 0,-1 0 0,0-1 0,2-7 0,-4 10 0,-1 0 0,0 0 0,1 0 0,-2 0 0,1 0 0,0 0 0,-1 0 0,0 0 0,0 1 0,-1-1 0,1 0 0,-1 1 0,0-1 0,0 1 0,-1-1 0,1 1 0,-1 0 0,0 0 0,0 0 0,-1 1 0,1-1 0,-8-6 0,0 1 0,-1 0 0,0 1 0,-1 0 0,1 1 0,-2 1 0,-24-10 0,-9 2-658,-1 2-1,0 2 1,0 2-1,-1 2 1,-75 0-1,54 8-2831,0 3-1,0 3 1,-86 21-1,26 5-8379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58.0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250 86 10965,'-143'-11'6462,"37"13"3701,434-27-7047,-157 8-2680,-146 15-393,596-31 490,-526 34-526,1 5 1,-1 3 0,-1 5 0,139 38 0,-176-33-16,-2 2-1,93 52 1,-130-64 8,-1 0-1,-1 2 1,1 0-1,-2 1 1,1 1-1,-2 0 1,0 1-1,0 0 1,-1 1-1,10 17 1,-18-23 13,0 0 0,0 0-1,-1 1 1,-1-1 0,1 1 0,-2 0 0,1 0 0,-1 0 0,-1 0 0,0 0 0,0 0 0,-1 0 0,0 1 0,-1-1 0,0 0 0,-1 0 0,0 0 0,-1 0 0,-4 12 0,-1-4-6,0 0 0,-1 0 0,-1-1 0,-1 0 0,-1-1 1,0 0-1,-1-1 0,-16 15 0,-16 11-2,-67 48-1,-128 73 23,130-91-224,-159 132 0,233-168-756,-49 56-1,68-69-469,1 0-1,-14 25 0,30-46 1196,-1-1 0,0 1 0,1 0 0,-1-1-1,1 1 1,-1 0 0,1 0 0,0-1 0,-1 1 0,1 0-1,0 0 1,-1 0 0,1 0 0,0-1 0,0 1 0,0 0-1,0 0 1,0 0 0,0 0 0,0 0 0,0 0-1,0-1 1,0 1 0,0 0 0,1 0 0,-1 0 0,0 0-1,0 0 1,1-1 0,-1 1 0,1 0 0,-1 0 0,1-1-1,-1 1 1,1 0 0,0-1 0,-1 1 0,1 0-1,0-1 1,-1 1 0,1-1 0,0 1 0,-1-1 0,1 0-1,0 1 1,2 0 0,32 16-11578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58.4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104 52 13701,'-12'-7'962,"1"0"0,-2 0 0,-16-6 1,5 2 3045,11 6-2435,11 4-274,6 2-227,113 37 743,137 65 0,-146-50-1485,-2 4 1,195 142-1,-260-167-247,-1 2 0,-2 2-1,-2 1 1,-1 3-1,-2 0 1,-1 2 0,-3 1-1,25 50 1,-38-63-36,-2 1 0,-1 0 0,-2 0 0,-1 2 0,-2-1 0,-1 1 0,-1 0 0,-2 0 0,-1 1 0,-2 0 0,-1-1 0,-2 1 0,-9 52 0,-13 6 47,-4-2-1,-62 138 1,46-122-2638,-37 127-1,70-196-82,11-36 2349,-1 1 0,1-1 0,0 0 1,-1 0-1,1 1 0,0-1 0,0 0 0,0 0 0,0 1 0,0-1 0,0 0 0,0 1 0,0-1 1,1 0-1,-1 0 0,1 1 0,-1-1 0,1 0 0,-1 0 0,1 0 0,-1 0 0,1 0 0,0 1 0,0-1 1,-1 0-1,1-1 0,0 1 0,0 0 0,0 0 0,0 0 0,0 0 0,0-1 0,1 1 0,-1-1 0,1 1 1,0 0-119,34 20-10310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58.84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178 333 12781,'-3'-8'264,"0"3"-47,0 0 0,1-1 0,0 1-1,0 0 1,1-1 0,0 1-1,0-1 1,0 0 0,0 1 0,1-1-1,0 0 1,0 1 0,0-1-1,1 0 1,2-8 0,1 2 266,-3 3-200,2 1 0,-1-1-1,1 0 1,1 1 0,0-1-1,0 1 1,0 0 0,1 0 0,0 1-1,1 0 1,0 0 0,0 0-1,0 0 1,1 1 0,13-10-1,0 4-48,0 1-1,1 0 1,0 2-1,0 1 0,1 0 1,0 2-1,1 0 1,28-3-1,-29 7-141,0 1-1,0 1 1,0 1-1,-1 1 1,1 0-1,0 2 1,-1 1-1,27 9 1,-33-9-70,-1 2-1,0-1 1,-1 2 0,1 0-1,-1 0 1,-1 1 0,0 1-1,0 0 1,-1 1 0,0 0-1,-1 0 1,14 20 0,-10-8 12,-1 0 1,-1 1 0,-1 0 0,-1 1 0,12 44-1,17 135 56,0 3-57,-32-180-26,2-2 0,0 1 0,1-1 0,2-1 0,26 41 0,2-12 17,3-2-1,3-2 1,53 45 0,-38-38 100,67 82 0,-118-126-25,-1 0 0,-1 0 0,0 1 0,-1 0 0,11 25 0,-16-31-24,0 0-1,0 1 0,0 0 0,-1-1 0,0 1 0,-1 0 0,0 0 0,0-1 0,0 1 0,-1 0 1,0-1-1,-1 1 0,-2 8 0,-3 1 72,0 1 1,-2-1 0,0 0-1,-1-1 1,0 1 0,-1-2-1,-1 0 1,0 0 0,-27 23-1,-7 1 215,-93 61-1,-392 198-647,83-53-6483,291-144-457,11-6-4766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54.8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738 37 5537,'0'0'11183,"0"-3"-10533,-7-30 5079,5 36-5559,-81 111 1244,-67 90 635,-81 105-289,161-203-1188,-58 119 1,110-190-393,-13 38 0,27-62-118,1 0-1,0 0 0,0 0 0,1 0 0,1 1 1,0-1-1,0 0 0,2 14 0,-1-21-28,1-1 1,-1 1-1,1-1 0,0 1 0,1-1 1,-1 0-1,0 1 0,1-1 0,0 0 1,0 0-1,0 0 0,0 0 1,0-1-1,0 1 0,1 0 0,5 3 1,-3-2 5,1-1 1,-1 0 0,1 0-1,0 0 1,0-1 0,0 1-1,0-2 1,11 3 0,6-1 27,0-1 0,0-2 0,0 0 1,27-4-1,99-18 77,-1-7 1,176-58-1,584-246-558,-837 302-1073,115-71 1,-173 93 851,-1 0 1,0-1-1,-1 0 0,0-1 1,0 0-1,16-23 1,-22 26-664,0 0 0,0-1 0,-1 1 0,0-1 1,0 0-1,-1 0 0,2-11 0,-3-14-9746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49:55.1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473 11 13945,'2'-2'1933,"15"-6"190,-17 8-2081,0 0 0,0 0 0,0 0 0,1 0 0,-1-1 0,0 1 0,0 0 0,0 0 0,0 0 0,1 0 0,-1 0 0,0 0-1,0 0 1,0 0 0,0 0 0,1 1 0,-1-1 0,0 0 0,0 0 0,0 0 0,0 0 0,0 0 0,1 0 0,-1 0 0,0 0 0,0 0 0,0 0 0,0 1 0,0-1 0,0 0 0,0 0 0,1 0 0,-1 0 0,0 0 0,0 0 0,0 1 0,0-1 0,0 0 0,0 0 0,0 0 0,0 0 0,0 0 0,0 1 0,-8 27 2730,-1-6-1736,-102 309 5775,-76 158-4511,133-348-2300,-52 210 0,99-324 0,2-1 0,1 2 0,0-1 0,3 0 0,1 47 0,1-66 0,0-1 0,0 1 0,1 0 0,0 0 0,0-1 0,0 1 0,1-1 0,1 0 0,-1 0 0,1 0 0,0 0 0,0-1 0,1 1 0,0-1 0,0 0 0,1-1 0,0 1 0,0-1 0,0 0 0,0-1 0,1 1 0,-1-1 0,1-1 0,9 4 0,2 0 0,1-1 0,0-1 0,0-1 0,0 0 0,30 0 0,101-5 0,-141 0 0,116-8 6,238-49 0,116-76-3738,-223 38-1407,-89 24-3581,-51 17-3484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0:27.84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160 3087 4768,'-7'-2'129,"1"1"90,0-1 0,0 1-1,0 0 1,0 0 0,-1 0 0,1 1-1,0 0 1,-1 1 0,1-1 0,0 1-1,-10 3 1,-20 4 886,32-7 796,-25 7 1918,126-20-3619,-1-4-1,-1-5 1,-1-4-1,-1-4 1,91-41-1,189-101 66,241-103-75,932-341-21,12 23-170,-717 275-22,-382 146 4,685-275-146,-1026 394 80,127-78 0,-223 116 11,-1-1 0,21-19 0,-40 33 56,0 0 0,-1-1 0,1 1 0,-1 0-1,1-1 1,-1 1 0,1-1 0,-1 1 0,0-1 0,0 0-1,0 0 1,0 1 0,0-1 0,0 0 0,0 0 0,-1 0 0,1 0-1,0 0 1,-1 0 0,0 0 0,0 0 0,1 0 0,-1 0 0,-1-4-1,0 4-13,0 0 0,-1-1 0,1 1 0,-1 1 0,1-1 0,-1 0 0,0 0 0,1 0-1,-1 1 1,0-1 0,0 1 0,0 0 0,-1 0 0,1-1 0,0 1 0,0 0 0,-3 0-1,-11-4-167,0 1 0,0 0 0,0 1 0,-23-1 0,-5 4-1851,1 2 1,-82 14 0,71-5-2351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29.1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89 1318 3996,'-28'5'1216,"22"-4"2758,4-4-3452,-1-1 0,0 1 0,1 0 0,-1 1 0,-1-1 0,-5-4 0,-14 4 126,17 2 158,18 4-559,5 1-201,-14-3 32,1-1-21,23 2 86,0-1 1,47-6-1,12 1 164,-70 3-274,0-1 1,0 0 0,25-8-1,16-2 9,232-52 168,-172 35-111,282-57-172,60-14 57,-19-24 34,-53 15 92,-171 60 76,83-24 349,417-168 516,-409 141-868,348-65-1,-498 134-153,173-10 0,-117 34-90,410 20-137,-544-12 254,-23 1-72,74-8 1,110-18 55,-178 17-26,179-14 75,-93 12-106,-145 9 75,30 3-116,1 8 42,-31-10 4,26 13-6,-22-9 31,0-1 10,0 1 1,0 0-1,-1 0 1,7 7-1,-12-10-68,2-1 37,22 9-56,-23-9 113,18-1-27,-5 2-32,-13-1 13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0.9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589 2033 13317,'0'0'1924,"1"-3"-146,4-6-903,-4 9-717,-1-1 1,1 0-1,-1 0 0,1 1 0,-1-1 0,1 0 1,-1 0-1,0 1 0,1-1 0,-1 0 1,0 0-1,0 0 0,0 0 0,0 0 1,1 1-1,-1-1 0,0 0 0,0 0 1,-1 0-1,1 0 0,0 0 0,0 1 0,0-1 1,0 0-1,-1 0 0,1 0 0,-1 0 1,1 1-1,0-1 0,-1 0 0,1 0 1,-1 1-1,1-1 0,-1 0 0,0 1 1,-1-2-1,-1-2 237,-1-1-1,1 0 1,0 1-1,0-1 1,0-1 0,1 1-1,-3-10 1,-1 1 121,4 6-328,0 0-1,0 0 1,1 0 0,0-1-1,0 1 1,1 0 0,0 0-1,1-1 1,0 1 0,0 0 0,1 0-1,-1 0 1,5-10 0,0-7 237,11-38 333,4 1 1,47-103 0,-16 44-743,-2-6-16,61-244 0,-97 307 0,-4-1 0,-2 1 0,-3-2 0,-3 1 0,-2 0 0,-10-66 0,6 105 0,0 1 0,-2 0 0,0 1 0,-2-1 0,-1 1 0,-1 1 0,-1 0 0,-22-36 0,28 52 0,0 0 0,0 0 0,-1 0 0,0 1 0,0 0 0,-1 0 0,1 0 0,-1 1 0,0 0 0,-1 0 0,1 1 0,-1 0 0,0 0 0,0 1 0,-1 0 0,1 1 0,0-1 0,-1 2 0,0-1 0,1 1 0,-1 0 0,0 1 0,1 0 0,-1 0 0,0 1 0,0 1 0,1-1 0,-12 4 0,4 0 0,1 1 0,-1 0 0,1 1 0,0 0 0,1 1 0,0 1 0,0 0 0,-20 19 0,-7 6 0,0 1 0,3 3 0,-52 64 0,61-63 0,2 1 0,2 1 0,2 2 0,1 0 0,2 1 0,3 1 0,1 1 0,3 0 0,1 1 0,2 1 0,3-1 0,1 1 0,3 1 0,2-1 0,2 0 0,2 0 0,2 1 0,2-2 0,2 1 0,3-1 0,1-1 0,3 0 0,27 57 0,-13-44 1,3-1-1,3-1 1,2-2-1,3-2 1,68 71 0,281 224-38,-333-301 21,25 20-56,194 174-341,-243-210 333,-1 2-1,-2 1 1,-1 2-1,43 69 1,-64-90 58,-1-1 0,-1 1 0,-1-1 0,0 2 0,0-1 0,-2 0 0,3 23 0,-5-26 10,-1 0 1,0-1-1,-1 1 0,0 0 0,-1-1 1,-1 1-1,0-1 0,0 0 0,-1 0 1,0 0-1,-7 13 0,-1-5 0,-1 0-1,0-1 0,-2 0 1,0-1-1,-1 0 0,0-1 1,-2-1-1,1-1 0,-36 21 1,-3-2 7,-2-2 1,-71 26-1,-50 11 73,140-55-498,-1-3 0,-64 11 0,95-20 36,0 0 1,-1-1-1,1 0 0,0-1 0,-1 1 1,1-2-1,0 1 0,-15-6 1,20 6 137,1 0 1,0-1-1,0 1 1,0-1 0,0 0-1,0 0 1,0 0 0,0 0-1,1 0 1,-1-1 0,1 1-1,0-1 1,0 0 0,-1 0-1,2 0 1,-1 0-1,0 0 1,1 0 0,-1 0-1,1 0 1,0-1 0,0 1-1,0-1 1,0-5 0,0 3-556,1 1 1,0 0-1,1-1 1,-1 1-1,1 0 1,0-1-1,2-5 1,18-42-9947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1.65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107 872 11421,'55'-52'3373,"86"-103"0,-63 65-2058,-43 51-863,-1-2 0,52-86 0,-74 107-313,-2 0 0,0-1-1,-1-1 1,-1 0 0,-1 0 0,-1 0 0,-1-1 0,-1 0 0,1-25 0,-5 38-32,0 1 0,0-1 0,-1 1 1,0-1-1,-1 1 0,-3-13 0,4 20-59,0-1 0,0 1-1,0-1 1,0 1 0,0-1-1,-1 1 1,1 0-1,-1 0 1,1-1 0,-1 1-1,0 0 1,0 1 0,0-1-1,0 0 1,0 1 0,-1-1-1,1 1 1,0-1-1,-1 1 1,1 0 0,-1 0-1,1 0 1,-1 0 0,0 1-1,1-1 1,-5 0 0,-3 1 130,0 1 1,-1 0-1,1 0 1,0 1 0,0 0-1,0 0 1,0 1-1,0 1 1,1 0 0,-11 5-1,-2 4 230,-1 0-1,-37 30 1,33-20-115,2 1 0,1 1 0,0 1 0,2 1 1,2 1-1,-34 60 0,30-43-76,3 2-1,2 0 1,1 1-1,-11 55 0,24-78-169,1-1 0,1 0-1,1 1 1,1 0-1,2-1 1,0 1 0,1 0-1,2-1 1,10 37-1,-11-48-69,1 0-1,0-1 0,1 1 0,1-1 0,0 0 0,1-1 1,0 0-1,0 0 0,1 0 0,1-1 0,0 0 0,0 0 1,1-1-1,0-1 0,1 0 0,0 0 0,0-1 0,0 0 1,16 6-1,-3-5-203,0-1-1,1-1 1,0-1 0,0-1 0,0-2 0,0 0-1,1-2 1,41-4 0,-22-1-216,0-3 0,-1-1 0,0-3 1,44-17-1,-49 12 257,0-1 0,-2-2 0,0-2 0,-2-1 1,0-2-1,-1-1 0,-2-1 0,-1-2 0,-1-2 0,-2 0 1,-1-2-1,-1-1 0,-2-1 0,-2-1 0,-1-1 1,-1-1-1,-3-1 0,-1 0 0,-2-1 0,13-59 0,-23 78 196,-1 1 0,-1-1 0,-1 0 0,0 0 0,-2 0-1,-1 0 1,-8-39 0,8 49 26,-1 0 1,-1 0-1,0 1 0,-1-1 0,0 1 0,0 0 1,-1 0-1,-1 1 0,1-1 0,-2 2 0,1-1 1,-1 1-1,0 0 0,-1 0 0,-14-9 0,18 14-10,1 1-1,-1 0 1,0 0-1,0 0 1,0 1-1,1-1 1,-1 1-1,-1 0 1,1 1-1,0-1 0,0 1 1,-9 1-1,12-1-19,1 0 0,-1 0-1,1 0 1,-1 1 0,1-1-1,-1 0 1,1 1-1,0-1 1,-1 1 0,1 0-1,0-1 1,-1 1 0,1 0-1,0 0 1,0 0-1,0 0 1,0 0 0,-1 0-1,1 0 1,1 0 0,-1 0-1,0 0 1,0 1-1,0-1 1,1 0 0,-1 1-1,0-1 1,1 0 0,-1 1-1,1-1 1,0 1-1,0-1 1,-1 1 0,1-1-1,0 1 1,0-1 0,0 1-1,0-1 1,1 1-1,-1-1 1,0 0 0,1 1-1,-1-1 1,1 2 0,2 3 0,0 1 0,0-1 0,0-1 0,0 1 0,1 0 0,0-1 0,1 0 0,-1 0 0,1 0 0,0 0 0,0-1 0,0 0 0,0 0 0,9 5 0,11 5-39,52 21 0,-77-35 33,29 10-60,0 0 0,1-2 0,0-2 0,0 0 0,0-2 0,1-2 0,0 0 0,-1-2 0,1-1 1,47-9-1,-9-4-13,0-3 0,-1-2 0,93-42 0,-150 57 72,29-13 59,77-21-1,-103 34-31,0 2 0,0 0 1,0 0-1,0 2 0,0-1 1,0 2-1,0 0 0,0 1 0,0 0 1,13 4-1,-11-1 22,1 0-1,-1 1 0,-1 1 1,1 0-1,-1 2 1,18 12-1,-26-16 64,-1-1-1,1 1 1,0-1 0,0 0-1,0-1 1,1 0-1,-1 0 1,1-1-1,0 0 1,0 0 0,-1-1-1,1 1 1,0-2-1,0 1 1,11-2 0,-16 0 64,0 1 0,0-1 0,0 0 0,0 0 0,-1-1 0,1 1 0,0-1 0,-1 1 0,1-1 0,-1 0 0,1 0 0,-1 0 0,0 0 0,3-3 0,-3 2 1721,0 4-1856,0-1-1,0 1 1,0 0-1,0 0 0,0 0 1,-1 1-1,1-1 0,0 0 1,0 1-1,-1-1 0,1 1 1,-1-1-1,0 1 1,1 0-1,-1-1 0,0 1 1,0 0-1,0 0 0,0 0 1,1 3-1,9 44 45,-8-31-34,4 10-518,1-1-1,1 0 0,2-1 1,18 34-1,-18-40-890,1-1 0,0 0 0,2-1 1,0 0-1,27 24 0,-8-18-5649,-26-20 5188,16 10-6588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1.7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 82 8561,'-10'-54'1100,"20"42"-488,3-3-520,4 18-2468,20 9 72,-14 9-397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2.2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0 738 8829,'41'-77'8452,"26"-32"-3165,23-40-1597,-71 113-2651,-1-1 1,14-43-1,-19 43-550,-12 34-377,6-27 98,-1 7-255,1 0 0,1 1-1,0 0 1,22-37 0,-20 33-63,-10 22 59,-5 15 8,2-4 38,0 1 0,1 0 0,0 1 0,0-1 0,1 0 0,0 1 0,0-1 0,1 0 0,0 1 0,1-1 0,0 1 0,0-1 0,1 0 0,0 0 0,0 0 0,1 0 0,0 0 0,0 0 0,6 9 0,0-4-41,0 0 0,0 0 1,2-1-1,-1 0 0,1-1 1,1 0-1,0-1 0,1 0 1,18 10-1,11 3-219,0-2 0,2-2 0,53 15 0,-58-21 86,0 1-1,0 1 0,-2 3 0,70 43 0,-100-56 213,-1-1 1,0 1-1,0 0 0,0 1 0,-1-1 0,0 1 1,0 0-1,-1 1 0,1-1 0,-1 1 0,-1 0 1,1 0-1,-1 0 0,0 0 0,-1 0 0,0 1 1,0-1-1,0 1 0,-1 0 0,0-1 0,-1 1 1,0 0-1,0 0 0,-1-1 0,1 1 0,-2 0 1,1-1-1,-3 8 0,-8 21 243,-25 52 0,25-63-240,1 0 1,1 1-1,-13 52 0,21-67-477,1-1-1,0 1 0,1 0 0,0 0 0,1 0 0,0 0 1,0 0-1,5 14 0,-6-24 250,0 0 1,1 1 0,-1-1-1,1 0 1,-1 1-1,1-1 1,0 0-1,-1 0 1,1 0-1,0 0 1,0 0-1,0 0 1,0 0-1,0 0 1,0 0-1,0 0 1,0 0-1,0-1 1,0 1 0,2 0-1,30 5-7515,-7-8-2724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2.3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0 100 14821,'14'-18'1849,"-4"0"-389,-3 0-176,13 6-488,3 2-264,11 1-600,19-3-780,-6 9-788,10 3-593,10 9-2435,3 13-3649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2.51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94 136 11465,'-57'39'5749,"37"-36"-4281,3 3 756,31-15-1448,16-9-332,7-3-340,10-6-764,10-7-1080,6-2-4153,11-3-5060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3.3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316 103 6265,'-11'-33'1269,"-8"-37"5323,16 73-5813,-9 14-407,0 1 0,2 0 0,0 1 1,1 0-1,-9 27 0,8-22-134,-117 330 1298,105-278-1317,4 1-1,-15 138 0,31-178-138,2-1-1,2 1 1,1-1 0,2 1-1,17 65 1,74 173 818,-6-15-259,-63-149-447,-4 0 1,-6 2-1,4 116 0,-18-75 14,-27 265-1,-25-85-25,-4 41 83,44-281-91,5-1 0,7 97 0,-1-162-85,1 0 1,2-1-1,0 0 1,18 51 0,-18-66-53,0 0 0,1 0 0,0-1 0,1 0 0,0-1 0,1 1 0,0-1 0,1-1 0,0 1 0,0-1 0,1-1 0,19 13 0,-16-12-11,1 0 1,1-1-1,0-1 1,20 7-1,-5-6-32,0-2 0,0-1 0,39 1 0,279 4-330,-257-13 88,0-3 1,91-19 0,-118 14 30,467-89-3341,-179 21-3961,-118 25-1813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4.51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477 34 12589,'0'-33'9932,"-2"36"-8178,-6 20 304,-18 32 1,-2 3-440,-36 92 416,-124 339-3210,95-125-4189,46-118-5461,27-130-873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4.71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161 0 16225,'0'39'4657,"-17"-30"-3597,1 0-232,-1 10-160,-10 20-316,7-3-400,0 9-316,3 3-472,4 7-608,3 2-528,6-3-572,11 0-2333,6 1-3844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4.03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 90 10253,'-7'-19'2328,"1"1"608,6 18-2901,0-1 1,0 0-1,0 1 0,1-1 1,-1 0-1,0 1 0,0-1 1,1 1-1,-1-1 0,0 1 0,1-1 1,-1 1-1,1-1 0,-1 1 1,1-1-1,-1 1 0,1 0 1,-1-1-1,1 1 0,-1 0 0,1-1 1,0 1-1,-1 0 0,1 0 1,-1-1-1,1 1 0,0 0 1,-1 0-1,2 0 0,44-9 565,1 2-1,77-1 1,-74 5-416,656-11 224,2 30-1222,-164-3 289,622 0 1915,-1165-13-1387,11-1 112,-1 1 0,0 1-1,20 4 1,-27-4-49,-1 0 0,1 0 0,-1 1 0,1-1 0,-1 1 0,0 0 0,1 0 0,-1 0 0,0 0 0,0 0 0,-1 1-1,1 0 1,0-1 0,-1 1 0,3 5 0,-1-2 14,-1 0 1,0 1-1,-1-1 0,1 1 0,-2-1 0,1 1 1,0 0-1,-1 0 0,-1 0 0,1 0 1,-2 13-1,-1 11 283,-9 42 0,9-60-281,-93 358 1288,40-180-954,-15 72 20,-147 614 206,213-858-644,-113 478-505,92-413 340,-4-2-1,-3 0 1,-78 137 0,94-192 112,-1-1 0,-1-1 0,-1-1 0,-2 0 0,0-1 0,-1-2-1,-2 0 1,0-2 0,-1 0 0,-1-2 0,0 0 0,-1-2 0,-1-1 0,-1-2 0,0 0 0,-35 8-1,5-6-317,-2-2-1,0-3 0,-69 0 0,34-8-1359,-127-15 0,-58-26-6032,146 16 420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5.0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1 274 12401,'4'-12'235,"0"-3"187,1 0-1,1 0 0,0 1 0,1 0 0,1 0 0,11-16 0,-19 30-416,13-18 664,0 0-1,1 1 0,0 1 1,2 1-1,0 0 1,27-20-1,-39 33-621,1 0 1,-1 1 0,0 0-1,1 0 1,-1 0-1,1 0 1,-1 0 0,1 1-1,-1 0 1,1 0-1,-1 0 1,1 1 0,-1-1-1,1 1 1,-1 0 0,0 0-1,1 1 1,-1-1-1,0 1 1,0 0 0,0 0-1,0 1 1,0-1-1,0 1 1,-1-1 0,1 1-1,-1 0 1,0 1-1,5 6 1,-1 0-16,-2 1 0,1 0 0,-1 0 0,-1 0 0,0 1 0,-1 0 1,0-1-1,-1 1 0,0 0 0,-1 0 0,0 1 0,-1-1 0,0 0 0,-3 18 0,-4 14 5,-2 1 0,-21 64 0,-17 35 33,5-15-17,-32 163 1,71-272-50,0 0 0,1 0 0,1 0 0,1 0 0,1 0 0,1 0 0,7 33 0,-7-44-44,1 1 1,0-1 0,1 0 0,0 0-1,0 0 1,1-1 0,0 1-1,0-1 1,1 0 0,0-1-1,1 1 1,0-1 0,0-1 0,0 1-1,1-1 1,0 0 0,13 7-1,1-2-374,0-2 0,1 0 0,0-1-1,0-2 1,1 0 0,0-1 0,0-2 0,48 2-1,-31-6-1180,0-2-1,0-1 0,0-3 1,59-16-1,17-12-5503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5.1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439 0 10049,'-63'49'1288,"29"-25"-68,-3 6-204,7 3-156,-6 0-164,2 0-148,-6 9-296,6 4 108,-3-4-259,7 12-414,0 0-399,10-5-288,10 2-208,7-6-584,9-6-1564,14-3-1669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5.55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28 7541,'1'-2'139,"0"1"1,-1-1-1,1 1 1,0-1-1,-1 1 1,1-1-1,0 1 1,0 0-1,0-1 1,0 1-1,1 0 1,-1 0-1,0 0 1,0 0-1,1 0 1,-1 0-1,1 0 1,-1 0-1,1 0 1,2 0-1,-2 0 61,1 1 1,-1 0-1,1 0 0,-1 0 0,1 0 0,-1 0 1,1 1-1,-1-1 0,1 1 0,-1-1 0,0 1 0,1 0 1,-1 0-1,0 0 0,3 2 0,0 0-111,-1 0-1,-1 1 1,1-1-1,0 0 1,-1 1-1,0 0 0,0 0 1,0 0-1,0 0 1,-1 1-1,0-1 1,0 0-1,0 1 1,0 0-1,2 7 1,1 11 57,-1 0 1,2 24 0,-3-21-13,2 10-154,20 115-889,-20-132 693,1 1 0,1-1-1,0 0 1,2 0 0,16 27 0,-4-15-99,2-1 1,1-1-1,2-1 1,48 42 0,130 86-375,-138-109 619,5 4-56,2-3-1,2-3 0,2-3 1,162 61-1,-148-79 372,1-3 1,123 11-1,-110-18 1631,-82-10-1554,35 5 790,-55-9-1260,0 1 1,0-1-1,0 0 0,0 0 1,-1 0-1,1-1 1,0 1-1,0-1 0,0 0 1,-1 1-1,1-1 1,0 0-1,-1-1 0,1 1 1,2-2-1,11-8-3512,4 1-1853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6.9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106 0 8993,'-3'2'945,"0"-1"-1,1 1 1,-1 0 0,0 0 0,1 0-1,-1 0 1,1 0 0,-3 3 0,-13 25 2336,11-14-3204,2 0 0,-5 21-1,3-10 1044,-2 10-678,1 2-1,1-1 0,3 1 0,0 70 1,6-82-376,1-1-1,1 1 1,1-1 0,2 0 0,0 0 0,2-1 0,1 0 0,1 0 0,1-1 0,1-1 0,21 30 0,-23-41-104,0 0 0,0-1 0,1-1 0,1 1 0,0-2 0,0 0 0,1-1 0,0 0 0,23 9 0,-16-9-44,0 0-1,1-2 1,-1-1 0,1 0-1,1-1 1,28 0-1,-26-4 58,0-2 0,0-1 0,0-1 0,0-1-1,-1-1 1,0-1 0,0-1 0,0-1 0,-1-1 0,-1-1-1,0-1 1,0-1 0,-1-1 0,-1-1 0,35-33 0,96-92 2624,-149 138-1983,-4 7-391,-166 286-2475,82-129-2681,39-50-2794,22-37-1591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7.11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154 10 14025,'21'0'4217,"-38"-6"-2637,0 3-232,0 9-268,1 0-192,-1 9-228,-13 12-264,13 0-456,4 3-284,-4 0-532,7 4-736,10 5-752,-4 6-873,11-6-1339,13 6-3565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7.37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523 3 9849,'-25'-3'1953,"23"3"-1814,1 0 1,0 0-1,0 1 0,-1-1 1,1 0-1,0 0 0,-1 1 1,1-1-1,0 1 1,0-1-1,0 1 0,-1-1 1,1 1-1,0 0 1,0 0-1,0-1 0,0 1 1,0 0-1,0 0 1,-1 2-1,-2 1 351,-11 9-71,1 0 0,1 0 0,0 1-1,1 1 1,0 0 0,2 1 0,-1 0-1,2 0 1,0 1 0,1 0 0,1 1-1,1 0 1,0 0 0,-5 30 0,-6 62 257,-6 172 1,20-234-587,-2 1-1,-1-1 0,-23 80 1,21-103-296,-1-1 0,-1 1 0,-1-1 0,-1-1 0,-1 0-1,-1-1 1,-2-1 0,-25 30 0,-10 8-2414,31-34-1526,10-13 520,-4 4-4355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7.5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0 212 7773,'44'-97'1836,"-11"64"-228,-16 6-352,3 3-156,-13 12-220,13 3-168,-3 0-148,6 15-168,14 6-216,-17 12-668,-6 9-516,-4 3-496,0 9-2356,-4 13-2617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48.25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1013 9281,'37'39'3384,"-30"-55"-664,-7 14-2642,0 1-1,0 0 1,1-1-1,-1 1 1,0-1-1,1 1 1,-1 0-1,1-1 1,0 1-1,0 0 1,-1 0-1,1-1 0,0 1 1,0 0-1,2-1 1,4-3 155,1 0 1,0 1-1,0 0 0,1 1 1,-1 0-1,1 0 0,13-2 1,-2 0 36,175-39 937,243-22 0,-427 64-1182,944-90 814,3 35-600,-422 27-294,-325 17-39,2373-154-3759,-1453 66 1354,-12-47 251,-711 72 1051,-19-35-3310,-213 41-335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2.0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3 375 13469,'-3'-15'6189,"13"-6"-4497,-3 2-204,13-2-300,13-12-184,11 9-204,13-3-200,20-3-344,20 0-788,27-4-504,13 1-768,17 0-852,14 3-3469,6 6-5424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2.17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402 564 14545,'-204'54'2437,"144"-33"-69,-1-8-148,41-7-212,-10-3-108,3 0 857,34-19-1645,33-14-532,31-3-460,32-15-572,38-9-840,27-13-597,12-26-1023,28-1-76,16-8-3097,8-7-5360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4.44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46 11681,'-6'-38'1907,"5"30"2328,2 13-3084,5 26-82,-2 1 1,-2-1 0,-1 1-1,-4 46 1,1 24 340,49 530 2621,-16-321-3217,25 641 346,3 23-1791,44-149-6715,-67-663 2971,-5-58-3115,-11-51-1421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4.9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1288 7701,'0'7'1164,"3"-17"2526,1 10-2578,43 4-216,1-3 0,0-2 0,0-2 0,51-9 0,51-4-402,1884-66-239,-1314 58-1145,1596-90-2628,-755 32 2339,2180-100 1189,-3678 179-1,2555-145 631,-1957 84-267,-16-42 280,-413 47-301,-197 47-236,-1-1 1,0-1 0,-1-3-1,40-25 1,-64 36-57,0 0 0,-1-1 1,0 1-1,0-2 0,0 1 1,-1-1-1,0 0 0,-1-1 1,9-14-1,-13 20-32,-1-1 0,1 1 0,-1-1 0,0 1 0,0-1 0,0 0 0,0 1-1,-1-1 1,1 0 0,-1 0 0,0 0 0,0 1 0,-1-1 0,1 0 0,-1 0 0,0 1 0,0-1 0,0 0-1,0 1 1,-1-1 0,1 1 0,-1 0 0,0-1 0,0 1 0,0 0 0,0 0 0,-1 0 0,-4-5 0,-5-2 21,-1 0 1,1 1 0,-2 0-1,1 1 1,-1 0 0,0 2-1,-1-1 1,1 2 0,-1-1 0,-1 2-1,1 0 1,-26-2 0,-3 1-28,-1 2 1,1 2 0,-58 6-1,55 0-406,0 3-1,0 1 0,1 3 0,-61 23 0,43-9-2204,1 3-1,-80 50 1,78-36-2813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5.9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 2551 5428,'6'1'165,"1"-3"6126,-23-6-305,21 8-5135,120 6 446,250-20 0,-271 6-1093,214-13 58,983-77-130,2457-316-2390,-3557 390 2199,1652-208-338,-14-73 563,-1758 289-112,621-152 623,-61-26 135,-329 87-365,443-256 498,-506 216-718,-34 19-21,-175 105-682,0-1 0,-2-2 0,-1-2 0,34-33 0,-69 59 228,0-1 0,-1 1-1,0-1 1,1 1 0,-1-1-1,0 1 1,0-1 0,-1 0-1,1 0 1,0 1 0,-1-1-1,0 0 1,0 0 0,0 1-1,0-1 1,-1-5 0,-8-44-3839,8 45 2782,-12-30-6451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6.3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432 89 5869,'34'-13'3034,"-31"11"-1579,-3-2-163,0-36 1198,0 36 990,-1 2-2529,-1-10-1052,-2 1 3395,0 38-689,-33 509 1451,21-238-3450,-120 1137-831,128-1368-24,-99 693-3953,6-262-6118,48-281-731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7.26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1 431 6389,'7'-11'599,"1"0"1,-2 0 0,1-1 0,-2 0-1,1 0 1,5-21 0,-1 0 758,2 1 0,0 1 0,3 0-1,26-43 1,-15 25 195,-22 38-1059,1 1 1,1 0-1,12-18 0,-15 23 67,6-7-323,-8 11-216,-1 1 0,0 0 1,0 0-1,0 0 0,0 0 1,0-1-1,1 1 0,-1 0 1,0 0-1,0 0 0,0 0 1,1 0-1,-1 0 0,0 0 1,0-1-1,0 1 0,1 0 1,-1 0-1,0 0 0,0 0 1,1 0-1,-1 0 0,0 0 1,0 0-1,0 0 0,1 0 1,-1 0-1,0 0 0,0 0 1,0 0-1,1 1 0,-1-1 1,0 0-1,0 0 1,0 0-1,1 0 0,-1 0 1,0 0-1,0 1 0,0-1 1,0 0-1,1 0 0,-1 0 1,0 0-1,0 1 0,0-1 1,0 0-1,0 0 0,0 0 1,1 1-1,-1-1 0,0 0 1,0 0-1,0 1 0,4 11 415,0 0-1,-1 0 0,-1 1 0,0-1 0,1 19 0,-3 78 905,-1-37-634,9 281 1720,0 367-168,-62 740-1848,35-1025-779,13 299-2996,2-44-6121,-1-517 3115,6-15-3754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7.8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 2042 6129,'-1'-2'187,"0"1"1,1 0-1,-1-1 1,1 1 0,-1-1-1,1 1 1,-1-1-1,1 1 1,0-1 0,0 1-1,-1-1 1,1 1-1,0-1 1,1 1 0,-1-1-1,0 1 1,0-1-1,1 1 1,0-3 0,1 1-15,0 1 1,0-1-1,0 1 1,0 0-1,1 0 1,-1 0-1,1 1 1,-1-1-1,5-2 1,6-3 187,0 1 0,0 0 1,1 1-1,0 0 0,17-3 1,79-9 528,-64 10-609,721-73 1254,10 38-1057,-638 35-399,334-14 56,55 2 28,1231-27 73,-563 20-345,-880 20-15,257-4-194,1314-28-1991,-2-26-930,45-65 1204,-23-173 3210,-1195 103 399,-576 150-1044,-2-6 0,-2-6 0,132-83-1,-213 112-256,-1-3 0,59-52-1,-94 74-230,-2 0 0,0-1 0,0 0 1,-2-1-1,0 0 0,0-1 0,-1 0 0,-1-1 0,-1 0 0,-1 0 0,8-25 0,-13 35-103,-1 0 0,0 0 0,0 0 0,0 0-1,-1 0 1,0 0 0,-1 0 0,1 0 0,-1 0 0,-1 0 0,1 0 0,-1 1-1,0-1 1,-1 0 0,0 1 0,0 0 0,0-1 0,-1 1 0,0 1 0,0-1-1,0 0 1,-1 1 0,1 0 0,-1 0 0,-1 0 0,1 1 0,-8-5 0,-5-2-542,0 1 0,0 1 0,-1 0 0,0 1 0,-1 1 0,1 1 0,-1 1 0,-23-3 0,-84-4-4913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8.45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167 139 9217,'-18'-73'1815,"13"10"4699,5 60-4298,-10 68 1337,3-17-2053,-2 72 1,21 167 600,1-9-939,-33 371-26,-33-2-830,8-105-666,20 639-4161,41-734 384,8-153-3741,-1-83-3263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8.86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269 29 8817,'-2'-12'-531,"1"-4"5592,7 28-1123,-2 4-3282,-1 1 1,0-1-1,-1 1 1,-1 0-1,-1 30 1,-1-20-14,-3 66 1267,-18 100 0,3-45-781,-33 472 1598,2-33-1843,-52 674-3620,95-1130 1662,-13 313-3240,13-149-4112,7-112-2467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9.7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34 7489,'20'-33'10072,"-7"51"-7765,-8-9-1926,-1 1 0,0 1 0,-1-1 0,0 0 0,0 1 0,1 16 0,2 72 1345,-4-53-1091,77 649 3608,-18-80-4280,-59-591-50,9 214-3064,-11 1-1,-40 326 0,8-286-3239,4 1-3794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1.5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45 127 12533,'-12'-74'2713,"-5"24"3555,16 48-4539,-1 5-206,0 2-1217,0 0 1,0 0-1,0 1 0,1-1 0,0 0 0,0 1 0,0-1 0,1 1 0,0 10 1,8 59 1190,-2-31-647,25 474 1814,-12-171-2736,44 345 72,-8-333 0,-52-340 0,1 1 0,13 35 0,-14-48 0,-1-2 0,1 1 0,1 0 0,-1-1 0,1 1 0,0-1 0,0 0 0,0 0 0,1 0 0,-1-1 0,1 0 0,7 5 0,-11-8 0,1 0 0,0 0 0,0 0 0,0-1 0,-1 1 0,1 0 0,0-1 0,0 1 0,0-1 0,0 0 0,0 0 0,0 0 0,0 0 0,1 0 0,-1 0 0,0 0 0,0 0 0,0-1 0,-1 1 0,1-1 0,0 0 0,0 0 0,0 1 0,3-3 0,4-1 0,12-5 0,0-1 1,-1-1-1,0-1 0,-1-1 1,26-22-1,86-88-18,-98 90-3,19-18-86,137-128-235,-152 148 268,1 2 0,2 1 0,56-30 0,-78 49 68,-1 1 1,1 1-1,0 1 1,1 1-1,0 0 0,0 2 1,0 0-1,28-1 1,-32 4 21,0 1 0,0 0 0,0 1 1,0 0-1,-1 2 0,1-1 0,-1 2 1,1 0-1,-1 1 0,-1 0 0,19 12 1,26 23 38,73 68 0,-87-69-111,2-1 0,1-3 0,68 39 0,-100-66-95,1-2 1,0 0 0,0 0 0,1-2 0,0 0-1,0-1 1,0 0 0,0-2 0,1 0-1,-1-1 1,1 0 0,-1-2 0,1 0-1,-1-1 1,28-7 0,-27 4-36,-1-1 1,0-1-1,-1 0 0,0-2 1,0 0-1,0 0 0,-1-2 1,-1 0-1,0 0 0,0-2 0,-2 1 1,1-2-1,18-26 0,-15 18 47,-2-1 0,-1-1-1,0 0 1,-2 0 0,-1-2-1,0 1 1,-3-1 0,9-41-1,-12 41 275,-1-1-1,1-49 1,-4 69-46,-1 0 1,1 1 0,-1-1-1,-1 0 1,1 0 0,-1 1 0,0-1-1,-1 1 1,1-1 0,-1 1-1,0 0 1,-1 0 0,0 0-1,0 0 1,0 1 0,-6-6 0,8 10-38,0 0 1,1 0-1,-1 0 1,0 0-1,0 0 1,0 1 0,0-1-1,0 1 1,0-1-1,0 1 1,0 0-1,0 0 1,0 0 0,0 0-1,0 0 1,0 0-1,0 0 1,0 1-1,0-1 1,0 1-1,0 0 1,1-1 0,-1 1-1,-2 1 1,-4 2 130,0 0 0,1 1 1,-13 9-1,11-7-35,1 1 0,0 0 0,1 1 0,-1 0 0,2 0 0,-8 12 0,-29 65 650,36-71-662,-9 22 42,1 1 0,2 0 1,2 1-1,1 0 1,-5 48-1,12-64-179,1 1 1,1-1-1,2 1 0,0 0 1,1-1-1,2 1 1,0-1-1,2 0 0,0 0 1,12 26-1,-11-34-76,0-1 0,2 0 1,-1-1-1,2 0 0,0 0 0,0-1 0,1-1 0,1 0 0,0 0 1,0-1-1,1 0 0,0-1 0,1-1 0,0 0 0,0-1 1,1-1-1,0 0 0,0 0 0,0-2 0,27 5 0,-14-5-359,0-1-1,0-1 0,1-1 0,-1-2 0,1 0 1,-1-2-1,0-2 0,0 0 0,-1-2 0,52-19 0,-42 10-6,-1-2 0,0-2-1,-1 0 1,-1-3-1,-1-1 1,-2-1-1,41-41 1,-37 27 94,-1 0 0,-2-3 0,-2 0 0,-2-2 0,28-58 0,-20 21 437,-4-2 0,-3-1 0,-4-1 1,-3-1-1,-5-1 0,11-141 0,-21 123 1841,-4 0 1,-5 0-1,-21-138 1,23 239-728,-9 90 1301,15 35-2494,39 215 0,-36-284-7,63 302-2,-4-51-927,-40-203-3697,0 0-5788,-11-45-3408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1.6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10 544 17170,'-7'-28'2788,"4"-17"-508,13 15-284,7 0-504,13 0-384,10 0-235,14-7-373,23-2-644,30-3-801,4-3-443,16 0-832,7-7-712,6 1-3169,1 12-5392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2.1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6 215 12673,'-2'6'6160,"1"-6"-6024,1 0 1,-2-1 2053,1 1-2053,19 18 2370,33 20-1407,22 10-24,24 15 58,130 111 0,-201-151-1074,-1 0-1,-2 2 1,0 1 0,-2 1 0,0 1 0,-2 1-1,-1 0 1,-2 2 0,19 47 0,-29-60-48,0 0-1,-2 0 1,0 0 0,-1 1 0,-1 0-1,-1-1 1,-1 1 0,0 0 0,-1 0-1,-1-1 1,-1 1 0,-8 28-1,4-27 9,-1 0 0,0 0 0,-1-1-1,-2 0 1,0 0 0,0-1-1,-2-1 1,0 0 0,-1-1 0,-26 24-1,38-40-17,1 0 0,0 0 0,-1 0 0,1-1-1,0 1 1,0 0 0,-1 0 0,1-1-1,0 1 1,0-1 0,-1 1 0,1-1 0,0 1-1,0-1 1,0 0 0,0 0 0,0 0 0,-1-1-1,2 2 0,-2-1-8,1 0 1,0-1-1,0 1 0,0 0 0,0-1 1,1 1-1,-1-1 0,0 1 1,1-1-1,-1 1 0,1-1 1,-1 1-1,1-1 0,0 0 0,-1 1 1,1-1-1,0 0 0,0 1 1,0-1-1,0 0 0,1 1 0,-1-1 1,0 1-1,1-1 0,-1 0 1,1 1-1,0-1 0,-1 1 1,2-2-1,3-9-126,2 0-1,11-18 1,-13 23 49,67-91-1073,5 3-1,109-104 0,0 24 310,-150 146 735,0 1-1,2 2 1,62-31-1,-85 50 91,0 0-1,0 2 1,0-1 0,1 2-1,-1 0 1,1 1-1,0 1 1,0 0-1,1 1 1,16 2 0,-22 0 38,0 0 0,-1 1 0,1 1 0,-1-1 0,0 2 0,0-1 0,0 2 0,-1-1 0,1 1 0,-1 1 0,0 0 0,0 0 0,-1 0 0,0 1 0,14 15 1,-7-3 14,-1 0 1,-1 0 0,0 1 0,-2 1 0,16 39 0,32 119 62,-1-6 9,-51-153-60,-5-16-32,-1 1-1,1-1 1,0 0-1,0 0 1,0 0-1,4 4 1,-6-7-7,1 0 0,0 0 0,0 0-1,0-1 1,0 1 0,0 0 0,0-1 0,0 1 0,1-1 0,-1 1 0,0-1 0,0 1 0,0-1 0,0 0 0,1 0 0,-1 0 0,0 0 0,0 0 0,0 0 0,1 0 0,-1 0-1,0 0 1,0 0 0,0-1 0,1 1 0,0-1 0,3-1 7,0 0 0,0 0 0,0-1 0,-1 0 0,1 0 0,-1 0 0,1 0 0,-1-1 0,0 0 0,-1 0 1,1 0-1,-1 0 0,1 0 0,-1-1 0,-1 1 0,1-1 0,2-7 0,6-13 127,-2 1 0,8-37 0,-12 43-53,4-22-13,-1 0 1,-2-1-1,-2 1 0,-2-1 1,-2 0-1,-1 0 1,-2 0-1,-2 1 1,-2-1-1,-1 1 1,-2 1-1,-2-1 1,-2 2-1,-1 0 1,-2 1-1,-23-38 0,29 56-76,-1 1-1,0 1 1,-1 0-1,-1 1 0,-1 0 1,0 1-1,-1 1 0,0 0 1,-1 1-1,-32-18 0,41 27-33,-5-4-83,0 1 0,0 0 1,-1 1-1,0 0 0,-1 1 0,1 1 1,-1 0-1,0 1 0,0 0 0,-26 0 1,22 4-512,-1 1 0,1 0 1,1 2-1,-1 0 0,0 1 1,-33 14-1,40-13-495,1 0 0,-1 0-1,1 1 1,0 1 0,1 0 0,-15 13 0,-18 34-8490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2.6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418 1 16209,'-12'1'286,"-33"5"1763,0 2-1,-82 25 1,115-29-1756,1 0 0,0 1 1,0 0-1,1 1 0,0 0 0,0 0 1,0 1-1,0 1 0,1-1 0,1 1 0,-1 1 1,1 0-1,1 0 0,0 1 0,0 0 1,-9 17-1,12-19-280,1 0 1,0 0-1,0 0 1,1 1-1,0-1 0,0 1 1,1-1-1,0 1 1,0 0-1,1-1 1,0 1-1,1 0 0,0-1 1,0 1-1,1 0 1,0-1-1,1 1 1,-1-1-1,2 0 0,-1 0 1,1 0-1,0-1 1,1 1-1,0-1 1,0 0-1,0 0 0,10 8 1,-3-4-223,0 0 1,1-1-1,1-1 1,-1 0-1,2-1 1,-1 0-1,1-2 1,0 1 0,0-2-1,1 0 1,0 0-1,21 2 1,-23-5 139,0-1 0,0 0 0,0-1-1,0 0 1,0-2 0,0 1 0,-1-2 0,1 1 0,-1-2 0,1 0 0,-1-1 0,0 0 0,0-1 0,21-13 0,-18 8 300,-1-1 0,-1 0 0,0-1 0,0 0 0,-1-1 1,-1-1-1,-1 0 0,0 0 0,-1-1 0,0-1 0,-2 1 0,12-31 0,18-43 1840,-37 90-2045,0 0 0,0-1 0,0 1 0,0 0 0,0 0 0,0 1 1,0-1-1,0 0 0,0 0 0,0 0 0,0 1 0,0-1 0,0 0 0,0 1 0,0-1 1,0 1-1,-1-1 0,1 1 0,0-1 0,0 1 0,0 0 0,0 1 0,0-2 2,3 3 11,0 1 1,0 0-1,-1 0 1,1 0-1,-1 1 0,0-1 1,0 1-1,-1 0 1,3 6-1,17 50 169,-17-42-157,15 60 107,-4 1 0,10 148 0,-24-211-145,10 160 51,-7 0 0,-24 230 1,3-264-119,-7-1-1,-6-1 1,-61 177 0,29-161-37,50-134 80,-1 0 0,-1-1 0,-1 0-1,-23 27 1,34-45 15,-1 0 0,0 0 0,-1 0 0,1-1 0,-1 1 0,1-1 0,-1 0 0,0 0 0,0-1-1,0 0 1,-1 1 0,1-2 0,-1 1 0,1-1 0,-12 2 0,13-3-2,0 0-1,0 0 1,0 0 0,0-1-1,0 0 1,0 0 0,0 0 0,0 0-1,1-1 1,-1 1 0,0-1-1,1 0 1,-1 0 0,1 0-1,-1 0 1,1-1 0,0 0-1,0 1 1,0-1 0,1 0-1,-1 0 1,1-1 0,-3-3 0,-4-9 5,1 0 0,1 0 1,1-1-1,0 0 1,1 0-1,1 0 1,1 0-1,0-1 1,0-26-1,2-9 9,10-100 0,7 46-580,3 0-1,6 1 0,53-146 1,-19 101-3787,129-234 0,-95 232-2212,7 9-4068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3.4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226 424 11193,'0'0'7538,"4"0"-6655,11 1-645,0-1-1,0 0 1,1-1-1,-1-1 1,0-1-1,-1 0 0,1 0 1,0-2-1,-1 0 1,0 0-1,23-14 0,-25 13-184,1-2-1,-1 1 1,0-2-1,-1 0 0,0 0 1,0-1-1,-1 0 0,-1 0 1,1-2-1,-2 1 0,1-1 1,10-21-1,-16 25-31,-1 1 0,1-1 0,-1-1 0,-1 1-1,1 0 1,-1 0 0,-1-1 0,0 1 0,0 0 0,-2-15 0,1 19 2,1 1 1,-1 0 0,1-1 0,-1 1 0,0 0 0,-1 0-1,1 0 1,0 0 0,-1 0 0,0 0 0,1 0-1,-1 0 1,0 1 0,-1-1 0,1 1 0,0-1 0,-1 1-1,1 0 1,-1 0 0,0 0 0,0 0 0,0 1-1,0-1 1,0 1 0,0 0 0,0 0 0,0 0 0,0 0-1,-4-1 1,-2 2 80,0 0 0,1 1-1,-1-1 1,1 2 0,-1-1-1,1 1 1,0 1 0,0-1-1,-1 1 1,2 1 0,-10 4-1,-6 5 233,2 0 0,-31 25 0,24-15-167,1 2 0,1 0 0,2 2 1,1 0-1,0 2 0,3 0 0,0 2 1,2 0-1,1 1 0,2 0 0,-20 59 1,25-55-82,1 0 0,1 0 1,2 1-1,-2 71 0,8-96-102,1-1-1,0 0 0,1 0 1,1 1-1,-1-1 0,2-1 1,0 1-1,9 19 0,-9-23-46,1 0 0,0-1-1,0 1 1,0-1 0,1 0-1,-1 0 1,2-1 0,-1 0-1,1 0 1,-1-1 0,1 1 0,0-1-1,14 5 1,-8-4-81,0-1 0,0 0 0,1-1 1,-1-1-1,1 0 0,-1 0 0,1-2 0,0 1 0,20-4 0,-13 0 14,-1-1 0,1-1 0,-1-1-1,0 0 1,28-15 0,7-9-54,-1-2 0,-2-2 0,53-47 0,-45 30 83,64-71-1,42-38-193,-164 158 290,-1 1 1,1 0 0,0-1 0,-1 1 0,1 0 0,0 0-1,-1 0 1,1 0 0,0 0 0,0 1 0,0-1-1,0 1 1,0-1 0,0 1 0,0-1 0,0 1 0,0 0-1,0 0 1,0 0 0,0 0 0,0 1 0,0-1 0,0 0-1,0 1 1,0-1 0,0 1 0,0 0 0,0 0 0,0 0-1,0 0 1,-1 0 0,1 0 0,0 0 0,-1 1-1,1-1 1,-1 0 0,1 1 0,-1-1 0,2 4 0,1 1-24,0 0 1,0 0 0,-1 0 0,1 1 0,-2-1 0,1 1-1,-1 0 1,0 0 0,2 12 0,-2 5-223,-2-17 88,0 1 1,1-1-1,0 0 1,0 1 0,0-1-1,1 0 1,0 0 0,0 0-1,1 0 1,0 0-1,6 8 1,-8-13 138,1-1 1,0 0-1,0 0 0,0 0 1,-1 0-1,1 0 1,0 0-1,0 0 0,0-1 1,0 1-1,1-1 0,-1 0 1,0 1-1,0-1 0,0 0 1,0 0-1,0 0 1,0-1-1,0 1 0,0 0 1,1-1-1,-1 1 0,0-1 1,0 0-1,-1 0 0,4-1 1,7-4-33,0 0-1,22-16 1,-23 15 24,87-64 118,-65 45 393,1 2 0,57-30 0,-90 53-451,-1 1 0,1 0-1,0 0 1,-1-1-1,1 1 1,0 0 0,-1 0-1,1 0 1,0 0-1,-1 0 1,1 0 0,0 0-1,0 0 1,-1 0-1,1 0 1,0 0-1,-1 0 1,1 0 0,0 1-1,-1-1 1,1 0-1,0 1 1,-1-1 0,1 0-1,0 1 1,-1-1-1,1 1 1,-1-1 0,1 0-1,0 2 1,1 0 47,0 1 0,-1 0 0,1-1 1,-1 1-1,0 0 0,1 0 0,0 5 0,10 62 534,-11-62-548,4 52 292,-5-44-311,1 1 0,1-1 0,0 1 0,2-1-1,6 22 1,-8-35-69,-1 0 0,0 0 0,0 0 0,1-1-1,0 1 1,-1 0 0,1-1 0,0 1 0,0-1-1,1 0 1,-1 0 0,0 0 0,1 0-1,-1 0 1,1 0 0,0-1 0,-1 1 0,1-1-1,0 0 1,0 0 0,0 0 0,0 0 0,0 0-1,0-1 1,0 1 0,0-1 0,1 0 0,-1 0-1,0 0 1,0 0 0,0-1 0,0 1 0,0-1-1,4-1 1,6-2-35,0 0 0,0-2 0,0 1 1,0-2-1,-1 1 0,17-14 0,4-6 51,-2-1 0,0-1 0,27-35 0,44-42 1718,-101 104-1678,0 0-1,-1 0 1,1 0 0,0 1 0,0-1-1,0 0 1,-1 0 0,1 1-1,0-1 1,0 1 0,0-1 0,0 1-1,0-1 1,1 1 0,-1-1-1,0 1 1,0 0 0,0 0-1,0-1 1,0 1 0,0 0 0,1 0-1,-1 0 1,0 0 0,0 1-1,0-1 1,0 0 0,0 0 0,0 1-1,0-1 1,1 1 0,-1-1-1,0 1 1,0-1 0,0 1-1,-1-1 1,1 1 0,0 0 0,0 0-1,0-1 1,0 1 0,-1 0-1,1 0 1,0 0 0,0 1-1,4 6 102,-1 1 0,0 0 0,-1 0-1,5 17 1,0-1 73,4 9-93,1-2 0,2 1 1,1-2-1,1 0 0,24 30 1,-38-56-131,1-1 0,0 0 1,1 0-1,-1 0 0,1 0 1,0-1-1,0 0 0,0 0 1,0 0-1,0-1 0,1 0 1,-1 0-1,1 0 0,-1 0 1,1-1-1,0 0 0,0 0 1,0-1-1,-1 0 0,1 0 1,0 0-1,0-1 0,0 1 1,0-1-1,-1-1 0,1 1 1,-1-1-1,1 0 0,-1 0 1,1-1-1,-1 0 0,0 1 1,0-2-1,7-5 0,-4 2 15,-1 0 0,0 0-1,0-1 1,-1 1 0,0-2-1,0 1 1,-1-1 0,0 0-1,0 0 1,-1 0 0,0-1 0,-1 1-1,0-1 1,-1 0 0,3-14-1,-2-1 70,-1-1-1,-1 1 1,-1-1 0,-7-49-1,0 39 63,0 0-1,-3 1 1,0-1 0,-3 2-1,-18-39 1,20 52-56,0 0 0,-1 1 1,-1 0-1,-1 1 0,-1 1 1,-1 0-1,0 1 0,-1 0 1,-20-14-1,30 26-59,-1 0-1,0 0 0,0 1 1,0 0-1,0 1 1,-1-1-1,0 2 1,-10-3-1,15 4-72,0 1 1,0-1-1,0 1 0,0 0 1,0 0-1,1 0 0,-1 1 1,0-1-1,0 1 0,0 0 1,0 0-1,1 1 0,-1-1 0,0 1 1,1 0-1,-1 0 0,1 0 1,0 0-1,0 0 0,-6 6 1,1 1-531,0 0 1,1 1-1,0-1 0,0 2 1,1-1-1,0 1 1,1 0-1,-4 14 1,-12 55-8257,10-17-3140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3.96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62 190 13177,'0'-1'209,"-1"1"-1,1-1 0,0 1 1,-1-1-1,0 1 0,1-1 1,-1 1-1,1 0 0,-1-1 1,1 1-1,-1 0 0,0 0 1,1-1-1,-1 1 0,0 0 1,1 0-1,-1 0 0,0 0 1,1 0-1,-1 0 0,0 0 1,1 0-1,-1 0 0,0 0 1,1 0-1,-1 0 0,0 0 1,1 0-1,-1 1 0,0-1 1,1 0-1,-1 1 0,1-1 1,-1 0-1,1 1 0,-1-1 1,0 1-1,-1 2 112,0-1 1,0 1-1,0 0 1,1 0-1,-1-1 1,1 1-1,0 0 0,-2 6 1,-3 12 113,-4 37-1,10-54-72,-4 25 127,2 0 0,2 0 0,4 50 0,23 81 265,-26-158-748,1 7-22,0 1 0,1-1 1,0 0-1,0 0 0,1 0 0,0 0 0,1-1 1,0 0-1,0 0 0,10 11 0,-12-16-8,0 1 0,1-1 0,-1 0 0,1-1 0,0 1 0,0-1 0,0 1 0,0-1 0,0 0 0,0-1 0,1 1 0,-1-1 0,0 0 0,1 0 0,-1 0 0,1-1 0,0 1 0,-1-1 0,1 0 0,-1 0 0,1-1 0,-1 1 0,1-1 0,7-3 0,9-3-31,-1-1 1,0-1 0,0-1-1,0-1 1,34-25-1,84-80 18,-133 111 42,76-74 421,-79 77-409,0 1 1,0-1-1,0 1 0,0 0 1,0-1-1,0 1 1,0 0-1,0 0 0,0 0 1,0 1-1,1-1 1,-1 0-1,0 1 0,1 0 1,-1-1-1,0 1 0,1 0 1,-1 0-1,0 0 1,1 0-1,-1 1 0,0-1 1,1 1-1,-1-1 1,4 3-1,6 2 17,0 1-1,0 1 1,20 14-1,-25-15-115,1-1 0,0 0 0,0 0-1,0 0 1,1-1 0,13 4 0,-18-7 52,1 0 0,0-1 0,0 0 1,0 0-1,0 0 0,0 0 0,-1-1 0,1 1 1,0-1-1,0 0 0,-1-1 0,1 1 0,0-1 1,-1 0-1,0 0 0,1-1 0,-1 1 1,0-1-1,0 0 0,0 0 0,-1 0 0,1-1 1,-1 1-1,0-1 0,0 0 0,0 0 0,4-6 1,4-11 254,-1 0 1,0 0-1,-2-1 0,9-36 1,-5 18 232,0 5-47,0 1-1,3 0 1,31-57-1,-41 82-333,1 1 1,0 0-1,0 0 0,0 0 0,1 1 1,0 0-1,0 0 0,1 0 1,0 1-1,0 1 0,0-1 0,1 1 1,0 0-1,0 1 0,0 0 1,1 1-1,-1 0 0,1 0 1,10-1-1,-13 4-42,1-1 0,-1 1-1,1 1 1,-1-1 0,1 1 0,-1 1 0,0 0 0,1-1 0,-1 2-1,0-1 1,0 1 0,-1 1 0,1-1 0,0 1 0,-1 0 0,0 0 0,0 1-1,0 0 1,-1 0 0,1 0 0,-1 1 0,-1-1 0,1 1 0,-1 1-1,0-1 1,0 1 0,4 10 0,-2-3 14,0 1-1,-1-1 1,0 1-1,-1 1 1,-1-1 0,-1 1-1,0-1 1,-1 1-1,-1 0 1,0-1-1,-1 1 1,-4 22 0,-2-9-3,-1 0 1,-2-1 0,-1 0-1,-25 46 1,-71 97-1312,9-16-5904,97-154 6751,0 1-1,0-1 1,0 1-1,0-1 1,1 1-1,-1-1 1,0 1-1,1-1 1,-1 1-1,1 0 1,0-1-1,0 1 1,-1 0 0,1-1-1,0 1 1,1 0-1,-1-1 1,0 1-1,0 0 1,1-1-1,-1 1 1,1 0-1,-1-1 1,2 3-1,12 24-10487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4.0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349 45 13153,'-54'-24'2328,"41"15"-415,-14 3-361,4 0-364,-7 6-268,3 0-272,3 3-336,-2 6-868,-8-9-1244,-20 3-452,44 6-2905,-16 0-4108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5.0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201 118 12713,'-27'-117'13371,"26"122"-11878,-6 40 231,0 71 0,1-5-667,-96 736-428,75-643-573,15-112-71,4 1-1,4 0 0,12 143 1,-7-225-97,1 0 1,0 0-1,1 0 0,0 0 0,0 0 1,1 0-1,10 17 0,-12-25 77,0 0-1,0 0 1,0 0 0,1-1-1,-1 1 1,1 0-1,0-1 1,-1 0 0,1 0-1,0 0 1,1 0-1,-1 0 1,0-1 0,0 1-1,1-1 1,-1 0-1,1 0 1,-1 0 0,1-1-1,0 1 1,-1-1 0,1 0-1,-1 0 1,1 0-1,0 0 1,-1 0 0,5-2-1,7-1-21,-1-2-1,1 1 0,-1-2 1,-1 0-1,1 0 0,-1-1 1,0-1-1,16-12 0,93-86-172,-89 75 197,126-123-68,46-42 45,-182 176 59,1 1 0,1 0 0,1 2 0,50-26 0,-61 37-2,-1 0 0,1 2 1,0-1-1,0 1 1,0 1-1,1 1 0,-1 0 1,1 1-1,-1 1 0,1 0 1,21 4-1,-14 1-87,0 0-1,0 1 1,0 2-1,24 11 1,84 49-883,-2 0-49,-108-59 904,0-1 0,0-1 1,0-1-1,32 6 0,-44-11 32,0-1 1,0 0 0,-1 0 0,1-1-1,0 0 1,0 0 0,0-1-1,-1 0 1,1 0 0,13-7-1,-2 0 317,-2-1 0,1-1 0,20-17-1,7-12 971,-38 39-940,5 4-169,0 1 0,0 1 0,0 0 0,-1 1 0,1 1 1,21 14-1,97 68 116,-109-76-276,0-2 0,0 0 1,1-2-1,29 9 0,-39-15-2,0 0 1,-1-1-1,1 0 1,0-1-1,0-1 1,0 0-1,0 0 1,0-1-1,20-5 1,-28 5 52,0 0 0,0-1 0,0 0 0,0 0 0,-1 0 0,1-1 0,0 0-1,-1 1 1,0-2 0,0 1 0,0 0 0,0-1 0,0 0 0,-1 0 0,1 0 0,-1 0 0,0 0 0,0-1 0,-1 0 0,1 1 0,-1-1 0,0 0-1,-1 0 1,1 0 0,1-9 0,-2 4 34,-1 1-1,0-1 1,0 1-1,-1-1 0,0 1 1,-1 0-1,0-1 1,-1 1-1,0 0 1,0 0-1,-1 1 0,0-1 1,-5-8-1,-6-8 61,0 2 0,-2 0 0,-21-23 0,20 26-51,-1 0 1,-1 2 0,0 0 0,-1 1 0,-2 2 0,1 0-1,-37-17 1,53 29-164,0 1-1,0-1 0,0 2 0,0-1 0,-1 1 1,1 0-1,0 0 0,-1 0 0,1 1 1,0 0-1,-1 1 0,1-1 0,-1 1 1,1 0-1,0 1 0,0-1 0,0 1 0,0 1 1,0-1-1,0 1 0,0 0 0,1 0 1,0 1-1,-7 4 0,8-4-399,0 0-1,0 0 1,0 1 0,1-1-1,-1 1 1,1 0 0,-3 7 0,3-7-417,1 1 0,0 0 1,0 0-1,1 0 0,-1 0 1,1 0-1,0 9 0,3 24-9723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5.79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22 428 11289,'0'0'6460,"-10"9"-3990,8-7-2343,1-1 0,0 1-1,0-1 1,0 1 0,0 0-1,1-1 1,-1 1 0,0 0 0,1 0-1,-1-1 1,1 1 0,-1 0 0,1 0-1,0 3 1,1 36 886,0-11-661,-1 13 79,2 1-1,11 57 0,25 90-561,-24-129-316,-10-44 278,2-1 0,0 0 0,11 20 0,-16-35 156,0-1 4,0 0 0,0-1-1,0 1 1,-1 0 0,1-1-1,0 1 1,0-1 0,0 1-1,0-1 1,0 0 0,0 1-1,0-1 1,0 0-1,1 0 1,-1 0 0,0 0-1,0 0 1,0 0 0,0 0-1,2 0 1,0 0-13,0 0 15,0 0 1,0 0-1,0-1 1,0 1 0,0-1-1,0 0 1,0 0-1,0 0 1,0 0-1,0 0 1,0 0-1,-1-1 1,1 0-1,0 1 1,-1-1 0,4-4-1,41-43-109,-23 22 72,14-17 62,-30 34-26,0 0 1,1 1-1,0-1 1,0 2-1,1 0 1,0 0-1,0 0 1,13-6-1,112-40-836,-120 47 756,0-1 0,22-16-1,19-10-56,-53 33 157,0-1 0,0 1 0,1 0 0,-1 0 0,0 0 0,1 1 0,-1-1 0,1 1 0,-1 0 0,1 0-1,-1 0 1,1 0 0,-1 1 0,1-1 0,-1 1 0,1 0 0,-1 0 0,0 0 0,1 0 0,-1 1 0,0-1 0,0 1 0,0 0-1,3 3 1,1 0 8,-1 0-1,0 1 1,0 0-1,-1 1 1,1-1 0,-1 1-1,-1 0 1,1 0-1,3 9 1,75 189 89,-78-191-118,-1-5-24,1 0 1,0 0 0,0 0-1,1-1 1,0 0-1,13 13 1,-19-21 29,0 0 0,0 0-1,0 1 1,1-1 0,-1 0 0,0 0 0,0 0-1,0 0 1,0 0 0,0 1 0,0-1 0,1 0 0,-1 0-1,0 0 1,0 0 0,0 0 0,0 0 0,1 0-1,-1 0 1,0 0 0,0 0 0,0 0 0,0 0-1,1 0 1,-1 1 0,0-1 0,0 0 0,0-1-1,1 1 1,-1 0 0,0 0 0,0 0 0,0 0 0,0 0-1,1 0 1,-1 0 0,0 0 0,0 0 0,0 0-1,0 0 1,1-1 0,7-3-9,1 0-1,-1-1 1,0 0-1,-1 0 1,1-1-1,-1 0 1,0-1-1,-1 1 1,1-1-1,-1-1 1,-1 1-1,1-1 1,-1 0-1,-1 0 1,0 0-1,7-18 1,39-117 279,-33 90-56,30-67 0,-46 117-200,0 0 1,0 1 0,1-1-1,-1 0 1,1 1 0,-1-1-1,1 1 1,0 0 0,0 0-1,0-1 1,1 1 0,-1 1-1,0-1 1,1 0-1,-1 0 1,1 1 0,0 0-1,-1-1 1,1 1 0,0 0-1,0 0 1,0 1 0,0-1-1,-1 0 1,1 1 0,0 0-1,0 0 1,0 0 0,4 0-1,3 2 7,0 1-1,-1 0 1,1 0 0,-1 1-1,0 0 1,16 11-1,39 25 10,-38-22-116,40 21 0,-56-35 57,-1 0 1,1 0-1,0-1 0,0 0 0,0-1 0,0 0 0,1 0 0,14-1 0,19-3-13,-39 2 44,0-1-1,-1 0 1,1-1-1,0 1 1,-1-1-1,1 0 0,0 0 1,-1 0-1,0-1 1,0 1-1,7-6 1,33-37 152,-43 43-143,9-11 184,-1-1 0,-1 0 0,0-1 0,-1 0 0,0 0 0,-1-1 0,5-22 0,-10 34-31,2 6-138,-1-1 1,1 1 0,-1-1 0,1 1 0,-1 0 0,0 0-1,0 0 1,0 0 0,0 0 0,0 1 0,-1-1 0,4 5-1,-4-5-3,5 8-77,0 1 1,0 0-1,5 16 1,5 10-134,-4-18 15,0-1-1,0-1 1,2 0 0,0-1 0,1 0-1,0-1 1,2-1 0,20 14 0,-27-20 30,2-1 0,-1-1 0,1 0 1,0 0-1,0-1 0,0 0 0,1-2 1,0 1-1,0-1 0,0-1 0,0 0 1,0-1-1,0-1 0,19-1 1,-25 1 133,0-2 0,0 1 0,0-1 0,0 0 0,0 0 0,0-1 1,0 0-1,-1-1 0,1 1 0,-1-1 0,0 0 0,0-1 1,11-9-1,-11 6 74,1 0 0,-1 0 0,0-1 1,-1 0-1,0 0 0,0 0 1,-1-1-1,0 1 0,3-12 0,-2-2 79,0 0 0,-2-1 0,0 0 0,-2 0 0,0 0-1,-2 0 1,-7-45 0,1 36-61,-1 1 1,-1 0-1,-2 0 0,-1 1 1,-28-51-1,26 58-171,0 1 0,-2 0-1,-1 1 1,0 1 0,-2 0 0,0 2-1,-31-25 1,38 35-297,-1 1 0,-1 0 0,1 1-1,-1 0 1,-1 1 0,1 1 0,-19-5 0,26 8-185,0 1 0,0-1 0,0 1 1,-1 1-1,1-1 0,0 1 0,0 0 0,-1 1 1,1 0-1,0 0 0,0 1 0,0 0 0,0 0 1,0 0-1,0 1 0,-9 5 0,1 6-5426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6.8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254 54 14577,'-56'-34'2818,"53"31"-2578,-1 1-1,0 0 1,1 0 0,-1 0-1,0 0 1,0 1 0,0 0-1,0-1 1,-1 2 0,1-1-1,0 0 1,0 1 0,-1 0 0,1 0-1,0 0 1,0 0 0,-1 1-1,1-1 1,0 1 0,0 0-1,0 1 1,0-1 0,0 1-1,0-1 1,0 1 0,0 1-1,1-1 1,-1 0 0,1 1-1,-1 0 1,1-1 0,0 1 0,0 1-1,1-1 1,-5 6 0,0 1-45,0 0 0,1 1 1,0 0-1,0 0 0,1 0 1,1 1-1,0 0 0,0 0 1,2 0-1,-4 20 1,6-19-216,1 0 1,-1 0-1,2-1 1,0 1 0,0 0-1,1-1 1,1 1-1,0-1 1,1 0 0,0-1-1,9 15 1,3 2-499,0-2 0,2 0 1,29 31-1,-38-46 293,1-1 0,0 0 1,0 0-1,13 8 0,-21-16 182,0 0 1,1 0-1,-1-1 1,1 1-1,-1-1 1,1 0-1,-1 0 1,1 0-1,5 0 1,-7 0 41,0-2 0,0 1 0,-1 0-1,1 0 1,0 0 0,0-1 0,0 1 0,0-1 0,-1 0 0,1 1 0,0-1-1,-1 0 1,1 0 0,0 0 0,-1 0 0,1 0 0,-1-1 0,0 1 0,3-3 0,-1 0 134,-1-1 0,1 0 1,-1-1-1,0 1 0,0 0 1,1-7-1,7-14 711,-9 23-52,4 6-479,1 1-268,0 1 0,0 0-1,0 0 1,0 1-1,-1-1 1,0 1-1,0 0 1,-1 1 0,0-1-1,0 1 1,0 0-1,-1 0 1,0 0-1,0 0 1,-1 1 0,0-1-1,1 9 1,4 20 84,-2 0 1,0 51 0,-4-63-63,1 130 86,-6 0-1,-8-1 0,-6 0 0,-7-1 1,-6-2-1,-72 211 0,-7-75 21,85-232-110,23-51-43,3-5-22,-1 0 0,1 0-1,-1 0 1,1 0-1,0 0 1,0 0 0,0 0-1,0 0 1,0 0-1,0 0 1,2-1 0,5-10-26,178-315-1306,-25 51-86,167-362-607,-56-25 1227,-265 645 788,2-5 10,10-46-1,-18 64 8,0 0 0,-1 1 0,1-1-1,-1 0 1,0 0 0,0 0 0,-1 0 0,0 1-1,0-1 1,0 0 0,-1 1 0,0-1-1,-3-8 1,4 14-5,1-1-1,-1 0 0,1 0 1,-1 1-1,0-1 0,0 0 1,1 1-1,-1-1 0,0 1 1,0-1-1,0 1 0,0-1 1,1 1-1,-1-1 0,0 1 1,0 0-1,0 0 0,0 0 1,0-1-1,0 1 0,0 0 1,0 0-1,0 0 0,0 0 1,0 0-1,0 1 0,0-1 1,0 0-1,0 0 0,0 1 1,0-1-1,1 0 0,-1 1 1,0-1-1,0 1 0,0-1 1,-1 2-1,-30 23-8,22-15 13,1 1 1,1 1 0,0-1 0,0 1-1,1 0 1,0 1 0,1 0 0,1 0-1,0 0 1,1 1 0,0-1 0,1 1 0,-1 15-1,0 3-86,2 1 1,1-1-1,1 1 0,8 48 0,-4-52-109,1-1-1,2 0 1,0-1 0,2 0-1,13 27 1,-17-42 25,1 0 1,1-1-1,0 1 1,1-2-1,0 1 1,1-1-1,0 0 1,0-1-1,1 0 0,0-1 1,1 0-1,-1 0 1,14 6-1,-19-11 72,0-1-1,0 0 1,1 0-1,-1-1 0,0 1 1,1-1-1,-1-1 1,1 1-1,0-1 1,-1 1-1,1-2 1,-1 1-1,8-2 1,-4 0-16,0 0 0,-1-1 0,1 0 1,0-1-1,-1 0 0,0 0 1,11-7-1,1-5-73,1-1 0,-2 0 0,-1-1-1,29-37 1,129-190 61,-46 57 1160,-129 187-1030,-1 0 0,1 0 0,0 0 0,-1 0-1,1 0 1,0 0 0,0 0 0,-1 0 0,1 0 0,0 0-1,0 1 1,0-1 0,0 0 0,0 1 0,0-1 0,0 1-1,0-1 1,0 1 0,1-1 0,-1 1 0,0 0 0,0 0-1,0-1 1,0 1 0,1 0 0,-1 0 0,0 0 0,0 0-1,0 1 1,1-1 0,-1 0 0,0 0 0,0 1 0,0-1-1,0 0 1,0 1 0,2 1 0,0 0-3,-1 1-1,1-1 1,-1 1 0,0 0-1,0 0 1,0 0 0,0 0 0,0 0-1,-1 0 1,0 1 0,1-1-1,-1 0 1,1 7 0,-2-8-7,0-1 0,0 1 0,1-1 0,-1 1-1,1-1 1,-1 1 0,1-1 0,0 1 0,-1-1 0,1 0 0,0 1 0,0-1 0,0 0 0,0 0 0,0 1 0,0-1 0,0 0 0,2 1 0,-2-2 4,1 0 1,-1 0 0,1 1-1,-1-1 1,1 0 0,0-1-1,-1 1 1,1 0-1,-1 0 1,1-1 0,-1 1-1,1 0 1,-1-1-1,0 0 1,1 1 0,-1-1-1,0 0 1,1 0 0,-1 0-1,0 0 1,2-1-1,29-32 245,-27 28-182,-1 0 0,1 1 0,1 0 0,10-10 0,-14 14-53,0 0 1,0-1 0,0 1-1,0 0 1,1 0-1,-1 1 1,0-1-1,0 0 1,0 1 0,1-1-1,-1 1 1,0 0-1,1 0 1,-1 0 0,0 0-1,1 0 1,-1 0-1,0 0 1,1 1 0,-1-1-1,3 2 1,-1 0-4,0 0 0,1 1 0,-1 0 1,0-1-1,0 1 0,-1 1 0,1-1 0,-1 0 0,6 8 1,2 5-425,0 1 0,-1 0 0,16 36 0,-24-48 218,0-1-1,0 0 1,0 0-1,0 0 1,1-1-1,0 1 1,0 0 0,5 4-1,-8-8 167,1 1-1,-1-1 1,1 1 0,0-1-1,-1 0 1,1 1-1,0-1 1,-1 0-1,1 1 1,0-1-1,0 0 1,-1 0 0,1 0-1,0 0 1,-1 0-1,1 0 1,0 0-1,0 0 1,-1 0 0,1 0-1,0 0 1,1-1-1,-1 1 35,0-1-1,1 0 1,-1 0-1,0 0 1,0 0-1,0-1 1,0 1-1,0 0 1,0 0-1,0-1 1,0 1-1,0 0 1,-1-1-1,1 1 1,0-3-1,10-25 554,8-35-1,8-21 1105,-18 54-921,-6 19-373,1 0 0,0 0 1,1 1-1,11-22 0,-15 31-332,0 1 0,0-1 0,0 0 0,0 1 0,1-1 0,-1 1 1,1-1-1,-1 1 0,1 0 0,-1 0 0,1 0 0,0 0 0,0 0 0,-1 0 0,1 0 0,0 0 0,0 1 1,0-1-1,0 1 0,0-1 0,0 1 0,0 0 0,0 0 0,0 0 0,0 0 0,0 0 0,0 0 0,0 0 1,0 1-1,0-1 0,0 1 0,0-1 0,0 1 0,-1 0 0,1 0 0,2 1 0,8 5 37,-1 0-1,0 1 1,0 0-1,-1 1 1,0 0-1,16 19 1,43 68-228,-10-11-758,-27-51 467,-6-12 231,-25-22 227,-1 0 0,1 1 0,0-1 0,0 0 0,0 0-1,-1 0 1,1 0 0,0 0 0,0 0 0,0 0 0,-1 0 0,1-1 0,0 1 0,0 0 0,0 0 0,-1-1 0,1 1 0,0 0-1,0-1 1,-1 1 0,1-1 0,0 0 0,13-8 231,-14 7-204,1-1-1,0 1 1,-1-1-1,0 1 1,1-1-1,-1 1 1,0-1-1,0 1 1,0-1-1,-1 1 1,1-1 0,-1-2-1,-10-37 343,10 40-365,-21-57 337,-2 2-1,-33-56 1,-1-4-1113,31 66-4587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7.2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0 296 10841,'0'-1'44,"0"1"0,0 0 0,0 0 0,0 0 0,1-1 0,-1 1 0,0 0 0,0 0 0,0 0 0,0-1 0,0 1 0,0 0 0,0 0 0,0 0 0,0-1 0,1 1 0,-1 0 0,0 0 0,0 0 0,0 0 0,0 0 0,0-1 0,1 1 0,-1 0 0,0 0 0,0 0 0,0 0 0,1 0 0,-1 0 0,0 0 0,0 0 0,0 0 0,1 0 0,-1 0 0,0 0 0,0 0 0,0 0 0,1 0 0,-1 0 0,0 0 0,0 0 0,0 0 0,1 0 0,-1 0 0,0 0 0,0 0 0,0 0 0,1 0 0,-1 0 0,0 0 0,0 0 0,0 1 0,0-1 0,1 0 0,-1 0 0,0 0 0,1 17 1402,-1-13-1196,0-1 0,0 1 1,0-1-1,1 1 0,-1-1 0,1 1 0,1 3 0,14 26 800,-1 1-669,3-1 0,0-1-1,29 38 1,28 23-2053,-73-91 1650,0-1 0,0 0 1,1 0-1,-1 0 0,0 0 0,1 0 0,-1-1 0,1 1 1,-1-1-1,1 1 0,0-1 0,-1 0 0,4 0 1,-3-2 53,0 1 1,0 0-1,0-1 1,0 0-1,0 0 1,-1 0-1,1 0 1,-1 0-1,1 0 1,-1-1-1,0 1 0,0-1 1,0 0-1,0 0 1,2-4-1,18-20 391,-18 24-504,1 0 0,0 0 0,-1 1 1,1 0-1,0 0 0,0 0 0,0 0 1,0 1-1,1 0 0,-1 0 0,0 0 1,0 1-1,1-1 0,-1 1 0,11 2 1,-15-2 42,12 0-296,-1 0 0,0-1 0,1-1 0,-1 1 0,23-8 0,-30 7 359,0 0 1,-1 0 0,1 0 0,-1-1 0,0 0 0,0 1-1,0-2 1,0 1 0,0 0 0,-1-1 0,0 1-1,1-1 1,-1 0 0,0 0 0,-1-1 0,1 1-1,-1 0 1,3-8 0,1-5 373,-1 0 0,-1-1 0,0 1 0,2-37 0,-7-75 1839,2-8 268,0 130-2307,0 1-1,0 0 0,0-1 0,1 1 0,0 0 1,1 0-1,-1 0 0,6-8 0,-7 13-150,0-1 0,0 1 0,-1-1 0,1 1 0,0 0 0,0-1 0,1 1 0,-1 0 0,0 0-1,0 0 1,1 0 0,-1 0 0,0 0 0,1 0 0,-1 1 0,1-1 0,-1 0 0,1 1 0,-1-1 0,1 1 0,-1 0 0,1-1-1,0 1 1,-1 0 0,1 0 0,0 0 0,-1 0 0,1 0 0,-1 1 0,1-1 0,0 0 0,-1 1 0,1-1 0,-1 1 0,1 0 0,-1-1-1,3 3 1,0-1 27,0 0 0,0 1-1,0 0 1,-1 0-1,1 0 1,-1 0 0,4 5-1,-1 1 66,0 1-1,-1 0 1,0 0-1,6 18 0,37 123 1018,-42-128-1034,-1 1 0,-1-1 0,-1 1-1,-1 0 1,-1 0 0,-1 0 0,-1 0 0,-1-1 0,-7 33-1,2-23-17,-2 0 0,-1-1-1,-2 0 1,-1-1 0,-2 0-1,-29 47 1,-1-10-712,-86 97 1,96-129-1106,-2-2 1,-1-1-1,-78 51 1,12-9-6067,23-13-3647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9.4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58 7993,'1'0'329,"0"0"0,-1 1 1,1-1-1,0 0 0,0-1 1,-1 1-1,1 0 0,0 0 1,0 0-1,-1 0 0,1-1 1,0 1-1,0 0 0,-1 0 1,1-1-1,0 1 0,-1-1 1,1 1-1,-1-1 0,1 1 1,0-1-1,-1 1 0,1-2 1,-9-11 8677,1 5-10291,5 6 2586,1-1-130,0 1-1338,1 1 436,-1-1 0,0 1 0,1-1 0,-1 1 0,1-1 0,-1 1 0,1-1 0,0 0 0,0 1 0,-1-1 0,2-3 0,6 5 2398,12 10-1847,18 15-786,-2 3 1,41 41-1,-18-17-31,105 91-182,170 150-886,-118-91-8150,-165-151 1968,-9-5-4835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9.7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58 0 15009,'-48'8'2814,"48"-8"-2760,0 0 0,0 0 0,-1-1 0,1 1 0,0 0 1,0 0-1,-1 0 0,1 0 0,0 0 0,-1 0 0,1 0 0,0 0 0,0 0 0,-1 0 1,1 0-1,0 0 0,0 0 0,-1 0 0,1 0 0,0 1 0,0-1 0,-1 0 0,1 0 1,0 0-1,0 0 0,-1 0 0,1 1 0,0-1 0,0 0 0,0 0 0,-1 0 0,1 1 0,0-1 1,0 0-1,0 0 0,0 1 0,-1-1 0,1 0 0,0 0 0,0 1 0,0-1 0,0 0 1,0 0-1,0 1 0,0-1 0,0 6 491,0-1-1,1 1 1,0-1 0,0 0 0,0 1 0,1-1-1,0 0 1,0 0 0,0 0 0,5 7-1,-2-3-119,1-1-1,0 0 1,1-1-1,0 0 1,10 9-1,8 3 81,2 0 0,46 24 0,-65-39-322,54 27-252,1-2 0,1-3 0,123 31 0,212 16-4490,-325-65 1730,130-1 0,-17-25-5600,-86 0-214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6:09.82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727 1 11421,'-37'45'2472,"7"-36"-100,-17 9 109,7 6-281,3 0-280,4 7-336,-7 2-324,3 6-304,-3 9-195,-1 6-233,1 1-604,0 8-865,-4-6-671,-6 1-960,0 11 124,-4 9-3577,-13-2-5272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8:42.8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 25 13373,'4'-6'771,"-3"5"-433,0-1-1,0 1 1,0 0 0,-1 0 0,1 0 0,0-1 0,2-7 7409,-5 9-7447,-1 0-1,1 0 1,-1 0-1,1 0 1,-1 1 0,1 0-1,0-1 1,-1 1-1,1 0 1,0 0-1,0 0 1,0 0-1,-4 3 1,5 0-82,1-1 0,-1 1 0,1-1 0,0 1 0,0 0 0,1-1 0,-1 1 0,1-1 0,0 1 0,0-1 1,0 1-1,0-1 0,3 6 0,1 7 295,29 135 283,-8-25-841,94 271 45,-115-385-243,1 0 0,-1 0 1,2 0-1,0-1 0,15 20 0,-20-28-39,0 0 0,0 0 0,1 0 0,-1-1 0,1 1 0,0-1-1,0 0 1,0 1 0,0-1 0,0 0 0,0-1 0,1 1 0,-1-1 0,1 1 0,-1-1-1,1 0 1,-1 0 0,1-1 0,0 1 0,-1-1 0,1 1 0,0-1 0,-1 0 0,8-2 0,-8 1 133,-1 0 1,0 0-1,1-1 1,-1 1-1,0-1 1,0 0 0,0 0-1,0 1 1,-1-1-1,1 0 1,0-1 0,-1 1-1,1 0 1,-1 0-1,0-1 1,0 1 0,0-1-1,0 1 1,0-1-1,-1 1 1,2-5-1,0-6-267,0 0-1,-1 0 0,0-17 1,-14-206-2477,1-1 4228,2 61 3947,27 198-3686,22 47-457,-28-46-779,25 37 1,-12-29-251,1-1 1,2-1 0,1-2 0,61 48-1,-67-59-228,1-2 0,0 0 0,1-1 1,0-2-1,1 0 0,0-2 0,51 12 0,-67-19 107,0 0-1,0-1 1,0-1 0,0 1 0,0-1 0,1-1 0,-1 0 0,0 0 0,-1-1-1,1 0 1,0-1 0,0 1 0,-1-2 0,1 1 0,-1-1 0,0-1-1,0 1 1,-1-1 0,14-12 0,39-30 693,-56 44-642,-1 1 1,1-1-1,-1 1 0,1 0 0,0 0 1,0 0-1,0 0 0,0 1 1,0-1-1,0 1 0,0 0 1,1 1-1,-1-1 0,0 1 1,7 0-1,18 12 49,0 1 1,-1 1-1,47 33 0,-34-20-153,-27-19-140,1-1 1,0-1 0,0 0 0,0-1 0,1 0 0,-1-1 0,20 2 0,-25-6 141,0 0 0,0-1 0,-1 1 0,1-2 0,0 1 0,-1-2 0,1 1-1,-1-1 1,0-1 0,0 1 0,0-2 0,0 1 0,-1-1 0,0 0 0,0-1 0,0 0-1,-1 0 1,8-8 0,36-26-28,-34 29 55,86-48-349,-100 58 345,-1 2 48,0 1 6,0 0-1,0-1 1,0 1 0,0 0 0,0 0-1,-1 0 1,1 0 0,-1 1-1,1-1 1,-1 0 0,0 1 0,0-1-1,0 1 1,0-1 0,-1 1-1,1 3 1,10 25-465,-9-29 256,-1 0 1,0 0-1,1 1 0,-1-1 1,1 0-1,0 0 0,0-1 1,-1 1-1,1 0 0,1 0 1,-1-1-1,0 1 0,0-1 1,3 2-1,1-1-1156,0 0 0,0-1 0,0 0 0,0 1 0,11-1 0,33 2-8630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8:43.8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39 226 11837,'-2'-8'869,"-2"-8"3365,3 16-4039,1 1 1,0-1 0,-1 0 0,1 1 0,-1-1 0,1 1 0,-1-1 0,1 0 0,-1 0 0,1 1 0,-1-1 0,1 0 0,-1 0-1,1 1 1,-1-1 0,1 0 0,-1 0 0,0 0 0,1 0 0,-1 0 0,1 0 0,-1 0 0,0 0-48,0 0 1,0 0-1,0 0 1,0 0 0,0 1-1,0-1 1,0 0-1,1 0 1,-1 1 0,0-1-1,0 0 1,0 1-1,1-1 1,-1 1-1,0-1 1,0 1 0,1-1-1,-1 1 1,1 0-1,-1-1 1,0 1-1,0 1 1,0 10 498,0 0 0,1 0 1,0 0-1,1-1 0,1 1 0,4 19 1,26 75 734,-14-52-613,-16-46-708,96 299 7,-93-296-522,0 0-1,1-1 1,0 1 0,8 10 0,13 21-2252,-25-38 1745,10-22-1559,-9 11 2331,-1 0 1,0-1-1,-1 0 1,0 1-1,0-1 0,-1 0 1,0-13-1,-11-65-501,3 27 261,-36-296-169,11 103 2119,33 192-701,2 60-775,1 0-1,-1 1 1,0-1-1,1 1 0,-1-1 1,0 1-1,0 0 1,1-1-1,2 3 0,3 1 0,0 1-1,0 0 0,-1 0 0,0 1 0,0-1 1,0 2-1,-1-1 0,0 1 0,0 0 1,0 0-1,-1 0 0,0 1 0,-1 0 0,5 9 1,6 18 68,-1 1 1,10 39 0,-12-37-3,33 130-29,-44-164-89,0-1 0,0 1-1,0-1 1,1 0 0,-1 0 0,1 0 0,0 0 0,0 0-1,0 0 1,0 0 0,1-1 0,-1 1 0,1-1 0,-1 1-1,1-1 1,0 0 0,6 3 0,-4-3-16,0 0 1,0-1-1,-1 1 0,1-1 0,0-1 1,0 1-1,1-1 0,-1 1 0,0-2 1,0 1-1,7-1 0,4-3-30,1 0 0,-1-1 1,0-1-1,0 0 0,0-2 0,21-12 0,132-84-153,-160 100 216,1 0-1,-1 1 0,1 0 0,-1 0 1,1 1-1,0 0 0,0 0 0,0 1 1,0 1-1,0 0 0,17 2 0,-2-2-33,4 6 92,-20-3-79,-6-3-8,15 6-11,-8-3 26,0 1 1,-1 0-1,0 0 1,1 1-1,12 9 1,24 13 23,-34-23-34,0 1 1,0-2-1,1 0 1,-1 0-1,1-1 0,-1-1 1,1 0-1,0 0 1,0-2-1,-1 1 1,1-2-1,24-5 0,-16 2-637,0-2-1,-1 0 1,0-1-1,0-2 1,-1 0-1,34-23 1,-44 26-396,0-1 1,-1 0-1,14-17 1,2-2-3542,-1 6-1898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8:45.0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155 533 10653,'-16'27'3653,"1"2"1,-17 45-1,2-5-878,20-45-2068,0 1 1,2-1-1,1 2 1,-7 44-1,8-21-11,0 73 0,6-120-681,0 0 1,-1 0-1,2 0 1,-1 0-1,0 0 1,0 0-1,1 0 1,-1 0-1,1 0 1,-1-1-1,1 1 1,0 0-1,0 0 1,1 2-1,-1-4-12,-1 1 1,1-1-1,-1 0 0,1 1 1,-1-1-1,1 0 0,-1 0 0,1 1 1,0-1-1,-1 0 0,1 0 1,0 0-1,-1 0 0,1 0 0,-1 0 1,1 0-1,0 0 0,-1 0 1,1 0-1,0 0 0,-1 0 0,1 0 1,-1-1-1,1 1 0,-1 0 1,1 0-1,0-1 0,0 0 1,6-4 4,0 0 1,-1 0-1,0-1 1,12-13-1,-16 17-3,14-18 1,-1 0-1,0-1 1,17-35 0,30-75-39,-24 47-14,102-205-33,-43 108 105,-25 50 120,-60 109-38,0 0 0,1 1-1,26-31 1,-38 51-73,0 0 0,0 0 1,1 0-1,-1 0 0,0 0 0,0 1 0,1-1 1,-1 0-1,0 1 0,1-1 0,-1 1 0,1 0 1,-1-1-1,1 1 0,-1 0 0,1 0 0,-1 0 0,1 0 1,-1 0-1,0 0 0,1 0 0,-1 1 0,1-1 1,-1 0-1,1 1 0,-1-1 0,0 1 0,1 0 0,1 0 1,3 2 56,-1 1 1,1-1-1,-1 1 1,10 8 0,-4 2 20,0 1 1,0-1-1,-1 2 1,-1-1-1,-1 1 1,0 1-1,9 30 1,-13-36-77,105 339 146,-35-96-1819,3-42-2538,-15-75-2033,-40-99 2126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8:45.43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74 700 11077,'-8'-2'217,"6"1"-107,-1 1 0,1-1 0,-1 0 0,1 0 0,-1 0 0,1 0 0,-1 0 0,1 0 0,0-1 0,0 1 0,0-1 0,0 1 0,0-1 0,0 0 0,0 0 0,0 0 0,1 0 0,-1 0 0,1 0 0,-1-1 1,1 1-1,0 0 0,-2-5 0,0-6 1213,-1 2-296,1-1 0,1 1-1,0 0 1,-1-23 0,4 30-943,-1-1 1,1 1-1,0 0 1,0-1-1,0 1 1,1 0-1,-1 0 1,1 0-1,0 0 1,0 0-1,1 0 1,-1 0-1,1 1 1,0-1-1,-1 1 1,7-5-1,24-21 204,1 1 0,2 2 1,1 2-1,42-22 0,164-68 76,-223 105-340,25-12-1,-26 11-8,-1 2 1,2 0-1,-1 0 1,1 2-1,0 1 1,29-5-1,-47 10-12,1-1-1,-1 1 0,1 0 1,-1 0-1,1 0 0,-1 1 1,1-1-1,-1 1 1,1-1-1,-1 1 0,1 0 1,-1 0-1,0 0 1,1 0-1,-1 0 0,0 0 1,0 1-1,0-1 0,3 3 1,-4-2 1,0 0 1,0 0-1,0 0 1,0 0-1,0 1 1,-1-1-1,1 0 0,-1 0 1,1 1-1,-1-1 1,0 0-1,0 1 1,0-1-1,0 0 1,0 1-1,0-1 0,-1 0 1,1 1-1,-1-1 1,0 0-1,0 0 1,-1 3-1,-24 61-21,-59 107 0,61-117-290,22-53 215,7-4-391,0-1 419,0-1 0,0 1 0,0-1 0,-1 1 0,0-1 1,1-1-1,-1 1 0,0-1 0,0 1 0,-1-1 0,1 0 1,3-6-1,6-9-50,18-35 0,-25 42 88,93-203-86,-80 169 152,16-36-43,-34 79 5,1 1-57,0 0 0,0 0 0,0 0 0,1 0 0,-1 0-1,0 0 1,1 0 0,-1 1 0,1 0 0,5-3 0,22-1-808,-27 5 498,20 3-392,-19-3 775,0 1-1,0 0 0,1 0 0,-1 0 0,0 0 1,0 1-1,-1-1 0,1 1 0,0 0 0,6 4 0,-5 0-220,1-1 0,-1 1-1,0 0 1,7 12 0,-11-16 96,8 9-2270,1 0 0,18 17-1,-21-21 1036,20 20-5540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8:47.7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101 139 6953,'17'-24'11615,"-17"22"-11371,0 0 1,0-1-1,0 1 1,0 0 0,0 0-1,-1-1 1,1 1-1,-1 0 1,-1-4-1,1 1 1965,11 28-1504,-8-21-635,-4 0-192,1-1 134,-1 1 0,1 0 0,0 0 0,-1 0 0,1 0 0,0 0 1,0 0-1,1 0 0,-2 4 0,0-3 680,19-20-694,-15 15 233,5-10-69,-2 2 154,10-19 1718,-16 28-2025,1 1 1,0-1-1,0 1 1,-1-1-1,1 1 1,-1-1 0,1 1-1,0 0 1,-1-1-1,1 1 1,-1 0 0,1-1-1,-1 1 1,1 0-1,-1-1 1,1 1 0,-1 0-1,0 0 1,1 0-1,-1-1 1,1 1 0,-1 0-1,0 0 1,0 0 17,0 0 1,0 0-1,0 0 1,1-1-1,-1 1 1,0 0-1,0-1 0,0 1 1,1 0-1,-1-1 1,0 1-1,0-1 1,1 1-1,-1-1 1,1 0-1,-1 1 0,0-1 1,1 1-1,-1-1 1,0-1-1,0-5-6,0 4-23,0 1 0,0-1-1,1 1 1,-1-1-1,1 1 1,0-1-1,0 1 1,0-1-1,0 1 1,1-1-1,0-4 1,0 0 540,-4 7-145,-11 15 94,-16 29 244,15-6-392,1 1 0,1 1 0,3 0 0,1 0 0,-6 71 0,14-89-297,1 0 1,1 0 0,1-1-1,1 1 1,1-1 0,1 1-1,0-1 1,2 0 0,14 31 0,-13-36-91,1-1 0,0 0 1,1 0-1,1-1 1,0 0-1,1-1 1,0 0-1,1-1 1,1 0-1,0-1 0,0-1 1,18 10-1,-9-7-170,0-2 0,1-1-1,0-1 1,40 11 0,-55-20 176,-1 1 0,0-1 0,0 0 0,0-1 1,1 0-1,-1 0 0,0-1 0,0 0 0,0 0 0,0-1 1,-1 0-1,1 0 0,-1-1 0,0 0 0,0 0 0,11-9 0,-6 3 15,1-1 0,-2-1 0,0 1 0,0-2 0,14-21 0,39-75-180,-6 8 113,-48 86 125,0 0 1,1 1-1,1 0 0,1 1 1,16-15-1,-26 26-21,1-1 1,-1 1-1,1 0 1,-1 0-1,1 0 1,0 0-1,0 1 1,0-1-1,0 1 1,0 0-1,0 0 1,7 0-1,-8 1-6,0 0 0,0 1 0,0-1 0,0 1 0,0 0 0,0 0 0,0 0 0,0 0 0,0 1 0,0-1 0,0 1 1,-1 0-1,1 0 0,0 0 0,-1 0 0,0 0 0,1 0 0,2 5 0,1 1 4,0 0 1,-1 0 0,0 0-1,-1 1 1,0-1 0,0 1-1,0 0 1,-2 1 0,4 15-1,0 9 35,0 50 0,-5-57-203,1-1-1,1 1 0,6 26 1,-7-49 64,-1-1 1,1 0-1,0 0 0,0 0 1,0 0-1,1 0 0,-1-1 1,0 1-1,1 0 1,0-1-1,0 0 0,0 0 1,0 0-1,0 0 1,0 0-1,0 0 0,0-1 1,1 0-1,-1 0 0,1 0 1,6 1-1,-2 1-88,0-1-38,0 0 0,1-1 0,-1 0 0,1 0 1,0-1-1,-1 0 0,1-1 0,0 0 1,15-3-1,-7 1-51,25-6-280,0-1 0,0-2 1,46-21-1,6-1 171,63-6 433,-54 16-1329,4 3-1203,-72 16 1025,55-17 0,-75 17-195,0 0-1,-1-2 1,24-14 0,-6 1-4651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18.71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68 45 5028,'0'0'18502,"-2"-1"-17883,-1-1-376,0 0 1,0 0-1,0 1 1,0-1-1,-1 1 0,1 0 1,-1 0-1,1 0 1,-1 0-1,1 0 1,-1 1-1,1 0 1,-1 0-1,1 0 0,-1 0 1,-3 1-1,3-1 2674,4-3-2699,0-11-251,-1 2 956,9 27-468,22 61-455,3-1 0,65 104 0,-30-81 0,-26-53 0,-22-30 0,-12-17 0,-5 1 0,-1 0 0,1 0 0,-1 0 0,0 0 0,1 0 0,-1 0 0,0-1 0,0 1 0,0-1 0,0 1 0,0-1 0,0 0 0,-1 0 0,1 0 0,-1 0 0,1 0 0,-1 0 0,0 0 0,1 0 0,-1 0 0,0-1 0,-1 1 0,2-5 0,2-7 0,0 0 0,2-24 0,-5 27 0,9-93 0,-8 72 0,1-1 0,1 1 0,2-1 0,17-55 0,-23 87 0,1 0 0,-1 0 0,0 0 0,0-1 0,0 1 0,1 0 0,-1 0 0,1 0 0,-1 0 0,1 0 0,-1 0 0,1 0 0,0 0 0,-1 1 0,1-1 0,0 0 0,0 0 0,-1 0 0,1 1 0,0-1 0,0 0 0,0 1 0,0-1 0,0 1 0,0-1 0,0 1 0,0 0 0,0-1 0,0 1 0,0 0 0,0 0 0,1-1 0,-1 1 0,2 0 0,1 2 0,0 0 0,-1 0 0,1 0 0,0 0 0,-1 0 0,1 1 0,-1 0 0,5 4 0,50 47 0,-4-4 0,106 77 0,-144-117 0,0-1 0,-14-9 0,1 0 0,-1 0 0,0 0 0,0 0 0,0 0 0,0-1 0,0 1 0,0-1 0,0 1 0,0-1 0,0 0 0,0 1 0,0-1 0,0 0 0,0 0 0,0-1 0,-1 1 0,1 0 0,0-1 0,-1 1 0,1-1 0,-1 1 0,1-1 0,-1 1 0,0-1 0,0 0 0,0 0 0,0 0 0,0 0 0,0 0 0,-1 0 0,1 0 0,0 0 0,-1 0 0,1-3 0,1-9 0,1-1 0,-2 0 0,0-26 0,-1 38 0,0-39 0,4 26 0,3 17 0,2 12 0,46 78-256,-11-37-4152,-31-40 1892,9 7-10559,-11-9 3547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18.8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 31 13585,'-20'-15'7757,"7"9"-6629,-4-3 412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19.0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 0 11069,'-3'15'10782,"4"-12"-9742,9 14-466,-1 0-1,13 35 0,-16-36-1844,0 0 1,1 0-1,1-1 0,1 0 1,14 20-1,-6-12-1413,-3-3-2937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19.2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81 271 10253,'-37'-12'6141,"23"-6"-4493,4 3 1272,0 0-1752,0 0 316,14-9-1872,-1-6-724,10 3-872,7-22-1120,4 16-1925,19 0-3984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20.9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5685,'0'7'-93,"4"15"3407,-3-22-3061,-1-1 0,1 1 1,0-1-1,0 0 1,0 1-1,-1-1 0,1 0 1,-1 0-1,1 1 0,0-1 1,-1 0-1,1 0 1,2-10 9023,-3 32-6165,1-12-2698,1 1 0,0 0 0,0-1 0,1 0 1,0 0-1,0 0 0,1 0 0,7 11 0,2 7 275,8 21 14,73 152 1202,-77-167-3221,2-1 0,2-1 0,44 51-1,-63-79 796,1 0-1,0 0 1,0 0-1,0-1 1,1 1-1,-1-1 1,1 0-1,-1 0 0,1 0 1,5 2-1,-7-4-289,1 1 0,-1-1 0,1 1 1,0-1-1,-1 0 0,1 0 0,0 0 0,0 0 0,4-1 0,15-3-8707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21.1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 0 10985,'-14'21'5951,"11"-19"-4365,2-1-1457,0 0 0,-1 0 0,1 0-1,0 0 1,0 0 0,0 0-1,-1 0 1,1 0 0,0 0 0,1 1-1,-1-1 1,0 0 0,0 1-1,0-1 1,1 1 0,-1-1 0,1 0-1,-1 1 1,1-1 0,-1 3-1,2 0 104,-1-1 0,1 1-1,0-1 1,0 1 0,0-1-1,1 1 1,2 4 0,8 21 460,-6-12-423,22 50 593,19 23-115,49 102-140,-78-151-541,-2 0-1,20 82 0,-33-109-138,-1 0-359,1-1 0,8 22 0,-10-32-325,19-10-3471,-15 5 3697,0-1 1,-1 0-1,1 0 1,-1 0-1,0-1 1,0 0-1,0 0 1,0 0-1,-1 0 1,1 0-1,-1-1 1,0 1-1,2-7 1,5-4-1706,17-23-5215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21.37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 13 8533,'-20'2'714,"0"-2"1143,40-14 6512,-13 46-6878,-3-17-1302,0-1 0,2 0 0,0 0 0,0 0 0,10 13 1,11 27-20,25 48 42,-35-71-319,-1 1 1,-1 0-1,13 45 0,-25-69-237,-1 1 0,-1-1 0,1 1 0,-1 9 0,-5 8-2556,3-24 2268,0 0 0,0 0 0,0 0 1,0 0-1,-1 0 0,1 0 0,0 0 0,-1 0 1,-2 2-1,-9 8-7500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24.0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88 477 5673,'7'9'5510,"-24"-24"3081,17 15-8587,0-1 0,0 1 0,-1-1 0,1 0 0,0 1 0,0-1 0,0 0 0,0 0 0,0 1 0,0-1-1,0 0 1,0 1 0,0-1 0,0 0 0,0 1 0,0-1 0,0 0 0,1 1 0,-1-1 0,0 0 0,1 0-1,-1 0 39,1 0-1,-1 1 1,1-1-1,-1 0 1,0 0-1,0 0 0,0 0 1,1 0-1,-1 1 1,0-1-1,0 0 1,0 0-1,0 0 1,0 0-1,-1 0 0,1 1 1,0-1-1,0 0 1,0 0-1,-1-1 1,-22-11 354,21 12 168,-1 0-407,-22-9 120,23 9 354,-1 0-644,0-1-22,-15-11 157,18 12-114,0 1 0,0-1 0,0 0 0,0 1 0,0-1 0,0 0 0,0 1 0,1-1 0,-1 0 0,0 1 0,0-1 0,1 1 0,-1-1 0,1 1 0,-1-1 0,0 0 0,1 1 0,-1-1 0,1 1 0,-1 0 0,1-1 0,-1 1 0,1-1 0,-1 1 1,1 0-1,0-1 0,-1 1 0,1 0 0,-1 0 0,1 0 0,0-1 0,-1 1 0,1 0 0,1 0 0,0-1 1621,-1 21-1192,1 0 1,0 0 0,2 0-1,10 32 1,34 78 170,-28-79-414,-12-30-288,2 0 1,0-1-1,0-1 0,2 0 1,1 0-1,0-1 1,1-1-1,1 0 0,17 15 1,-30-32 25,0 1 0,1-1 0,-1 0 1,0 1-1,0-1 0,0 0 0,0 0 1,0-1-1,0 1 0,0 0 0,0-1 1,0 1-1,0-1 0,2-1 0,-3 2-9,-1 0 70,0 0 1,0 0-1,0 0 1,1 0-1,-1 0 1,0 0-1,0 0 1,0 0-1,0 0 1,0 0 0,1-1-1,-1 1 1,0 0-1,0 0 1,0 0-1,0 0 1,0 0-1,0 0 1,0 0-1,0 0 1,1 0-1,-1-1 1,0 1-1,0 0 1,0 0 0,0 0-1,0 0 1,0 0-1,0 0 1,0-1-1,0 1 1,0 0-1,0 0 1,0 0-1,0 0 1,0 0-1,0-1 1,0 1-1,0 0 1,0 0 0,0 0-1,0 0 1,0 0-1,0-1 1,0 1-1,0 0 1,0 0-1,0 0 1,0 0-1,-1 0 1,1 0-1,0-1 1,-6-30-339,-2 0 1,-1 0-1,-22-49 0,-2-8-123,-41-158-304,58 185 640,4-1 1,-5-67 0,17 117 119,1-1-1,0 0 1,0 1 0,1-1 0,7-19-1,-5 16 10,-3 14 5,0 1 0,1 0 0,-1 0 1,0 0-1,1 0 0,-1 0 0,1 0 0,-1 0 1,1 0-1,-1 1 0,1-1 0,0 1 1,-1-1-1,1 1 0,0-1 0,-1 1 0,1 0 1,0 0-1,0 0 0,2 0 0,-1 1 5,0 0-1,0 1 1,0-1-1,0 1 0,0-1 1,0 1-1,0 0 1,0 0-1,-1 0 0,1 1 1,-1-1-1,0 0 1,1 1-1,-1 0 0,0 0 1,-1-1-1,1 1 1,1 4-1,6 11 20,-1 0-1,5 19 1,-2-6-8,11 31 7,-18-45-22,2 0 0,0 0 0,2 0 1,-1-1-1,17 25 0,8-2-66,2 0-1,66 58 0,-55-52-105,-37-35-69,1 0 1,1-1-1,-1 0 0,2-1 1,-1 0-1,1 0 0,18 9 1,-26-16 81,0 0 1,0 0 0,-1-1-1,1 1 1,0-1 0,0 0-1,0 0 1,0 0 0,0 0-1,-1 0 1,1-1 0,0 1 0,0-1-1,0 0 1,2-1 0,43-21-1908,-31 15 1528,-3 1-171,1-1 1,-2 0-1,1-1 0,-1 0 1,-1-1-1,0 0 1,12-13-1,5-3-2162,4 1-865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26.0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21 287 7969,'0'-1'432,"0"-1"0,-1 1 0,1-1 1,0 1-1,0 0 0,-1-1 0,1 1 1,-1-1-1,1 1 0,-1 0 0,1-1 1,-1 1-1,0 0 0,0 0 0,0-1 1,0 1-1,-1-1 0,-8-12 4290,12 19-4266,0 1 1,-1-1 0,0 1-1,0-1 1,0 1 0,-1 0-1,0-1 1,0 9 0,1 22 571,8 19 145,22 70 1,-13-58-729,-10-41-385,1 0 0,1-1-1,1 0 1,21 34 0,68 89-2091,-86-128 1551,16 21-475,-12-18-785,0 1-1,15 31 1,-31-51 523,-3-17-1606,-1 0 2273,0 0-1,0 0 1,-2 0 0,0 0 0,0 1 0,-1-1-1,-12-20 1,-11-28-335,-67-247 1525,62 193 1311,27 94-1278,1-1 0,-4-25 0,9 41-435,-1-1-1,1 1 1,1-1 0,-1 1 0,2-9 0,-1 13-155,-1 0 0,1 0 0,-1 0 0,1 0 0,0 0-1,0 0 1,0 0 0,0 0 0,0 0 0,1 0 0,-1 1-1,0-1 1,1 1 0,-1-1 0,1 1 0,2-2 0,-2 2-23,0 0 0,1 0 1,-1 0-1,1 1 1,-1-1-1,0 1 0,1-1 1,-1 1-1,1 0 0,-1 0 1,1 0-1,-1 1 1,1-1-1,-1 1 0,0-1 1,1 1-1,-1 0 0,0-1 1,1 1-1,-1 1 1,4 1-1,6 4 75,-1 0-1,18 14 1,-21-14-111,22 16 150,15 13-172,1-2-1,2-2 1,73 36 0,-114-65-38,-1-1-1,1 0 1,0 0-1,0 0 1,0-1-1,0 0 1,0 0-1,0 0 1,0-1-1,0 0 1,0-1-1,0 0 1,0 0-1,0 0 1,-1-1-1,1 0 1,0 0-1,-1-1 1,1 0 0,10-6-1,-3 0 71,-2 0 0,1-1 0,-1-1 0,-1 0 0,0 0 1,0-1-1,-1 0 0,9-16 0,0 2-883,2 1-1,0 1 1,1 0 0,46-35 0,114-72-3485,-173 125 4232,72-43-933,-72 44 1017,0 0-1,1 1 1,-1 1 0,1 0 0,0 0-1,0 1 1,12-2 0,43 7 372,-51-2-658,-1 0-1,27-2 1,-34 0-273,0 0 1,0 0-1,0-1 1,0 0 0,10-4-1,1-3-2168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41.0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2 600 11373,'0'1'78,"-1"0"0,1-1-1,0 1 1,0-1 0,0 1 0,0-1 0,0 1-1,0-1 1,0 1 0,0 0 0,0-1-1,0 1 1,0-1 0,0 1 0,0-1 0,0 1-1,1-1 1,-1 1 0,0 0 0,0-1-1,1 1 1,-1-1 0,0 0 0,0 1 0,1-1-1,-1 1 1,1-1 0,-1 1 0,1-1-1,0 1 1,6 7 757,-3 0-379,1 0 1,-2 0 0,1 1-1,2 11 1,3 6 281,22 51 2468,35 132 0,-48-134-2141,42 156 1357,-47-191-1962,2 0 1,2-1-1,33 58 1,-45-88-391,1 1 1,0-2 0,0 1 0,1-1-1,0 1 1,1-2 0,0 1-1,0-1 1,1-1 0,-1 1 0,1-1-1,1-1 1,-1 0 0,1 0-1,0-1 1,0 0 0,0 0 0,1-2-1,-1 1 1,1-1 0,0 0 0,-1-1-1,1-1 1,0 0 0,0 0-1,-1-1 1,1 0 0,13-4 0,10-3 28,0-2 0,0-1 1,53-26-1,96-63-77,-182 100-22,605-408-2464,-43-67-3944,-270 191-1060,15-18-5059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43.2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 82 7073,'0'0'1631,"-3"-1"-239,-27-12 565,26 12-1142,4-2-26,0-5-15,-1-1 1,0 1-1,-1 0 1,0 0-1,-4-12 1,5 18-71,8 21-363,0-8-263,91 317 490,-78-251-707,120 490-6182,-113-459 2178,5-10-2265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43.71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1 452 4648,'0'0'2351,"0"4"-1354,2 12-185,-2-12-666,0-1 1,0 1 0,0-1-1,1 1 1,-1-1-1,1 1 1,0-1 0,0 0-1,0 1 1,1-1 0,-1 0-1,1 0 1,0 0-1,3 5 1,7 4 121,0-1 0,1 0 0,0 0 0,1-1 0,0-1 0,1 0 0,0-1 1,0-1-1,29 10 0,17 2 123,76 14 0,82 11-186,255 18-1,-375-56-772,0-4 0,0-4 0,0-5 0,-1-4 0,106-25-1,-169 27 210,0-2 0,0-1 0,54-27 0,-73 31 277,0-2 0,0 0 0,-1-1 0,-1 0 1,0-1-1,0-1 0,-1 0 0,-1-1 0,12-16 1,-12 12 52,-1-1 1,-2 0 0,0 0-1,0-1 1,9-37 0,12-104 162,-20 93 98,6-89 727,-5 197-678,-7-13-298,2-1 1,1-1 0,1 1 0,1-1 0,15 30 0,-20-48-39,0 1 1,1-1-1,0 0 0,0 0 1,1 0-1,0-1 1,0 0-1,0 0 1,1 0-1,0-1 0,0 0 1,0 0-1,1-1 1,-1 0-1,1 0 1,0-1-1,0 0 1,1 0-1,-1-1 0,11 2 1,-4-3-96,0 0 0,-1 0-1,1-2 1,0 0 0,-1 0 0,1-1 0,22-7 0,-9 0-862,-1-1 0,50-27 0,-8-1-1176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0.6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 18 11897,'-5'-17'3144,"0"25"2572,2 20-446,3-10-5550,28 315 7143,5-33-6706,-1 20 2,-19-237-1195,43 148 0,-46-197 125,48 140-4667,-10-61-4116,-15-41-1993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0.9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 53 14501,'-3'-5'494,"0"0"-1,0 0 1,-1 0-1,0 0 1,0 1 0,-5-5-1,-1-1 3487,35 5-1658,-3 6-1972,1 1 0,-1 1 0,0 1 0,-1 1 0,29 10 0,-6-3-84,42 13-52,-1 3-1,-1 4 0,-2 4 1,-2 3-1,-1 4 0,-2 3 1,79 63-1,-107-70-171,-2 2 1,-2 2-1,-2 2 0,-2 1 0,-2 3 1,-2 1-1,-2 2 0,-3 1 1,-2 1-1,-2 2 0,23 68 1,-35-75-19,-2 1 1,-3 0 0,-1 1 0,-3 1 0,-3-1 0,-1 78 0,-8-62-11,-2-1 1,-3 0-1,-3-1 1,-34 103-1,-77 138 57,-23-10-96,46-95-393,-32 56-1672,8-18-6334,123-235 7763,0 0 0,0 1 0,1-1 0,-1 1 0,1-1 0,0 1 0,0-1 0,0 7 0,1-7-497,1 0 0,-1 0 0,1 0 0,0 0 1,0 0-1,0 0 0,3 3 0,-4-7 1155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1.3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0 926 13661,'24'-217'1964,"-7"133"-271,9 2-261,15-2-320,2 9-180,11 8-164,19 1-132,15 3-184,22 11-196,4 4-272,13 9-460,11 12-528,-1 9-484,7 15-532,-10 15-905,-14 18-1407,-19 18-3329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1.1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105 0 17190,'-41'130'2652,"38"-82"-420,6-3-284,-3 6-228,0 4-188,0 8-423,-3 9-217,-4 16-176,4 14-180,-10 10-372,-1-1-364,1 7-524,6-13-552,7-2-305,-3-13-639,9-2-640,5-7-3593,-1-9-5940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09:55:51.48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97 504 12209,'-77'39'2116,"57"-27"3449,30-39-3957,20-9-240,24 6-272,23-9-340,30-12-844,27-7-452,20-11-1092,17-12-1028,7-1-3225,12 1-5044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56.1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394 353 5705,'28'-66'1160,"-25"59"-798,-1-1 1,0 0 0,0 0 0,-1 0 0,0 0-1,-1 0 1,1 0 0,-1 0 0,-1 0-1,-2-15 1,0-5 761,2 12-70,-1-1 1,-7-30-1,7 41-863,0 0 0,0 1 0,-1-1 0,1 0 0,-1 1 0,0 0 0,-1 0 0,1 0 0,-1 0 0,0 1 0,-5-5 0,8 8-154,-1 0-1,1 0 0,-1 0 1,1 0-1,-1 0 0,0 0 1,1 1-1,-1-1 0,0 1 1,1-1-1,-1 1 1,0-1-1,0 1 0,0 0 1,1 0-1,-1 0 0,0 0 1,0 0-1,0 1 0,1-1 1,-1 0-1,0 1 1,0 0-1,1-1 0,-1 1 1,1 0-1,-1 0 0,-1 1 1,-2 0 25,0 1 0,1 1 0,0-1 1,0 1-1,0 0 0,0 0 1,1 0-1,-5 7 0,-13 23 181,2 0 0,1 2 0,-20 59 0,-25 122 69,45-150-220,-72 326 124,83-344-206,2 1 0,2-1 0,2 1 0,3-1 0,1 1 0,13 57 0,0-42-40,3 0 1,4-1 0,1-1 0,4-1 0,2-1-1,41 60 1,-16-39-354,4-3 0,3-2 0,112 106 0,-159-169 138,1-1 1,0-1 0,1 0-1,1-1 1,0 0 0,0-2-1,1 0 1,0-1 0,34 9 0,-40-14-56,1 0 1,-1-1-1,0 0 1,1-1-1,-1-1 1,1 0-1,-1-1 1,1 0-1,-1-1 1,0-1-1,0 0 1,0-1-1,0 0 1,0-1 0,23-12-1,-21 7-878,0-1-1,16-14 1,29-31-4042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56.52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1 337 5196,'78'-28'1300,"1"3"0,124-22 0,-10 3-228,117-52 128,-102 30-512,-180 58-517,1 1 0,55-7 0,-70 13-102,-1 1-1,0 0 1,1 1-1,-1 0 1,1 1-1,-1 1 1,0 0-1,23 8 1,-6 4 54,-1 0 0,0 2-1,-1 1 1,-1 1 0,-1 1 0,-1 1 0,0 2 0,-2 1 0,37 47 0,-16-11-4,-2 3 0,-3 2 0,38 87 0,120 361 278,-40 17-138,-103-338-176,-37-133-78,13 40 78,-5 1-1,15 115 0,-37-184-68,-1-1 1,-1 0-1,-1 0 1,-2 0-1,-1 1 1,-1-2 0,-2 1-1,-1 0 1,-1-1-1,-2 0 1,-24 50-1,15-46-205,-1-1-1,-2-1 1,-2-1-1,0-1 0,-2-1 1,-52 43-1,-193 122-4511,187-138 1946,15-7-1514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57.3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120 277 4472,'-52'12'919,"50"-12"-846,0 0 0,0 1-1,0 0 1,0-1 0,0 1 0,1 0-1,-1 0 1,0 0 0,1 0 0,-1 0-1,1 1 1,-1-1 0,1 0 0,-1 1-1,0 1 1,0-1 72,0 0 351,1-2-423,-1-1 0,1 1 1,-1-1-1,0 1 0,1 0 0,-1 0 0,0 0 1,1 0-1,-1 0 0,0 0 0,1 0 0,-1 0 1,-2 2-1,-6-3 495,15-15-287,4 1-303,1 1 1,0 0-1,0 1 1,2 0-1,-1 1 1,20-15 0,20-23-436,-23 21-100,0 0 0,56-42-1,-83 71 550,0-1 0,-1 1 0,1-1 0,0 1 0,0-1 0,-1 1 0,1-1 0,0 1 0,0 0 0,0 0 0,0-1 0,0 1 0,-1 0 0,1 0 0,0 0 0,0 0 0,0 0 0,0 0-1,0 0 1,0 0 0,-1 0 0,1 1 0,0-1 0,0 0 0,1 1 0,-1 0-3,1 0 0,-1 0 0,0 0-1,0 1 1,1-1 0,-1 0 0,0 1-1,0-1 1,0 1 0,0-1 0,-1 1 0,2 2-1,2 8-14,0 0-1,-1 0 0,1 15 1,-1-14 39,-1 1-24,1 0 1,1 0-1,0 0 1,1 0-1,1-1 1,7 14-1,-9-21 14,-1-1-1,1 1 0,1-1 1,-1 0-1,1 0 0,0-1 1,0 1-1,0-1 0,1 0 1,-1-1-1,1 1 0,0-1 1,0 0-1,0 0 0,12 3 1,-5-4-207,-1 0-1,1 0 1,0-1 0,0-1 0,-1 0 0,1-1 0,0 0 0,-1-1 0,1 0 0,-1-1 0,13-5 0,21-6-670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57.4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221 1 3928,'-73'36'920,"43"-24"-83,16-6-317,-9 9-80,3-3-92,-4 6-64,4-3-56,10 0-88,3 4-236,34-16-4469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59.57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55 887 9369,'-11'13'454,"9"-12"-365,0 1 0,0 0 0,0 0 0,0 0 0,1 1 0,-1-1 0,1 0 0,-1 1 0,1-1 0,0 1 0,0-1 0,0 1 0,0-1 0,0 1 0,1 0 0,-1-1 0,1 1 0,0 0 0,0 0 0,0 2 0,3 514 6287,-26-123-4293,23-392-1985,0 0 0,-1 1 0,1-1-1,1 0 1,-1 1 0,1-1 0,-1 0 0,1 0-1,1 1 1,-1-1 0,2 4 0,-2-7-76,0 0 0,0 1 0,0-1 0,0 0 0,0 0 0,0 0 0,1-1 0,-1 1 0,0 0 0,0 0 0,1-1 0,-1 1 1,1 0-1,-1-1 0,0 0 0,1 1 0,-1-1 0,1 0 0,-1 1 0,1-1 0,-1 0 0,1 0 0,-1 0 0,1-1 0,-1 1 0,1 0 0,-1 0 0,1-1 0,-1 1 0,0-1 0,1 0 0,-1 1 1,0-1-1,1 0 0,0-1 0,10-5 65,0 0 0,0-1 0,-1-1 1,18-17-1,-12 10-19,447-460 274,-81-25-2634,-251 318 853,200-265-4686,-267 361 3353,54-74-4581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0:59.8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5 166 11377,'-2'54'510,"0"-28"-109,2 0-1,0 0 1,2 0-1,7 38 1,-6-48-114,1 0 0,1 0 0,0 0 0,1-1 0,1 1 0,0-2 0,1 1 0,0-1 0,19 23 0,-18-27-116,1 0 0,0-1 0,0 0 1,1-1-1,0 0 0,0-1 0,1 0 0,0-1 0,0 0 0,0-1 0,1 0 0,17 4 0,-8-5-23,-1 0 0,1-2 0,0 0 0,0-2 0,0 0 0,0-1 0,27-5 0,3-5 70,96-31-1,-76 16-770,-1-4-1,-2-2 1,-1-4-1,96-67 1,167-140-6601,-157 99-544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16.9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49 12657,'23'-15'15622,"-24"14"-15541,0 0 0,1 1-1,-1-1 1,0 1 0,0-1-1,0 1 1,0-1-1,0 1 1,0 0 0,0 0-1,0-1 1,0 1 0,0 0-1,-2 0 1,2 0-38,1 0 0,0 0 1,-1 0-1,1 0 0,-1 0 0,1 0 0,-1 0 1,1 0-1,-1 0 0,1 0 0,0 0 0,-1 0 0,1 0 1,-1 0-1,1-1 0,0 1 0,-1 0 0,1 0 1,-1-1-1,1 1 0,0 0 0,-1 0 0,1-1 1,0 1-1,-1 0 0,1-1 0,0 1 0,0 0 0,-1-1 1,1 1-1,0-1 0,0 1 0,0 0 0,0-1 1,-1 1-1,1-1 0,0 1 0,0-1 0,0 1 0,0 0 1,0-1-1,0 1 0,0-1 0,0 1 0,0-1 1,0 1-1,1-1 0,-1 1 0,0 0 0,0-1 1,0 1-1,0-1 0,1 1 0,-1-1 0,0 0-37,0 1 0,0-1-1,0 1 1,0-1-1,0 1 1,1-1 0,-1 1-1,0-1 1,0 1 0,0-1-1,0 1 1,1 0 0,-1-1-1,0 1 1,0-1 0,1 1-1,-1-1 1,0 1-1,1 0 1,-1-1 0,1 1-1,-1 0 1,0-1 0,1 1-1,-1 0 1,1-1 0,7 10 303,1 25 132,-10 130-441,9 304 0,-2-403 0,2-1 0,3 0 0,31 99 0,-5-54-1024,-31-98-4529,-6-28 2300,-3-31-2206,0 17-219,2 1-3138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17.4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1 6777,'-27'24'13390,"28"-9"-12971,0 0 1,2 0 0,0-1 0,8 27 0,4 13 393,-3 1-400,3-1 0,2 0-1,2-2 1,3 0-1,1-1 1,32 48 0,-47-89-441,-1 0 0,1-1 0,1 0 0,-1 0 1,1 0-1,1-1 0,0-1 0,0 0 0,0 0 0,1-1 1,0 0-1,0-1 0,1 0 0,22 5 0,-27-7-31,0-2 0,0 1-1,-1-1 1,1 0-1,0 0 1,0-1 0,0 0-1,0 0 1,0-1 0,0 0-1,0 0 1,0 0-1,0-1 1,-1 0 0,1 0-1,-1-1 1,1 0 0,-1 0-1,10-8 1,-7 4-45,0 0 0,-1-1 1,0 0-1,-1-1 0,0 0 0,0 0 0,-1-1 1,0 1-1,-1-1 0,0-1 0,5-12 0,2-10 122,-1-1-1,-1-1 0,-2 1 1,-2-1-1,-1-1 0,-1 1 0,-3-1 1,0 0-1,-9-68 0,7 63 2097,1 37-1220,-3 6-718,0-1-1,0 1 1,1 0-1,-1 0 1,0 1-1,1-1 1,-1 0-1,1 1 0,0 0 1,0-1-1,0 1 1,-2 4-1,0 2-6,1 1-1,1-1 0,0 1 1,0-1-1,1 1 0,0 0 0,0 0 1,2 10-1,-3 30-214,3 0 0,2 0 0,15 73-1,2-26-3038,-2-10-2790,-9-44-899,0 1-4417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17.8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147 14 10985,'-8'11'2014,"8"-10"-1936,0-1 0,0 0 0,-1 0 1,1 0-1,0 0 0,0 0 0,0 0 0,-1 0 0,1 0 0,0 0 0,0-1 0,-1 1 0,1 0 0,0 0 0,0 0 0,0 0 1,-1 0-1,1 0 0,0 0 0,0 0 0,0-1 0,-1 1 0,1 0 0,0 0 0,0 0 0,0 0 0,0-1 0,0 1 0,-1 0 1,1 0-1,0 0 0,0-1 0,0 1 0,0 0 0,0 0 0,0-1 0,0 1 0,0 0 0,0 0 0,0-1 0,0 1 0,0 0 1,0 0-1,0 0 0,0-1 0,0 1 0,0 0 0,1-2 2456,-3 0-889,2 1-1485,0 0 0,-1 0 1,1 0-1,-1 0 0,0 1 0,1-1 0,-1 0 1,1 0-1,-1 1 0,0-1 0,0 0 0,1 1 1,-1-1-1,0 1 0,0-1 0,0 1 1,0 0-1,0-1 0,0 1 0,0 0 0,1-1 1,-3 1-1,1 2-9,0 0-1,1 0 1,-1 0 0,0 0 0,1 1-1,-1-1 1,1 0 0,0 1 0,-2 3-1,-15 36 51,1 1-1,3 0 0,1 1 0,2 0 1,3 1-1,1 0 0,-1 51 1,7-88-222,1 1 1,1-1 0,-1 0 0,1 0 0,1 0 0,0 0 0,4 14 0,-5-22 16,0 1 1,0-1-1,0 0 1,0 0-1,-1 0 0,1 0 1,0 0-1,0 0 1,0 0-1,0 0 1,-1 0-1,1-1 1,0 1-1,0 0 0,0 0 1,0-1-1,-1 1 1,1 0-1,1-2 1,-1 2-5,2-1 0,1-1 0,0 1 0,-1-1 1,0 0-1,1 0 0,-1 0 0,0 0 0,0-1 0,0 1 0,0-1 0,-1 0 0,1 0 0,-1 0 0,5-6 0,1-3-21,9-7 0,-13 15 145,0 0 0,0 0 0,0-1 0,0 1 0,-1-1 0,1 0 0,-1 0 0,0 0 0,-1-1 0,0 1 0,1-1 1,-2 1-1,3-9 0,-4 16-101,1 0 0,-1 0 0,1 0 0,0 0 0,0 0 0,0-1 0,0 1 0,0 0 0,0-1 0,2 3 1,5 9-72,18 57-3174,-11-21-4403,-12-31 1721,1 0-3368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18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37 9529,'-4'-12'-1628,"-4"-12"16499,10 36-13657,-1-8-1157,1 0 0,-1 0 0,1 0 0,0 0 1,1 0-1,-1 0 0,1 0 0,0-1 1,4 5-1,35 33 215,-26-25-177,4 6-49,-2 0-1,-1 2 1,-1 0 0,0 0 0,-2 2-1,-1 0 1,15 43 0,-16-31-119,10 51 0,-21-86 94,-2-20-27,-1 1-1,-6-27 0,-1-3 7,-1-205-38,10 250 34,0 0 0,0 0 0,0 0 0,0 1-1,0-1 1,0 0 0,1 0 0,-1 0 0,0 1-1,1-1 1,-1 0 0,0 0 0,1 1 0,-1-1-1,1 0 1,-1 1 0,1-1 0,-1 1 0,1-1-1,0 0 1,-1 1 0,1-1 0,0 1 0,-1 0-1,1-1 1,0 1 0,0 0 0,-1-1 0,1 1-1,0 0 1,0 0 0,0-1 0,-1 1 0,1 0-1,0 0 1,0 0 0,0 0 0,0 0 0,-1 0-1,1 1 1,0-1 0,0 0 0,0 0 0,-1 0 0,1 1-1,0-1 1,0 0 0,-1 1 0,1-1 0,0 1-1,-1-1 1,1 1 0,0-1 0,0 2 0,22 27-100,-1 1 0,-2 1 0,-1 0 0,-2 2 1,17 42-1,14 37-489,-47-109 575,3-5-6,0 0 23,-1 0 0,0 0 0,1-1 0,-1 1 0,0-1 0,0 0 0,-1 0 0,1 0 0,0 0 0,-1 0 0,0-1 0,0 1 0,0-1-1,0 1 1,0-1 0,-1 0 0,2-3 0,3-8 13,20-59-17,-21 56 68,1 0 0,1 1 0,0 0 0,2 0 0,19-31 0,-27 47-59,0-1 0,1 0 0,-1 1 0,1-1 0,-1 1-1,1-1 1,-1 1 0,1 0 0,0 0 0,0 0 0,0 0 0,0 0-1,0 0 1,-1 0 0,2 1 0,-1-1 0,0 1 0,0-1 0,0 1 0,3 0-1,-2 0 10,1 1-1,-1-1 0,0 1 1,0 0-1,1 0 0,-1 0 0,0 1 1,0-1-1,0 1 0,0 0 1,4 3-1,3 4 22,0-1 0,-1 2 0,0 0 0,-1 0 0,11 17 1,52 100-6742,-31-52 745,-27-54-2805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18.7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21 178 10405,'0'-2'474,"0"0"0,1 0-1,-1 1 1,0-1 0,0 0 0,1 1 0,-1-1 0,1 1-1,-1-1 1,1 0 0,0 1 0,0-1 0,-1 1 0,1 0-1,0-1 1,0 1 0,1 0 0,-1-1 0,0 1 0,0 0-1,0 0 1,1 0 0,-1 0 0,1 0 0,-1 0 0,1 1-1,-1-1 1,3-1 0,11-6-1865,-8 3 1495,0 0 0,0 0 0,-1 0 1,0-1-1,0 0 0,0 0 0,-1 0 0,0-1 1,0 0-1,-1 0 0,0 0 0,5-13 1,-8 18-43,-1-19 72,0 20-116,0 1 0,0-1 0,0 1 0,1-1 0,-1 1 0,0 0 0,0-1 0,0 1 1,-1-1-1,1 1 0,0-1 0,0 1 0,0-1 0,0 1 0,0-1 0,0 1 0,-1 0 1,1-1-1,0 1 0,0-1 0,-1 1 0,1 0 0,0-1 0,-1 1 0,1 0 0,0-1 0,-1 1 1,1 0-1,0-1 0,-1 1 0,1 0 0,-1 0 0,1 0 0,0-1 0,-1 1 0,1 0 1,-1 0-1,1 0 0,-1 0 0,1 0 0,-1 0 0,0 0 0,-1 0 44,-1 1 1,1 0-1,0 0 0,-1 0 0,1 0 0,0 0 1,0 0-1,0 1 0,-3 1 0,-3 4 173,0 0-1,0 0 0,0 1 1,-7 10-1,6-3 53,1-1 0,1 1-1,1 0 1,0 0-1,0 1 1,2-1-1,0 1 1,1 1-1,0-1 1,2 0-1,0 1 1,2 32 0,0-27-97,2 1 1,1-1 0,0 0 0,2-1 0,1 1 0,0-1 0,2 0 0,21 39 0,-24-51-316,0 1 1,1-1-1,0-1 1,1 1-1,-1-1 1,2 0-1,-1-1 1,1 0-1,0 0 1,1-1-1,-1-1 1,15 7-1,-10-6-568,1-2 0,-1 1-1,1-2 1,0 0-1,0-1 1,0 0 0,1-1-1,23-2 1,85-12-9936,-61 2-221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0.0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16 10881,'-7'-15'8357,"7"19"-7526,1 31 464,0-4 170,-3 35 0,-7 77 447,12 184 1,0-288-2032,2-1 1,2 0 0,2 0-1,25 69 1,-24-80-592,1 0 0,2-1 1,19 30-1,-23-42-1032,1 0 1,1-1 0,23 23 0,-18-24-3918,4 0-3421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0.3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37 11689,'-10'-3'1478,"1"1"0,-1-1-1,-17-8 1,26 10-1342,-3 0 1356,4-1-1168,-1 1 0,1 0 0,-1 0 0,0 0 1,0 0-1,0 0 0,0 0 0,0 0 0,0 0 0,0 0 0,0 0 1,-2-1-1,1 2 1365,17 11-1000,19 9-320,61 27 0,-59-31-218,66 41 1,-79-42-124,-1 2 1,0 0-1,-1 1 0,-1 1 0,-1 2 1,-1-1-1,19 30 0,-31-40-17,0 1 0,0 0 0,-1 0 1,0 0-1,-1 1 0,0 0 0,-1 0 0,-1 0 0,0 0 0,0 0 0,-1 0 1,-1 1-1,0-1 0,0 0 0,-2 0 0,1 1 0,-2-1 0,-4 17 1,0-10-7,0-1 0,-1 0 1,-1-1-1,-17 27 0,-53 60-123,16-23-675,54-68 236,-1 1 0,-1-1 1,0-1-1,0 0 0,-1-1 0,-1 0 0,-16 11 0,27-21 190,0 0 1,0 0 0,0 0 0,0 0-1,0-1 1,0 1 0,0-1 0,0 0 0,-1 1-1,1-1 1,0 0 0,0 0 0,0 0-1,0 0 1,0-1 0,-1 1 0,1-1-1,-2 0 1,-7-1-3319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0.7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7 12177,'-22'-5'2130,"17"4"-296,28 23 2346,-20-17-3823,-1 1 0,1 0 1,-1 0-1,-1 0 0,1 0 0,-1 0 0,0 0 0,-1 1 1,1 8-1,2 16 214,5-2 91,16 44-1,3 7-77,74 305 539,-95-364-1071,1-1 0,14 30 0,-20-50-48,-1 1 1,1 0-1,-1-1 0,1 1 1,-1-1-1,1 1 1,0-1-1,-1 0 0,1 1 1,0-1-1,-1 1 1,1-1-1,0 0 0,-1 0 1,1 1-1,0-1 1,-1 0-1,1 0 0,0 0 1,0 0-1,-1 0 0,2 0 1,2 0 8,-1 1-17,0-1 0,1 0-1,-1 0 1,0 0 0,0 0 0,1 0 0,-1-1 0,0 0-1,0 0 1,0 0 0,0 0 0,0 0 0,0 0 0,0-1-1,0 1 1,0-1 0,0 0 0,-1 0 0,4-3-1,11-9-4,27-31 0,-24 23 6,5-3 17,1 0-1,46-32 1,-67 55 4,0-1 0,0 1 0,0 0 0,0 0 0,0 0 1,0 1-1,1 0 0,-1 0 0,0 0 0,1 1 0,-1-1 0,0 1 0,1 1 0,-1-1 0,0 1 1,1 0-1,-1 0 0,0 0 0,0 1 0,1 0 0,5 3 0,2 1 9,0 1 0,0 1 0,-1 0 0,0 0 0,-1 2 0,18 16 0,104 105-3704,-124-122 2898,0-1 1,0 0 0,1-1-1,0 0 1,13 7 0,-16-11-485,-1 0-1,0 0 1,1-1 0,0 0 0,-1 0 0,9 1 0,9 0-6851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1.0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269 9 10589,'-31'5'2301,"25"-4"-228,-4 32 3114,4-16-3942,2-1-614,1 0 0,1 0 1,1 1-1,1-1 0,2 30 0,19 80 423,-18-110-856,0-4-151,0-1 0,0 1 0,2-1 0,-1 0 0,1-1 0,1 1 0,10 14 0,-13-21-85,-1 0 1,1-1-1,-1 0 0,1 0 1,0 1-1,1-1 0,-1-1 0,0 1 1,1-1-1,-1 1 0,1-1 1,0 0-1,0 0 0,0 0 1,0-1-1,0 0 0,0 0 1,1 0-1,-1 0 0,0 0 1,0-1-1,1 0 0,7 0 1,-8-1 5,0 0 1,-1-1-1,1 1 1,-1-1-1,1 0 1,-1 0-1,1 0 1,-1 0-1,0 0 1,0-1-1,0 0 1,0 1-1,0-1 1,-1 0-1,1-1 1,-1 1-1,0 0 1,0-1-1,0 1 1,1-5-1,2-4-9,0 1 0,-2-1-1,1 0 1,-1-1 0,1-13-1,-2 6 49,-1 1-1,-1 0 1,0-1 0,-1 1-1,-2 0 1,0 0 0,-7-26-1,7 35 70,0 0 0,-1 0 0,0 0 0,-1 0-1,0 1 1,-1 0 0,0 0 0,0 0 0,0 1 0,-1 0 0,-1 0-1,1 1 1,-1 0 0,-14-10 0,16 14-88,-1 0 1,1 0-1,-1 0 0,0 1 1,0 0-1,0 0 1,0 1-1,0 0 0,0 0 1,-8 0-1,-11 2-885,-37 4 0,41-2-51,12-3 294,0 2 0,1-1 0,-1 2 0,0-1 0,1 1 0,0 0 0,-12 6 0,-14 16-5297,8 2-3199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5.0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0 9837,'-34'15'10109,"38"-2"-8614,2 17-551,-1 0 1,-1 0-1,-1 42 0,-10 93 863,1 11-775,8-113-744,3 0 0,20 99 0,-16-125-222,2 0 0,1-1 1,1 0-1,3-1 0,30 52 0,-40-78-107,1 0-1,0-1 1,0 0 0,1 0-1,0 0 1,0-1-1,1-1 1,0 1 0,0-1-1,0-1 1,1 1 0,0-2-1,0 1 1,0-2-1,0 1 1,1-1 0,0-1-1,-1 0 1,16 1 0,-16-2-47,0 0 1,0-1-1,0-1 1,0 0-1,0 0 1,0-1-1,-1 0 1,1-1-1,0 0 1,-1 0 0,0-1-1,1 0 1,-2-1-1,1 0 1,0 0-1,-1-1 1,0 0-1,-1-1 1,1 0-1,-1 0 1,7-9-1,-4 2-61,-1-2-1,0 1 0,-1-2 0,-1 1 0,0-1 0,-1 0 0,-1 0 1,-1 0-1,0-1 0,-1 0 0,0-25 0,-2 7 9,-2 1-1,-1 0 0,-2-1 0,-14-61 1,-8 16 180,18 59 273,1 0 0,1-1 0,-6-39 1,12 60-305,0 1 1,0-1 0,1 0 0,-1 0 0,0 1-1,1-1 1,-1 0 0,1 1 0,-1-1 0,1 1-1,0-1 1,0 0 0,0 1 0,0 0 0,0-1-1,0 1 1,0-1 0,0 1 0,1 0 0,-1 0-1,0 0 1,1 0 0,-1 0 0,1 0 0,-1 0-1,1 0 1,0 1 0,3-2 0,4-1 18,1 0 1,-1 1-1,1 0 0,0 1 1,18-1-1,-2 1 5,-7-1-4,0 2 1,0 0-1,0 2 0,0 0 0,34 8 0,-32-5 18,0 1-1,0 1 1,0 1-1,-1 1 1,0 0-1,-1 2 1,29 20-1,-39-24-18,0 0 0,-1 0 0,0 1 0,-1 1 0,1-1 0,-2 1 0,1 0 0,-1 1-1,-1 0 1,1 0 0,-2 0 0,1 0 0,-2 1 0,1-1 0,-1 1 0,2 19 0,12 148-110,-4-29-6689,-10-139 2137,5-3 2434,-5-5 464,11 11-6641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5.5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57 178 11225,'9'-21'8788,"-3"-13"-6584,4-14-1948,1 13-59,-11 34-187,0 0 0,0 0-1,0 0 1,0 0 0,0 0-1,0 0 1,0 0 0,0 0 0,0 0-1,-1 0 1,1 0 0,0 0-1,-1 0 1,1 0 0,-1 0 0,1 0-1,-1 0 1,1 0 0,-2-1 0,0-1 24,2 2-31,0 0-1,0 1 1,-1-1-1,1 0 1,0 1-1,0-1 1,0 1-1,0-1 1,-1 0-1,1 1 1,0-1-1,-1 0 0,1 1 1,0-1-1,-1 1 1,1-1-1,-1 1 1,1-1-1,-1 1 1,1-1-1,-1 1 1,1 0-1,-1-1 1,1 1-1,-1 0 0,1-1 1,-1 1-1,0 0 1,1 0-1,-1-1 1,0 1-1,1 0 1,-1 0-1,0 0 1,1 0-1,-1 0 1,0 0-1,1 0 0,-1 0 1,0 0-1,1 0 1,-1 1-1,-1-1 1,-4 1 6,3 0-2,1-1 0,0 1 0,0-1 0,0 1 0,0 0-1,0 0 1,0 0 0,0 0 0,0 0 0,0 0 0,0 0-1,1 1 1,-1-1 0,0 1 0,1-1 0,-1 1 0,1 0-1,-2 2 1,0 0 6,1 1-1,0 0 1,0 0 0,0-1-1,1 1 1,-1 0-1,0 9 1,0 8 39,1 0 0,3 42 0,-1-61-46,0 15 30,2 0 0,0 0-1,1 0 1,0-1 0,13 30 0,-14-41-46,0 1 1,0-1-1,0 0 1,1 0-1,0 0 1,0 0-1,1 0 1,0-1-1,0 0 1,0 0 0,0 0-1,1-1 1,0 0-1,0 0 1,0 0-1,0-1 1,13 5-1,-13-6-1,-1-1 0,0 0-1,1-1 1,-1 1 0,0-1-1,1 0 1,-1-1 0,1 1 0,-1-1-1,0 0 1,1 0 0,-1-1-1,0 1 1,0-1 0,0 0 0,0-1-1,0 1 1,-1-1 0,1 0-1,-1 0 1,8-7 0,3-4 8,-1-1 1,0-1-1,-1 0 1,16-25-1,-25 36-8,0 1 0,0 1-1,0-1 1,1 0 0,0 1-1,-1 0 1,1 0 0,1 1-1,-1-1 1,7-1 0,12-8-74,11-7-102,-10 4 2,37-15 1,-59 30 182,-1 0 0,1 0 0,-1 1 0,0-1 0,1 1 0,-1-1 0,0 1 0,0 0 0,1 0 0,-1 0 0,0 0 0,0 0 0,4 3 0,-3-2-5,4 3-130,0-1 0,0 2 0,-1-1 1,11 11-1,-12-11-871,0 0 0,0 0 1,1-1-1,8 6 0,-7-8-4270,15 3-3130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6.2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0 151 12277,'0'0'4293,"2"2"-2591,2 7-973,1-1 0,-1 1 0,-1 0 0,0 0 1,0 1-1,-1-1 0,0 0 0,1 12 0,-1-5-65,31 147 2052,5 38-1419,9 208-236,-34-320-823,-13-86-143,11-26-69,0-2-49,-2 0 0,-1-1 0,7-36 0,8-86-89,-13 75 65,2-5-12,36-202-93,-30 182 124,8-38 62,-21 118 14,0 0 0,1 1 0,1-1-1,1 2 1,12-20 0,-19 34-31,0 0 0,0 0 0,1 0 0,-1 0 0,1 0 1,-1 1-1,1-1 0,0 0 0,0 1 0,-1 0 0,1-1 0,0 1 0,0 0 0,0 0 0,0 0 0,1 0 0,-1 0 0,0 1 0,0-1 1,0 1-1,1-1 0,2 1 0,-1 0 35,0 1 0,0-1 1,-1 1-1,1 0 0,0 1 1,-1-1-1,1 1 0,-1-1 1,1 1-1,-1 0 0,0 0 1,4 4-1,6 6 134,0 0 1,-2 0-1,1 1 1,18 29-1,31 61-320,63 149 1,26 45-719,-108-223-1144,26 42-2858,-19-44-5359,-28-41-1388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7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0 929 14381,'1'0'99,"-1"-1"0,0 1 0,0 0 0,0 0 1,0 0-1,0 0 0,0 0 0,0 0 0,0 0 0,1 0 0,-1 0 0,0 0 0,0 0 0,0 0 0,0 0 0,0 0 0,0 0 0,0 0 0,0 0 0,1 0 0,-1 0 0,0 0 0,0 0 0,0 0 0,1 1 793,-1-1-793,0 0 0,0 0 0,0 0 0,0 0 0,0 1 0,0-1 0,0 0 0,0 0 0,0 0 0,0 0 0,0 0 0,0 0 0,0 0 0,0 0 0,0 1 0,0-1 0,0 0 0,0 0 0,0 0 0,0 0 0,0 0 0,0 0 0,0 0 1,0 0-1,0 1 0,0-1 0,0 0 0,0 0 0,-1 0 396,1 0-396,13-7 1956,19-19-1069,-8 8-885,0 1 0,2 1 0,30-15 0,89-35-1281,368-117-5054,-238 92 3645,-76 25 3003,-194 64-241,1 0 0,-1 0 0,0-1 0,0 0 1,7-5-1,10-6 1556,-42 9-85,12 5-1473,0 0 0,-1 0 0,1 1 0,0 1 0,0-1 0,0 1 0,0 1 0,0-1 1,0 1-1,-8 5 0,-12 7 363,-35 23 0,34-18-281,1 2-1,1 0 1,1 2 0,-41 49 0,51-53-173,1 0 0,2 0 0,-1 2 0,2-1-1,1 2 1,1-1 0,-12 40 0,21-59-88,0 0 0,0 1 0,1 0 0,-1-1 0,1 1 0,0-1 0,-1 1 0,2 0-1,-1-1 1,0 1 0,1-1 0,-1 1 0,1 0 0,0-1 0,1 0 0,-1 1 0,0-1 0,1 0 0,0 1 0,0-1 0,2 3-1,-3-5-11,0 0-1,1 0 0,-1 0 0,0 0 1,1 0-1,-1-1 0,0 1 0,1 0 1,-1-1-1,1 1 0,-1-1 0,1 1 1,-1-1-1,1 0 0,-1 0 0,1 0 1,-1 0-1,1 0 0,2 0 0,-1-1-11,1 0-1,-1 0 1,0 0-1,0-1 1,1 1-1,-1-1 1,0 1-1,0-1 1,0 0-1,0-1 1,3-3-1,13-12-50,-2 0 0,0-2 0,-2 0 0,0-1 0,-1 0-1,-1-1 1,-1-1 0,-1 0 0,-1 0 0,8-28 0,-1-11-10,-3-1 1,13-117-1,-14 22 487,-12 154 86,13 19 351,-3 3-517,0 0 0,-2 0 0,0 1 0,9 29 0,0-3 9,-4-11-242,1-1 1,2 0-1,1-2 0,1 0 0,2-1 1,1-1-1,1-1 0,2-1 1,0-1-1,55 42 0,-62-54-310,2-1 0,0-1 0,0 0 0,1-2 0,1 0 0,0-2 0,0 0 1,45 9-1,-56-15 114,0-1 1,0 0-1,0-1 1,0 0-1,1-1 1,-1 0 0,0-1-1,0 0 1,-1-1-1,1 0 1,0 0-1,-1-1 1,0-1-1,1 0 1,-2 0 0,1-1-1,-1 0 1,0-1-1,0 0 1,14-14-1,-14 10 7,0 0-1,-1-1 1,-1 0-1,1 0 1,-2 0-1,0-1 0,0 0 1,-2 0-1,1-1 1,3-23-1,-5 20 111,0 1 1,-2 0-1,0-1 0,-1 1 1,0-1-1,-1 1 1,-1-1-1,-1 1 0,-5-17 1,5 24 78,0-2 94,0 0 0,-1 0 0,0 0 0,-1 1 0,-11-18 0,14 26-148,1 0 1,-1 0-1,1 0 0,-1 1 1,1-1-1,-1 1 1,0-1-1,0 1 1,0 0-1,0 0 0,0 0 1,0 0-1,0 0 1,0 0-1,-1 0 0,1 1 1,0-1-1,0 1 1,-1-1-1,1 1 1,0 0-1,-1 0 0,1 0 1,0 1-1,-1-1 1,1 0-1,0 1 0,0-1 1,-1 1-1,1 0 1,0 0-1,0 0 0,0 0 1,0 0-1,0 0 1,-2 2-1,-2 2 17,0 0-1,0 0 1,0 0-1,1 1 1,0 0-1,1 0 1,-1 0-1,1 1 1,-7 12-1,0 5 65,-13 37-1,16-31-156,2-1 1,0 1-1,-1 40 0,6-57-29,0-6 18,1 0 0,-1 0 0,2 0 0,-1 0 0,2 9 1,-1-13 6,-1-1 0,1 1 1,0-1-1,0 1 1,1-1-1,-1 0 0,0 1 1,1-1-1,-1 0 1,1 0-1,0 0 0,0 0 1,0 0-1,0-1 1,4 4-1,-5-5 26,1 1 0,-1-1-1,0 0 1,1 0 0,-1 0 0,0 0 0,1 0-1,-1 0 1,0 0 0,1 0 0,-1-1 0,0 1-1,1 0 1,-1-1 0,0 1 0,0-1 0,2 0-1,0-1-43,1 1 46,-1-1 0,1 1 0,-1-1 0,0 0-1,1-1 1,-1 1 0,-1 0 0,1-1 0,0 0 0,0 0-1,-1 0 1,0 0 0,1 0 0,-1 0 0,-1 0 0,1-1-1,2-5 1,1-1-8,1-1 2,-1 0 1,0 0 0,0 0-1,-2-1 1,5-20 0,-4 16 24,2-19 143,-2 0 0,-2 0 1,-1 0-1,-1 0 0,-10-66 0,4 40 189,3 28-68,-1-21 1561,-13-55 0,17 106-394,-3 25-174,2 15-977,2 0 1,2 0-1,1 0 1,11 43-1,4-7-2413,30 76 0,-20-75-2556,-8-26-1425,6 12-6001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8.0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50 5705,'0'0'3910,"11"-9"-3333,-11 9-489,0 0 0,1 0 0,-1-1 0,0 1 0,1 0 0,-1 0-1,0 0 1,1-1 0,-1 1 0,0 0 0,1 0 0,-1-1 0,0 1 0,0 0-1,1-1 1,-1 1 0,0 0 0,0-1 0,0 1 0,1 0 0,-1-1 0,0 1-1,0-1 1,0 1 0,0 0 0,0-1 0,0 1 0,0-1 0,0 1 0,0 0-1,0-1 1,0 0 0,-12-5 4549,0 2 619,1-14-3287,7 16 60,7 13-1257,17 24-209,-15-28-512,0 1 0,-1 0 0,0 0 0,6 17 0,28 165 175,-30-133-475,3-1-1,21 65 1,35 69-2056,-56-159 1382,0-2 0,2 1-1,1-1 1,2-1-1,1-1 1,25 33-1,-7-29-2210,-8-16-2803,-9-8-1290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28.9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35 206 10781,'-5'-7'1552,"1"1"-518,0 0 0,0-1 0,0 1 0,1-1 0,0 1 0,-4-12 0,7 15-902,0 0 1,0 0 0,-1 0-1,2 0 1,-1 0 0,0 0-1,1 1 1,-1-1-1,1 0 1,0 0 0,0 0-1,0 1 1,0-1 0,0 0-1,1 1 1,-1-1 0,1 1-1,0 0 1,0-1-1,2-1 1,4-5-6,0 2-1,1-1 1,0 1 0,0 1-1,1-1 1,0 2 0,0-1-1,0 1 1,1 1 0,-1 0-1,1 0 1,0 1 0,0 1-1,1 0 1,-1 0-1,0 1 1,15 0 0,-12 1-79,0 0 0,0 2 0,0-1 0,0 2 0,0-1 0,0 2 0,0 0 0,-1 1 0,1 0 0,-1 1 0,-1 0 0,1 1 0,19 16 0,-18-11-39,-2 0 0,0 1 0,0 1 1,-2 0-1,1 1 0,-2 0 0,0 0 0,-1 1 1,0 0-1,-2 1 0,0-1 0,0 1 1,-2 1-1,3 18 0,2 29-339,-2 0 0,-4 97 0,-3-133 201,-6 167-688,6-193 767,0-1 0,0 1 0,0 0 0,0 0 0,0 0 0,1-1 0,-1 1 0,1 0 0,0-1 0,0 1 0,0 0 0,0-1 0,0 1 0,1-1 0,-1 1 0,1-1 0,-1 0 0,1 0 0,0 1 0,0-1 0,0-1 0,0 1 0,0 0 0,0 0 0,1-1 0,-1 1 0,1-1 0,-1 0 0,1 0 0,-1 0 0,1 0 0,0 0 0,5 1 0,4-1-208,0-1-1,1 1 1,-1-2-1,1 0 1,23-5 0,-24 4 269,1 0-89,115-15-683,-112 15 703,0 2 0,-1 0 1,1 1-1,0 0 0,24 6 1,-38-7 79,1 1 0,-1 0 1,1 0-1,-1 0 0,1 0 0,-1 0 1,0 0-1,1 0 0,-1 1 0,0-1 1,0 1-1,0 0 0,0 0 0,0-1 1,-1 1-1,1 0 0,0 1 1,-1-1-1,0 0 0,1 0 0,-1 1 1,0-1-1,0 0 0,0 1 0,-1-1 1,1 1-1,0 0 0,-1-1 0,0 1 1,1-1-1,-1 1 0,0 0 1,-1-1-1,1 1 0,0-1 0,-1 1 1,0 2-1,-3 10 122,-1-1 0,0 0 0,0 0 0,-16 26 0,16-31-49,-86 155 735,81-136-679,9-26-143,1 0 1,-1 0 0,1 1-1,-1-1 1,0 0-1,0 0 1,0 0 0,0 0-1,0 0 1,-3 3 0,8-4-52,0-1 0,0 0 0,0 0 0,-1 0 0,1 0 0,0 0 0,0-1 0,0 0 0,5-1 0,5-5-78,0-1 0,0-1 0,-1 0 0,-1 0 0,0-1 1,0-1-1,11-13 0,1 1-69,71-66-274,105-128 0,-191 206 469,-1 0 1,0 0-1,0-1 1,-2-1-1,0 1 1,7-19-1,-11 22-10,0 1 0,0 0-1,-1 0 1,0-1 0,0 1-1,-1-1 1,0 1 0,0-1-1,-1 1 1,-1 0 0,-2-13-1,1 7-96,12 22 116,9 11-122,-8-17 138,-5-2-22,3 3-6,0-2-1,0 1 0,0-1 0,0 0 0,0-1 0,0 0 0,0 0 1,0-1-1,0 1 0,0-2 0,0 1 0,0-1 0,10-5 0,8-4-162,-1-1 0,37-24-1,-8 5 37,-51 30 167,0-1 0,1 1 1,-1 0-1,1 0 0,-1 0 0,1 1 1,4-1-1,3-1 89,-9 4-85,0-1 1,0 0 0,1 1 0,-1-1-1,-1 1 1,1 0 0,0 0 0,0 0-1,-1 0 1,1 0 0,1 3-1,19 23 248,-18-23-372,0 0 1,0 0-1,0-1 1,0 1-1,1-1 0,9 7 1,-11-9-45,-1-1 0,1 0 0,0 0 0,0 0 1,0 0-1,0-1 0,0 1 0,0-1 0,1 0 1,-1 1-1,0-2 0,0 1 0,0 0 0,0-1 1,0 1-1,0-1 0,5-2 0,9-2-197,-1-1 0,0 0-1,-1-1 1,0-1 0,0-1-1,0 0 1,-1-1 0,-1 0-1,0-1 1,0-1 0,-1 0-1,0-1 1,-1 0 0,13-20-1,-12 12 756,-2 0 0,0 0-1,-1-1 1,-1-1-1,6-26 1,-13 47-361,0 0 1,1 0-1,-1 0 0,1 0 1,-1 0-1,1 1 1,-1-1-1,1 0 0,0 1 1,0 0-1,3-3 0,-2 2 78,-1 0 84,2 2-67,14-2-85,-1 2 1,31 2-1,-36-1-180,-1-1 1,1 0-1,16-2 0,3 0-140,30-7 411,-44 9-250,4 1-955,35-5-1,-50 3 48,1-1 0,-1 1-1,0-1 1,0 0 0,9-5-1,2-2-4230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30.3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296 371 8589,'0'0'12112,"-3"1"-12089,-3 1-9,0 1-1,0-1 1,1 1 0,-1 1-1,1-1 1,0 1 0,0 0-1,0 0 1,0 0 0,1 1-1,-7 9 1,8-12 63,1 0-1,-1 0 1,1-1 0,-1 1 0,0 0-1,1-1 1,-1 1 0,0-1-1,-5 1 1,-5 4 183,-23 12 1940,-66 23 0,100-40-2111,0-1-1,-1 0 1,1 1 0,0-1-1,0 0 1,0 0 0,0 0-1,0 0 1,0 0 0,0 0-1,0-1 1,-1 1 0,-1-2-1,4 2-77,0 0-1,-1 0 0,1 0 1,-1 0-1,1 0 0,-1 0 1,1 0-1,0-1 0,-1 1 0,1 0 1,-1 0-1,1-1 0,0 1 1,-1 0-1,1-1 0,0 1 1,-1 0-1,1-1 0,0 1 1,0 0-1,-1-1 0,1 1 0,0 0 1,0-1-1,0 1 0,0-1 1,-1 1-1,1-1 0,0 1 1,0 0-1,0-1 0,0 1 0,0-1 1,0 1-1,0-1 0,0 1 1,0-1-1,0 1 0,0 0 1,1-1-1,-1 1 0,0-1 1,0 1-1,0 0 0,0-1 0,1 1 1,-1-1-1,0 1 0,0 0 1,1-1-1,-1 1 0,1-1 1,13-11 79,1 1 0,0 0 0,1 1 1,0 1-1,1 0 0,18-7 0,-6 2-37,423-165-1075,-406 163 770,388-143-5056,-352 131 1951,-42 19-3511,-15 5-2128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30.5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1 12237,'-1'2'307,"-1"0"1,1 0-1,0 0 0,0 0 1,0 1-1,0-1 0,0 1 0,0-1 1,0 0-1,1 1 0,-1-1 1,1 1-1,0-1 0,0 1 0,0-1 1,0 1-1,0 0 0,1-1 1,-1 1-1,2 3 0,1 12 1028,-3-11-885,0 0 0,-1 0 1,1 0-1,-1-1 0,-1 1 0,1 0 0,-5 12 0,3-10-96,0 0 1,1 0-1,-2 18 0,0 161 1239,21 1-4844,-11-140 1290,2 14-1724,1-24-2589,-2-19-2207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30.9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9029,'23'41'2610,"-1"1"-1,30 88 1,-46-112-2416,-1 0 0,-1 0 1,-1 0-1,0 0 0,0 19 0,-3-12-63,2-1 0,6 32 0,-6-43-39,-1-10-17,13-17 5,-2 5-41,32-49-41,-32 41 15,1-1 1,22-22-1,-18 24-5,-3 1-3,2 1 1,25-18 0,-35 28-6,0 0 0,0 1 1,1 0-1,-1 0 0,1 0 1,0 1-1,-1 0 0,1 0 0,0 1 1,0 0-1,12 0 0,4 0-335,0 0-1,0-1 0,0-2 1,0 0-1,32-11 0,-46 11 296,0 1 0,-1 1 0,1 0 0,1 0 0,-1 1 0,0 0-1,0 0 1,0 1 0,1 1 0,-1-1 0,0 1 0,0 1 0,0 0 0,0 0-1,0 1 1,0 0 0,15 8 0,-18-8-165,2 1 1,-1-1-1,0 0 0,0-1 0,1 0 0,-1 0 0,1 0 1,0-1-1,0 0 0,-1-1 0,1 0 0,0 0 1,0 0-1,-1-1 0,1 0 0,0-1 0,-1 0 1,1 0-1,-1-1 0,0 1 0,10-6 0,46-31-4406,-30 21 680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31.0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13 8717,'-37'33'10769,"43"-51"-17010,1 3 2401,6 3-2581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39.9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11 12041,'-1'-1'277,"1"0"0,-1 0 0,1 1 0,-1-1 0,0 0 0,1 1 0,-1-1 0,0 0 0,0 1 0,0-1 0,1 1 0,-1-1 0,0 1 0,0 0 0,0-1 0,0 1 0,0 0 1,0 0-1,0-1 0,0 1 0,0 0 0,0 0 0,0 0 0,0 0 0,0 0 0,0 0 0,0 1 0,-1-1 0,-9 14 4319,3 2-4278,7-15-469,-2 5 453,-1-1 0,1 0 1,-1 0-1,0 0 1,0-1-1,0 0 0,-1 1 1,-8 6-1,-5 3 347,15-12-274,-27 6 511,27-7 24,-14 10-579,14-4-101,5-6-225,-1 0 1,0 0-1,1 0 0,-1 0 1,1-1-1,-1 1 0,1 0 0,-1-1 1,1 1-1,-1-1 0,1 0 1,0 1-1,2-1 0,-1 0 82,17 1-151,-4 1 67,-12-2 54,-2 1-1384,53 25 38,-52-25 1156,-1 1-663,0 1 689,1-1 0,-1 1 0,0-1 0,1 0 0,0 0 0,-1 0 0,5 2 0,-5-4 59,-1 0-1,1 1 0,-1-1 0,0 1 0,1-1 0,-1 1 1,0-1-1,1 1 0,-1 0 0,0 0 0,0 0 1,0 0-1,0 0 0,1 0 0,-1 0 0,-1 0 0,1 0 1,0 0-1,1 2 0,-2-1 29,0 0 0,0 1 1,0-1-1,-1 0 0,1 0 0,-1 1 1,1-1-1,-1 0 0,0 0 0,-1 4 1,-2 5 528,-65 227 1613,63-208-2059,1-1 0,1 1 1,2 1-1,1-1 1,1 0-1,5 34 0,-4-61-115,-1-3-164,1-1 204,-1 0 0,1 1 0,-1-1 0,1 1 0,-1-1 0,1 1 0,-1-1 1,1 1-1,0-1 0,-1 1 0,1 0 0,0-1 0,-1 1 0,1 0 0,0-1 0,-1 1 0,1 0 0,1 0 0,13-9-194,19-35-276,-32 42 407,-2 1 69,0 0 0,0 0 0,0 0 1,1 0-1,-1 0 0,1 1 0,-1-1 0,0 0 0,1 0 0,-1 0 0,1 0 0,0 1 0,-1-1 0,1 0 0,0 1 1,0-2-1,1 1-6,-1 0 1,0 0-1,0 0 1,0 0-1,0-1 1,0 1-1,0 0 1,-1-1 0,1 1-1,0-1 1,0-2-1,0 2-69,6-23 224,-7 24-253,0 0 0,1 0 1,-1 0-1,1 0 0,-1 0 0,1 0 0,-1 0 0,1 0 1,-1 0-1,1 1 0,0-1 0,-1 0 0,1 0 1,0 1-1,0-1 0,0 0 0,0 1 0,-1-1 0,1 1 1,0-1-1,0 1 0,0 0 0,0-1 0,1 1 1,-12-34-616,10 24-711,0-1 1,-1 1-1,-1-1 0,0 0 1,0 1-1,-7-17 0,3 9-2812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40.4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1 444 5801,'11'-56'1600,"-9"45"8533,5 29-8326,-3-10-1596,-2 1-1,1 0 1,-1 0-1,-1 0 1,1 0-1,-1 0 1,-1 0 0,0 0-1,0 0 1,-1 0-1,-2 14 1,0 7 314,-15 343 2973,15-277-3175,6 83 219,1-157-445,-4-22-99,0 0 0,0 1 0,1-1 0,-1 0 0,0 1 0,0-1 0,0 0 0,1 0 0,-1 1 0,0-1 0,1 0 0,-1 0 0,0 0 0,1 1 0,-1-1 0,0 0 0,1 0 0,-1 0 0,0 0 0,1 0 0,-1 0 0,0 0 0,1 0 0,-1 0 0,0 0 0,1 0 0,-1 0 0,0 0 0,1 0 0,-1 0 0,1 0 0,1-2-23,1 1 0,-1-1 0,0 0 1,0 1-1,0-1 0,0 0 0,0 0 0,-1-1 0,1 1 0,-1 0 0,1-1 0,-1 1 1,0 0-1,2-5 0,9-23-219,-1-1 1,-1-1-1,-2 0 1,8-62-1,-2-140-601,-9 129 521,-3 62 229,27-343-527,-27 363 634,1 0 1,2 1-1,0-1 0,1 1 1,1 1-1,13-28 0,-19 48 15,-1 0-1,1 0 1,0 0-1,0 0 1,0 0 0,0 0-1,0 0 1,0 0-1,1 0 1,-1 1 0,0-1-1,0 0 1,1 1-1,-1-1 1,0 1 0,1 0-1,-1-1 1,0 1-1,1 0 1,-1 0-1,0 0 1,1 0 0,-1 0-1,1 0 1,-1 0-1,0 0 1,1 0 0,-1 1-1,0-1 1,1 1-1,-1-1 1,0 1-1,1-1 1,-1 1 0,0 0-1,0-1 1,0 1-1,2 1 1,2 2 84,0-1 0,0 1 1,-1 0-1,1 0 0,-1 1 0,0-1 1,6 11-1,1 4 124,-1 1 0,-2 1-1,0 0 1,-1 0 0,5 25 0,14 116 610,-18-103-620,10 121 27,-7 193 1,4 47-6883,-15-413 5148,1 1 1,0-1-1,1 1 0,0-1 1,0 1-1,5 9 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40.7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75 399 11265,'-2'0'162,"-1"0"-1,0 1 1,0-1-1,1 0 1,-1 0-1,0-1 1,1 1-1,-1-1 0,0 1 1,1-1-1,-1 0 1,1 0-1,-1 0 1,1 0-1,-1 0 1,1-1-1,0 1 1,0-1-1,-1 1 1,1-1-1,0 0 1,0 0-1,1 0 1,-1 0-1,0 0 1,1 0-1,-1-1 1,1 1-1,0 0 1,0-1-1,0 1 1,0-1-1,0 0 1,0 1-1,0-6 1,0 5-62,1-1 0,0 1 0,-1-1 0,1 1 0,0-1 0,1 0 1,-1 1-1,1-1 0,0 1 0,-1-1 0,2 1 0,-1-1 0,0 1 0,1 0 0,-1-1 0,1 1 0,0 0 0,0 0 1,0 0-1,1 1 0,-1-1 0,0 0 0,1 1 0,0 0 0,4-3 0,9-7-277,1 0 0,0 2-1,25-12 1,-25 13-2,254-104-5343,-162 72 2181,-58 22 346,-1-1-956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41.7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322 427 6773,'-27'15'7916,"-7"-21"-4109,13-17-3489,-1 44 73,2 1 0,1 0 0,1 2-1,0 0 1,2 1 0,1 0 0,-18 44 0,17-30-183,1 0 0,3 2 1,1-1-1,-9 74 1,18-104-185,1-1 0,0 1 0,1 0 0,0 0 0,1 0 0,0 0 0,0 0 0,1-1 0,0 1 0,1 0 0,0-1 0,6 13 0,-8-21-31,0 0 1,0 0 0,0 0-1,0 0 1,-1 0-1,1 0 1,0 0 0,1 0-1,-1-1 1,0 1-1,0 0 1,0-1 0,0 1-1,0-1 1,1 1-1,-1-1 1,0 0 0,1 1-1,-1-1 1,0 0-1,0 0 1,2 0 0,1 0-13,-1-1 1,0 1-1,1-1 1,-1 0 0,0 0-1,0 0 1,0 0-1,6-3 1,0-2-44,1-1 1,-1 0-1,0 0 0,13-13 0,0-6-152,-1-1 0,29-47 0,-39 54 209,2 0-1,0 1 1,1 1-1,1 0 1,0 0 0,2 2-1,34-28 1,-48 42 23,0 1-1,0-1 1,0 0-1,0 1 1,1 0 0,-1 0-1,0 0 1,1 0 0,-1 0-1,1 1 1,-1-1-1,1 1 1,-1 0 0,1 0-1,-1 0 1,1 1-1,-1-1 1,1 1 0,-1 0-1,0 0 1,1 0-1,-1 0 1,0 1 0,0-1-1,0 1 1,0 0 0,4 3-1,7 6-13,0 1 0,-1 1-1,-1 0 1,15 20 0,3 3-292,-18-24-272,0 0-1,0-1 1,1 0 0,0-1-1,1 0 1,21 10 0,-28-16 222,0-1 1,0 0-1,0-1 0,1 1 1,-1-2-1,1 1 1,0-1-1,-1 0 0,1-1 1,0 1-1,0-2 1,0 1-1,-1-1 1,1 0-1,0-1 0,-1 1 1,8-4-1,-5 1 131,-1 0 0,0-1 1,0 1-1,0-2 0,-1 1 0,0-2 0,0 1 1,0-1-1,-1 0 0,0 0 0,8-11 0,-7 6 141,0 0-1,-1-1 1,-1 0-1,0 0 1,0 0-1,-1-1 0,5-23 1,-4 10 329,-2 14 84,-1 0 1,0-1-1,-1 1 1,0 0-1,-1-1 0,-1 1 1,0-1-1,-1 1 0,0-1 1,-6-21-1,5 28 66,0-1 0,0 0-1,-1 0 1,0 1-1,-1 0 1,-7-13 0,10 18-294,-1 0 0,0 0 1,0 0-1,1 0 0,-1 1 1,0-1-1,0 0 0,-1 1 1,1 0-1,0 0 0,0-1 0,-1 1 1,1 1-1,0-1 0,-1 0 1,1 0-1,-1 1 0,1 0 1,-1-1-1,0 1 0,1 0 1,-1 0-1,1 0 0,-1 1 0,1-1 1,-6 2-1,3-1-23,0 1 0,0 0 1,-1 0-1,1 0 0,1 1 0,-1-1 0,0 1 1,1 1-1,-1-1 0,1 0 0,0 1 0,0 0 1,-5 6-1,0 3 82,0 0 1,1 1-1,-8 18 1,-1 2-12,16-32-192,0 0 0,0 1 0,1-1 0,-1 1 0,1-1 1,-1 1-1,1-1 0,0 0 0,0 6 0,0-1-125,0-4-225,21 1-842,-20-3 1176,0-1 0,0 1-1,0-1 1,0 1 0,0-1 0,0 0 0,0 0-1,1 1 1,-1-1 0,0 0 0,0 0 0,0 0-1,0 0 1,1 0 0,-1-1 0,0 1 0,0 0-1,0-1 1,0 1 0,0 0 0,0-1 0,1 1-1,-1-1 1,0 0 0,0 1 0,-1-1-1,1 0 1,0 0 0,0 1 0,0-1 0,0 0-1,-1 0 1,2-1 0,11-14-313,-1-1 1,-1 0-1,0 0 0,-1-1 1,-1-1-1,0 0 0,7-25 1,30-147-535,-22 84 781,-13 49 604,-7 34 132,13-45-1,-16 68-563,1 0-1,-1 0 0,0 0 1,1 0-1,-1 0 0,1 0 1,-1 0-1,1 1 0,0-1 1,-1 1-1,1-1 0,0 1 0,-1 0 1,1-1-1,0 1 0,-1 0 1,1 0-1,0 0 0,1 1 1,0 0-11,-1 0 0,1 0 0,-1 1 1,0-1-1,1 1 0,-1-1 1,0 1-1,0 0 0,0 0 0,-1 0 1,1 0-1,0 0 0,-1 1 1,1-1-1,1 4 0,19 41 246,-19-41-274,51 123-794,-53-127 665,0 0 0,0 0 0,0 0 0,0 0 0,0 0 0,1 0 0,-1-1 0,1 1 0,-1-1 0,1 1 0,0-1 1,0 1-1,0-1 0,-1 0 0,1 0 0,0 0 0,1 0 0,-1 0 0,0-1 0,0 1 0,0 0 0,0-1 0,0 0 0,1 1 0,-1-1 1,3 0-1,4-1-295,-1-1 1,1 1-1,0-2 1,-1 1-1,12-6 1,-4 2 75,6-2 97,1 1-1,0 0 1,0 2-1,1 1 1,-1 0-1,31 1 1,-18 4 36,-25 0 184,-1 0 1,0-1-1,0-1 0,1 1 0,-1-2 1,0 1-1,0-1 0,0-1 0,10-3 1,-17 4 181,1 0-1,0 0 1,0 1 0,1-1 0,-1 1 0,0 0 0,0 0 0,1 1 0,-1-1 0,0 1-1,1 0 1,-1 0 0,0 1 0,1-1 0,-1 1 0,0 0 0,0 0 0,8 3 0,-10-2 346,-1-2-442,0 0 1,-1 0-1,1 0 0,0 0 0,-1 1 1,1-1-1,-1 0 0,1 0 0,-1 1 1,1-1-1,0 1 0,-1-1 0,1 0 1,-1 1-1,0-1 0,1 1 0,-1-1 1,1 1-1,-1-1 0,1 2 1,3 3-1377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0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12213,'5'-8'18731,"-4"13"-17704,2 3-3779,2 3 3049,0 0 1,1 0-1,1 0 1,0-1 0,0 0-1,1 0 1,13 11-1,72 62 826,-56-52-1078,34 28-1593,147 96 0,-188-136-994,13 9-2395,-13-16-5451,-14-8 1568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0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 10481,'-43'25'5515,"33"-20"-4229,-1 0 0,1 1 0,-10 8 0,0 4-511,2 0 1,0 0-1,1 2 1,1 0-1,1 1 1,0 1-1,-17 35 0,17-22-1058,1 0-1,1 1 1,3 0-1,-11 57 1,8-25-1706,-4 26-2153,11-29-2658,5-14-3211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0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3 115 11457,'0'0'5966,"-1"3"-4979,1-1-888,-1 0 0,1 0 0,0 0 0,-1 0 0,1 1 0,0-1 0,0 0 0,1 0 0,-1 0 0,0 0 0,1 0 0,-1 0 0,1 0 0,0 0 0,-1 0 0,1 0 0,0 0 0,3 3 0,-1-2-33,0 0 1,0 0-1,0 0 0,0-1 1,1 1-1,-1-1 1,1 0-1,0 0 0,0 0 1,4 1-1,9 3-41,1 0 0,0-2 0,0 0 0,0-1 0,0-1 1,0 0-1,23-2 0,-14-1-152,0-2 1,-1 0 0,0-2 0,34-10 0,-51 11 200,0 0 0,-1-1 0,1 1 0,-1-2 1,0 1-1,0-1 0,-1 0 0,1-1 1,-2 0-1,1 0 0,-1-1 0,0 1 1,0-1-1,-1-1 0,0 1 0,-1-1 0,1 1 1,-2-1-1,1-1 0,2-13 0,-5 20 154,1 1-10,18-18 134,-19 18-292,1 4 0,8 11-19,-1 0 0,-1 1 0,0 1 0,-1-1 0,-1 1 0,0 0 0,-1 0 0,6 27 0,14 137 104,-19-125-61,-2-4-55,-2 1 0,-2-1-1,-9 57 1,-34 150 59,40-241 112,-1-1 1,-1 1-1,-11 26 1,14-39 331,-1-4-226,1 1-272,-1 0 0,1-1 1,0 1-1,0-1 0,0 0 1,0 1-1,0-1 0,0 0 0,0 0 1,0 0-1,0-1 0,0 1 1,1 0-1,-1-1 0,0 1 1,1-1-1,-1 1 0,-1-3 0,1-1 7,-1 0-1,1-1 0,0 1 0,0 0 1,1-1-1,-2-9 0,1 0-132,0 1 0,1-1 0,1 1 0,0-1 0,1 0 1,1 1-1,4-17 0,32-98-2731,-29 103 2024,-3 5 90,32-89-3282,-9 36-1657,4 3-3104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1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7581,'0'0'15292,"11"-8"-14733,-9 7-530,0 0 0,1 0 0,-1 0 0,0 1 0,1-1-1,-1 1 1,1-1 0,-1 1 0,1 0 0,-1 0 0,0 0 0,1 0 0,-1 1 0,1-1-1,-1 1 1,1-1 0,-1 1 0,0 0 0,5 2 0,42 25 58,-44-25-76,7 6-4,-1 0 0,0 0 0,-1 1 0,0 1 0,-1-1 0,0 2 0,0-1 0,-1 1 0,-1 0 0,0 1 0,-1 0 0,0 0 0,-1 0 0,0 1 0,-1 0 0,0 0 1,2 27-1,-2 0 13,-3 0 1,-1 0-1,-1 0 1,-3 0 0,-9 42-1,-27 88 20,-5 31 326,43-193-361,0 5 44,0 0 1,1 0 0,0 0 0,1 1 0,3 23 0,-2-35-42,-1 1 1,1-1-1,0 0 1,1 0-1,-1 0 1,0 0-1,1 0 1,0 0-1,-1 0 1,1-1-1,1 1 1,-1-1 0,0 1-1,0-1 1,1 0-1,-1 0 1,1 0-1,0 0 1,0 0-1,0-1 1,0 1-1,0-1 1,0 0 0,0 1-1,0-2 1,0 1-1,0 0 1,1-1-1,-1 1 1,5-1-1,11 1-133,0-1 0,0-1 0,0-1 0,0-1 0,-1 0 0,1-2 0,-1 0 0,0-1 0,0-1 0,0 0 0,17-11 1,25-17-3598,95-71 1,-105 69-358,14-9-5248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2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10 12889,'10'-9'4424,"-34"11"-885,21-1-3630,3-1 203,-1 0-1,0 1 1,1-1-1,-1 1 1,1-1-1,-1 0 1,1 1-1,-1-1 1,1 1-1,-1 0 1,1-1-1,-1 1 1,1-1-1,0 1 1,-1 0-1,1-1 1,0 1-1,-1 0 1,1-1-1,0 1 1,0 0-1,0 0 1,-1 1 278,-15 25 1437,10-19-1346,0 1 1,2 0-1,-1 0 1,-5 16 0,1 8 398,1 1 0,-4 58 0,3 75 294,5-76-796,3-39-697,1 0 0,11 67 1,15 28-3522,-22-134 2876,0 0 0,0 0 0,1 0 1,7 11-1,16 25-7205,-5-11-3206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3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12549,'1'0'300,"-1"-1"0,1 1 0,0-1-1,-1 1 1,1-1 0,0 1 0,0 0 0,-1-1-1,1 1 1,0 0 0,0 0 0,0-1 0,0 1-1,-1 0 1,1 0 0,0 0 0,0 0-1,0 0 1,0 0 0,-1 1 0,1-1 0,0 0-1,0 0 1,0 0 0,-1 1 0,1-1 0,0 1-1,0-1 1,-1 0 0,1 1 0,0-1 0,-1 1-1,1-1 1,0 1 0,-1 0 0,1-1 0,-1 1-1,1 0 1,0 0 0,7 8-1363,-3-5 1126,106 103 1029,-99-93-1041,0 0 0,-1 1 1,-1 1-1,0-1 0,-1 1 0,10 25 1,-6-5 135,-2-1 0,-1 1 0,-2 1 0,-1 0 0,-2 0 0,-1 0 0,-2 1 0,-2-1 1,-2 1-1,-6 37 0,6-42-150,2-33-41,0 0 0,0 0-1,0 1 1,0-1 0,0 0-1,0 0 1,-1 0 0,2 0 0,-1 0-1,0 0 1,0 1 0,0-1-1,0 0 1,0 0 0,0 0 0,0 0-1,0 0 1,0 0 0,0 0-1,0 1 1,0-1 0,0 0 0,0 0-1,0 0 1,0 0 0,0 0-1,0 0 1,1 0 0,-1 0 0,0 0-1,0 0 1,0 0 0,0 1-1,0-1 1,0 0 0,0 0 0,0 0-1,1 0 1,-1 0 0,0 0-1,0 0 1,0 0 0,0 0 0,0 0-1,0 0 1,1 0 0,-1 0-1,0 0 1,0 0 0,0 0 0,0 0-1,0 0 1,0 0 0,0 0-1,1-1 1,-1 1 0,0 0 0,0 0-1,0 0 1,0 0 0,0 0-1,0 0 1,0 0 0,0 0-1,0 0 1,0 0 0,1-1 0,-1 1-1,0 0 1,8-3-234,1 0-1,-1-1 0,0 0 1,0 0-1,0 0 1,-1-1-1,1-1 0,-1 1 1,9-10-1,4-7-2052,28-40-1,-40 51 1587,32-41-5407,3-3-3905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3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24 7625,'-37'7'6775,"37"-9"-6656,0 1 1,0 0-1,1-1 1,-1 1-1,0 0 1,1 0-1,-1 0 1,1-1-1,0 1 1,-1 0-1,1 0 0,0 0 1,-1 0-1,1 0 1,0 0-1,0 0 1,0 0-1,0 1 1,0-1-1,0 0 1,0 1-1,0-1 1,1 0-1,-1 1 0,0-1 1,0 1-1,0 0 1,1-1-1,-1 1 1,2 0-1,41-4 694,-39 4-729,10 0 44,1 1 0,-1 1 0,0 0 0,1 0-1,-1 2 1,0 0 0,-1 1 0,1 0 0,-1 1-1,0 0 1,0 2 0,-1-1 0,0 2-1,0 0 1,-1 0 0,0 1 0,-1 1 0,0 0-1,-1 0 1,15 21 0,-24-31-122,11 18 126,1-1 0,1-1 0,29 30-1,-2-7 51,71 56-1,-91-81-149,-2-2-24,0 0-1,-2 1 1,1 1-1,-2 1 0,19 23 1,-33-36-7,0 1 1,0 0 0,0-1 0,0 1-1,-1 0 1,0 0 0,0 0 0,0 0-1,0 0 1,0 0 0,-1 0 0,0 0-1,0 0 1,0 0 0,-1 7 0,0-4 1,-1 0 1,0 0 0,0 0 0,-1 0-1,1 0 1,-1-1 0,-7 11 0,-1-1-11,-1-1 0,0 0 0,-1-1 0,-26 21 0,-67 45-656,57-44 23,-58 46-2803,56-43-2375,7-6-3314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4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11261,'-1'0'405,"1"0"-1,-1 0 1,0 0-1,0 1 1,0-1-1,1 0 1,-1 1 0,0-1-1,0 0 1,1 1-1,-1-1 1,0 1-1,1-1 1,-1 1 0,0-1-1,1 1 1,-1-1-1,1 1 1,-1 0-1,1-1 1,-1 1 0,1 0-1,0 0 1,-1-1-1,0 2 1,-5 31 3301,7 37-2415,-1-66-862,10 78 1203,4-1-1,30 100 1,-20-84-1095,-21-86-560,66 243 204,-55-209-1307,3-1-1,2-1 1,36 62 0,-42-84-232,16 23-2280,-2-21-5705,-8-10-1625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32 285 12597,'-2'-1'254,"-1"0"-1,1 0 0,0-1 1,0 1-1,0-1 1,1 1-1,-1-1 0,0 0 1,1 0-1,-1 0 1,1 0-1,-1 0 0,1 0 1,0 0-1,0 0 1,0-1-1,0 1 0,0 0 1,1-1-1,-1 1 1,1-1-1,-1 1 0,1 0 1,0-1-1,0 1 1,0-1-1,1-3 0,-1-6 531,1 0-1,1 0 0,0 1 0,0-1 1,8-19-1,-7 25-745,0 0 1,1 0 0,-1 0-1,1 1 1,0-1 0,1 1-1,-1 0 1,1 1 0,0-1-1,0 1 1,1 0 0,7-5-1,4-1-539,1 0 0,0 1-1,33-13 1,-40 19-332,1 0 0,0 1 0,12-2 0,-13 3-711,-1 1 1,0 0 0,0 1-1,13 2 1,31 10-7313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5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44 489 12317,'-7'9'2144,"-3"-18"-147,-4-3 1859,8-6-2368,-1-1-232,10-2-224,4-15-236,16 9-384,11-6-596,10-3-280,-1-6-364,11-4-632,3-2-684,0-9-656,-1 6-2361,-5 8-4112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3:55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27 409 13465,'-27'-6'10881,"28"3"-10681,-1 0 0,1 0 0,-1-1 0,1 1 0,0 0 0,0 0 0,0 0 0,1 0 0,-1 0-1,1 0 1,-1 0 0,1 0 0,0 1 0,0-1 0,1 1 0,-1-1 0,3-1 0,7-6-81,-1 1 0,22-12 0,-9 6 149,41-28-213,54-38-375,-102 68 207,0-1 0,-1-1 0,-1 0 0,18-23 0,-32 36 97,2-1-4,0 0 0,-1 0 0,0 0 0,0-1 0,0 1 0,0 0 0,0-1 0,-1 0 0,1 1 0,-1-1 0,0 0 0,1-4 0,-4 5 75,1 1 0,0 0 0,-1 0 0,0 0 0,1 0 0,-1 0 1,0 0-1,0 0 0,0 1 0,-3-3 0,2 5-4,-1 0 1,0 0-1,0 0 0,1 0 1,-1 1-1,0-1 0,1 1 1,-1 0-1,1 0 1,0 0-1,-3 3 0,1-2 21,-4 4 38,-1-1-1,1 2 1,1-1 0,-1 2-1,1-1 1,1 1 0,-1 0-1,2 0 1,-1 1 0,1 0-1,1 0 1,0 1 0,-5 12-1,8-16-103,0-1 0,1 0 0,-1 1 0,1 0 0,1-1 0,-1 1-1,1-1 1,0 1 0,1 0 0,0-1 0,0 1 0,0-1 0,0 1 0,1-1-1,1 1 1,-1-1 0,1 0 0,0 0 0,0 0 0,0-1 0,1 1 0,0-1-1,0 0 1,6 6 0,1-2-308,-1 0-1,1-1 1,0-1 0,1 0-1,0-1 1,0 0-1,0 0 1,1-2 0,0 1-1,0-2 1,25 5-1,0-3-1611,0-2 0,73-2 0,50-14-7263,-70 9 269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01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41 161 7421,'0'0'4395,"-2"-3"-3625,2 2-554,-1 1 0,1-1 0,-1 0 0,1 0-1,-1 0 1,1 0 0,0 0 0,-1 0-1,1 0 1,0 0 0,0 1 0,-1-1-1,1 0 1,0 0 0,0 0 0,0 0-1,0 0 1,0 0 0,1 0 0,-1 0-1,0 0 1,0 0 0,1 0 0,-1 0-1,0 0 1,1 0 0,-1 0 0,1 0-1,-1 1 1,1-1 0,1-1 0,14-8 2793,-19 11-2940,-34 4 1496,41-5-1524,1 0 1,-1 0 0,0-1 0,0 1-1,1-1 1,-1 0 0,0-1 0,6-2 2220,-40-12-325,23 14-1894,-11-2-112,17 4 67,1 0 0,0 0 1,0 0-1,-1 0 0,1 0 0,0 0 0,-1 1 0,1-1 1,0 0-1,0 0 0,-1 0 0,1 1 0,0-1 0,0 0 0,0 0 1,-1 0-1,1 1 0,0-1 0,0 0 0,0 1 0,0-1 1,-1 0-1,1 0 0,0 1 0,0-1 0,0 0 0,0 1 1,0-1-1,0 0 0,0 1 0,0-1 0,0 0 0,0 0 1,0 1-1,0-1 0,0 0 0,0 1 0,0-1 0,1 0 1,-1 1-1,0-1 0,0 0 0,0 0 0,0 1 0,0-1 1,1 0-1,-1 0 0,0 1 0,0-1 0,0 0 0,1 0 1,-1 0-1,1 1 0,2 6 19,-1-1 0,0 1-1,0 1 1,0-1 0,-1 0 0,0 8 0,4 13 50,34 183 445,6 23-204,-10-15-184,-24-134-103,-4-50-178,23 67-1,-19-69 36,-10-32 83,0 0 1,0 0 0,0 0-1,0 0 1,1 0 0,-1 0-1,0 0 1,0 0 0,1 0-1,-1-1 1,1 1 0,-1 0-1,0-1 1,1 0 0,-1 1-1,1-1 1,-1 0 0,1 1-1,1-1 1,-1-2 4,1 1 1,-1-1-1,0 0 0,0 0 1,-1 0-1,1 0 1,0 0-1,0 0 0,-1 0 1,0-1-1,1 1 1,-1-1-1,0 1 0,0-1 1,0 1-1,-1-1 0,1 1 1,0-1-1,-1 0 1,0-4-1,5-56-442,-10-46-906,-22-128 0,3 37 528,-24-108 192,47 306 660,-5-37-77,-3-68 1,9 107 78,0 0 1,0 0 0,0 0 0,0 0-1,0 0 1,0 0 0,0-1 0,0 1-1,0 0 1,0 0 0,0 0 0,0 0-1,0 0 1,0-1 0,0 1-1,0 0 1,0 0 0,0 0 0,0 0-1,0 0 1,0 0 0,0-1 0,0 1-1,1 0 1,-1 0 0,0 0-1,0 0 1,0 0 0,0 0 0,0 0-1,0 0 1,0 0 0,0 0 0,1-1-1,-1 1 1,0 0 0,0 0 0,0 0-1,0 0 1,0 0 0,0 0-1,1 0 1,-1 0 0,0 0 0,0 0-1,0 0 1,0 0 0,0 0 0,1 0-1,-1 0 1,0 0 0,7-1-10,-3 1 7,0-1 0,-1 1 0,1-1 0,0 1 0,0 0 0,-1 0 0,1 1 0,0-1 0,0 1 0,-1 0 0,1 0 0,-1 0 0,1 0 0,-1 1 0,5 1 0,13 10-6,0-1 0,-1 2 0,-1 1 0,0 1 0,26 27 0,10 15-33,70 56 0,-68-70-29,-42-33-3,0-1 1,-1 2 0,0 0-1,-1 0 1,0 1-1,-1 1 1,17 25 0,-28-36 66,1 0 0,-1 0 0,0 0 0,-1 0 0,1 0 0,-1 0 0,1 0 0,-1 0 0,0 0 0,0 1 0,0-1 0,-1 0 0,0 6 0,-15 38 26,12-34-14,-5 9 54,-1 0-1,0-1 0,-2-1 0,0 1 0,-17 19 1,-81 88 402,78-93-344,21-23-41,-32 35 137,-62 88 1,105-134-216,-1-1 0,1 1 1,-1 0-1,1-1 0,-1 1 1,1 0-1,0-1 0,-1 1 1,1 0-1,0 0 0,0-1 1,0 1-1,-1 0 0,1 0 1,0 0-1,0-1 0,0 1 1,0 0-1,0 0 0,1 0 1,-1-1-1,0 1 1,0 0-1,0 0 0,1 0 1,-1-1-1,0 1 0,1 0 1,-1-1-1,1 1 0,-1 0 1,1-1-1,-1 1 0,1 0 1,-1-1-1,1 1 0,-1-1 1,1 1-1,0-1 0,-1 1 1,2-1-1,1 2-24,0-1 1,0 0 0,-1 0-1,1 0 1,0-1-1,0 1 1,0-1 0,0 1-1,5-1 1,5-3-153,0 0 1,1-1 0,-1 0-1,-1-1 1,1 0 0,-1-1-1,18-12 1,-7 6-188,54-32-1437,-3-2-1,124-103 1,106-141 3442,-241 220 5432,-59 76-6599,-3-5-442,0 1 1,0-1 0,1 1-1,-1-1 1,-1 1-1,1 0 1,0-1 0,0 1-1,0 0 1,-1-1-1,1 3 1,-13 19-307,-23 39-1707,8-25-4076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02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47 197 12269,'-10'-45'1964,"0"33"-376,0 0 985,0-4-1761,3 4-352,11-12-1216,-1 3-724,0-3-589,4 3-2395,10 12-3449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02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1 655 8381,'15'2'9637,"1"-9"-5446,13-18-4266,-5 4 1030,18-6-525,63-37-128,-93 58-378,0 0-1,-1-1 1,0-1 0,0 0-1,12-11 1,-18 14 47,0-1 1,-1 1-1,0-1 0,0 1 0,-1-1 1,1 0-1,-1-1 0,0 1 0,-1-1 1,0 1-1,3-13 0,-2 6 14,-3 11 18,1-2-9,6-22-7,-7 26 13,0 0-1,0 0 1,0 0-1,0 0 1,-1 0-1,1 0 1,0 0-1,0 0 1,0 0-1,0 0 1,0 0-1,0 0 1,0 0-1,0 0 1,0 1-1,0-1 1,0 0 0,0 0-1,0 0 1,0 0-1,0 0 1,0 0-1,0 0 1,0 0-1,0 0 1,-1 0-1,1 0 1,0 0-1,0-1 1,0 1-1,0 0 1,0 0-1,0 0 1,0 0-1,0 0 1,0 0-1,0 0 1,0 0-1,0 0 1,0 0-1,0 0 1,0 0 0,0 0-1,0 0 1,0 0-1,0 0 1,0 0-1,-8 15-24,7-12-57,1 1 158,1 18-1919,4-19 447,3-9 884,-6 2 538,1 0 1,-1 0-1,0 0 0,0 0 0,0-1 0,-1 1 0,1-1 0,-1 1 0,1-8 0,-2 8 544,1 1-393,-1 1-150,0 0-1,1 0 1,-1 0 0,1 1 0,0-1-1,-1 0 1,1 0 0,0 0 0,0 0-1,0 1 1,0-1 0,1 0 0,-1 1 0,0-1-1,1 1 1,2-3 0,0 2-40,0 0 0,0 0 0,0 1 0,0-1-1,0 1 1,0 0 0,1 0 0,4 0 0,3-1-521,-1-1-1,1-1 0,-1 0 0,1 0 1,-1-1-1,16-10 0,59-44-3090,-79 54 3510,17-15-719,0-1 0,25-28-1,-23 22 135,-3-5-3038,-10 14 619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08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9705,'-25'7'2027,"20"-5"1321,8-1-1959,-1 0-1270,0-1 1,-1 1-1,1 0 1,-1 0-1,1 0 1,-1 0-1,1 0 1,-1 0-1,1 1 1,-1-1-1,0 0 1,0 1-1,0-1 1,0 1-1,0-1 1,0 1-1,0-1 1,0 1-1,-1 0 1,1-1-1,0 1 1,-1 0-1,0 0 1,1-1-1,-1 1 1,0 0-1,0 0 1,0 0-1,0 0 1,-1 2-1,5 153 3423,-4-114-2947,3 137 1381,26 135-1560,-18-251-2060,23 77-1,-29-126 911,0-1 0,1 1 0,15 26 0,8-5-2237,-24-31 1558,0 0 1,0-1-1,1 0 0,11 6 0,6 2-6045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08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12953,'-11'9'3525,"10"-7"-3287,0 0 0,-1 1 1,1-1-1,0 0 0,0 0 1,0 1-1,0-1 0,1 0 1,-1 1-1,0-1 0,1 1 1,0-1-1,0 1 0,0-1 1,0 1-1,0-1 0,0 1 1,1-1-1,-1 1 0,1-1 1,-1 0-1,3 5 1,3 10-24,0 0 0,10 17 1,-13-27-1,9 16-505,1-1-1,1 0 1,0-1-1,29 32 1,-30-40-916,0 0 0,0-1 0,1-1 0,23 14 0,23-1-5234,-42-14 525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08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76 6149,'0'0'910,"-2"-4"-252,-12-28 375,13 29-731,8-15-640,3-1 2824,-8 21-1927,2 0-486,-1 0 0,1 1-1,-1-1 1,1 1 0,-1 0 0,0 0 0,0 0 0,0 1-1,-1-1 1,1 1 0,-1-1 0,0 1 0,0 0-1,2 6 1,-3-10-108,28 54-1129,-11-32-3033,-3-8-274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08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5 193 10873,'0'0'1982,"-1"-3"-101,1 2-1667,-1-1 0,1 1 0,-1 0 1,1-1-1,-1 1 0,1 0 0,0-1 0,0 1 0,0-1 0,0 1 1,0 0-1,0-1 0,0 1 0,0-1 0,1 1 0,-1 0 0,0-1 0,1 1 1,-1 0-1,1-1 0,1-1 0,25-20 2456,-14 15-3549,6-4 405,0 2-1,1 0 1,0 1 0,1 2-1,0 0 1,0 1 0,32-5 0,-38 9 343,1 0 0,20 1 1,34-4-530,23-13-1279,-27 0-4274,-37 9 957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3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67 4624,'0'0'6964,"0"-3"-6514,-13-58 2030,13 58-1701,-3 5-843,-2 1 716,0 1 0,0 1 0,1-1 0,-1 0 0,1 1 1,0 0-1,0 0 0,1 0 0,0 1 0,-5 8 0,-6 10-1341,-1-3 903,2 2 1,0-1-1,1 2 0,1 0 1,-12 42-1,20-58-203,2 0-1,-1 0 1,1 0-1,0 0 0,1 0 1,0 1-1,0-1 1,1 0-1,0 0 1,1 0-1,-1 0 0,1 0 1,1 0-1,0 0 1,0-1-1,0 1 0,1-1 1,0 0-1,1 0 1,-1 0-1,1-1 0,7 7 1,10 7-194,1-1 0,1-1 1,0-1-1,2-1 0,33 15 0,58 39-300,-106-63 440,-1 0-1,0 1 1,-1 1-1,0 0 1,11 13-1,-17-18 51,-1-1 0,1 1 0,-1 0-1,0 0 1,-1 0 0,1 0 0,-1 0 0,0 1-1,1-1 1,-2 0 0,1 1 0,-1-1-1,1 0 1,-1 1 0,0-1 0,-1 1 0,1-1-1,-1 0 1,-2 9 0,-1-2 25,0-1 1,0 1-1,-1 0 0,-1-1 1,0 0-1,0-1 0,-1 1 1,-10 10-1,3-5 27,-1 0-1,-1-2 0,0 0 0,-20 12 1,-6 0-111,-1-2 0,-2-2 0,-54 18 0,81-31-509,-1-2 1,0 0 0,0-1 0,-1-1-1,-38 3 1,17-9-1646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3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11273,'0'-4'1568,"-1"0"-1202,1 0 0,0 0 0,1 0 0,-1 0 0,1 0 1,-1 0-1,1 0 0,1 0 0,1-6 0,-1 8-394,-1 0-1,1 0 0,0 0 0,0 0 1,0 0-1,0 1 0,0-1 0,0 1 1,0-1-1,1 1 0,-1 0 0,0 0 1,1 0-1,-1 0 0,1 0 0,-1 0 1,1 1-1,2-1 0,50-7-2161,0 3-1,98 3 0,-93 3 2345,-52-1 67,-1 1 1,1 0-1,-1 0 0,1 1 0,-1 0 1,1 0-1,-1 1 0,0 0 0,0 1 0,-1-1 1,1 1-1,-1 0 0,1 1 0,-1 0 1,-1 0-1,1 0 0,-1 0 0,0 1 0,8 10 1,4 10 709,0 1 1,-2 0 0,17 42 0,-31-67-896,14 37 764,14 58-1,-19-59-568,22 51-1,-32-88-258,0 0-1,0 0 0,1 0 0,-1 0 0,1 0 0,-1 0 0,1 0 0,-1-1 0,1 1 0,-1 0 0,1 0 0,0-1 0,-1 1 0,1 0 0,0-1 0,0 1 0,-1 0 0,1-1 0,0 1 0,0-1 0,0 0 0,0 1 1,0-1-1,-1 0 0,1 1 0,2-1 0,-1 0-28,-1-1 0,0 1 0,1-1 1,-1 1-1,1-1 0,-1 0 0,0 0 1,0 1-1,1-1 0,-1 0 0,0 0 1,0 0-1,0 0 0,0-1 0,1-1 1,6-7-348,-1-1 0,-1-1 1,6-13-1,-8 18 167,14-31-850,-10 19 735,1 0 0,1 1 0,0 0-1,2 1 1,0 0 0,22-24-1,-32 40 969,2 1-249,39 6 839,-34 5-613,-9-10-536,1 1-1,0-1 1,0 1 0,0-1 0,-1 1 0,1-1 0,1 0 0,-1 0 0,0 1-1,0-1 1,2 1 0,0-1-10,-1 1-24,1 0 0,0-1 0,0 1 0,0-1 0,0 0 0,0 0 0,0 0 0,0 0 0,0-1 0,0 1 0,0-1 0,0 0 0,5 0 1,0-2-186,0 0 1,0-1 0,-1 0-1,1-1 1,0 1 0,-1-2-1,0 1 1,0-1 0,10-8 0,57-58-2492,-52 48 1748,29-33-3714,-16 27 867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3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4596,'26'24'881,"-6"-15"-337,-3 0-296,-3 0-384,12-9-1997,8 0 1117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3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67 4300,'10'-18'592,"-17"0"-724,1 0-1248,-1 6 984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6597,'0'0'8199,"3"-2"-7551,19-10 557,-20 11 46,0-2-1090,9-19 247,3-2 2583,-14 24-2972,0 0-1,0 0 1,0 0 0,0 0-1,0 0 1,0 0-1,0 0 1,0 0-1,0 0 1,0 0 0,0 0-1,0 0 1,0 0-1,0 0 1,0 0-1,0 1 1,0-1 0,0 0-1,0 0 1,0 0-1,0 0 1,0 0-1,0 0 1,0 0 0,0 0-1,0 0 1,0 0-1,1 0 1,-1 0-1,0 0 1,0 0 0,0 0-1,0 0 1,0 0-1,0 0 1,0 0-1,0 0 1,0 0 0,0 0-1,0 0 1,0 0-1,0 0 1,0 0-1,1 0 1,-1 0 0,0 0-1,0 0 1,0 0-1,0 0 1,0 0-1,0 0 1,0 0 0,0 0-1,0 0 1,0 0-1,0 0 1,0 0-1,0-1 1,0 1 0,0 0-1,0 0 1,-2 17 130,0 1 168,1 1 0,1 0-1,0 0 1,4 27 0,1 16 245,-2 44-797,4 1 0,27 137 0,-31-232-243,1 0 1,0 0-1,1 0 1,0 0 0,1-1-1,0 0 1,14 18-1,-13-20-984,0 0 0,1-1-1,0 0 1,0 0 0,12 7-1,10 2-7161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8485,'0'0'9267,"0"3"-9019,6 17 708,-4-20 819,0-13-1137,-1 10-609,-1 1 0,1-1 0,0 1 1,0-1-1,0 1 0,0-1 0,0 1 0,0-1 1,1 1-1,-1 0 0,1 0 0,0 0 1,-1 0-1,1 0 0,0 0 0,0 0 1,0 1-1,5-4 0,3-1 49,1 1 0,21-9 0,-20 10-47,4-3 33,1 2-1,0 0 0,1 1 1,-1 0-1,1 2 0,0 0 0,-1 1 1,1 1-1,30 3 0,-39-2 10,1 0-1,-1 1 1,1 0-1,-1 1 1,0 0-1,0 0 1,-1 1 0,1 0-1,-1 1 1,1 0-1,-1 0 1,-1 1-1,1 0 1,-1 0-1,0 1 1,0-1-1,-1 2 1,0-1-1,6 10 1,-9-10 50,0 0 0,0 0 0,-1 0 0,0 0 0,0 1 1,-1-1-1,0 1 0,-1-1 0,1 1 0,-1 0 0,-1-1 0,1 1 0,-1-1 0,0 1 1,-1-1-1,0 0 0,0 1 0,-6 11 0,-7 13 394,0-2 0,-36 53-1,38-64-323,-116 168 1235,68-105-953,4 4 0,-51 101 0,107-184-467,-1 1 1,0-1 0,1 1 0,0-1 0,0 1-1,0-1 1,0 1 0,1 0 0,-1-1 0,1 1-1,0 0 1,0-1 0,1 7 0,0-8-27,0-1 1,-1 1-1,1 0 1,0-1-1,0 1 1,0-1-1,0 1 1,0-1-1,0 0 1,0 1-1,1-1 1,-1 0-1,0 0 1,1 0-1,-1 0 1,1 0-1,-1 0 1,1 0-1,0 0 1,-1-1-1,1 1 1,0-1-1,0 1 1,-1-1-1,1 1 1,3-1-1,13 1-322,0 0 0,-1-2 1,1 0-1,0-1 0,-1 0 0,1-2 0,32-10 0,122-57-3337,-146 60 3025,201-104-6551,-161 80 2953,35-19-5123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7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4 6601,'-24'27'9112,"28"-28"-8197,27-5-389,1 1 0,0 2 0,35 1 0,49-5-2622,-92 5 947,43 3 1,-17 0-1089,-1-4-3441,-32 0 2238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8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8217,'-31'149'11978,"8"-42"-8498,13-68-2264,2 1 0,-6 72 0,12-49-424,11 109 1,-6-147-1204,2 1-1,1-1 1,1-1-1,1 1 0,1-1 1,1 0-1,14 24 1,-20-42-60,0 1-1,0-2 1,0 1 0,0 0 0,1-1 0,0 0 0,0 0 0,1 0 0,8 5-1,-10-8-92,-1 0 0,1 0-1,0-1 1,-1 1 0,1-1-1,0 0 1,0 0 0,0-1-1,0 1 1,0-1-1,0 0 1,0 0 0,0 0-1,0 0 1,0-1 0,0 0-1,-1 0 1,7-1 0,27-10-6634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8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9893,'0'2'173,"0"0"0,0 0 0,0 0 0,0 0 0,1 0 0,-1 0 0,0 0 1,1 0-1,0 0 0,-1-1 0,1 1 0,0 0 0,0 0 0,0-1 0,0 1 0,0 0 0,0-1 0,1 1 0,-1-1 0,0 1 1,1-1-1,-1 0 0,1 0 0,0 1 0,-1-1 0,1 0 0,0-1 0,2 2 0,0 1 146,0-1-1,0 1 1,0 0 0,0 1-1,-1-1 1,5 5-1,7 15 228,-1 1-1,-1 1 0,-2 0 0,12 32 1,-11-23-270,31 54 0,-38-79-290,2-1 0,-1 0 0,1-1 0,0 1 0,1-1 0,-1-1 0,2 1 0,-1-1 0,0-1 0,1 0 0,17 8 0,10 1-645,65 18 1,-89-28 541,-7-3 40,1 1 0,-1 0 0,0 0 0,0 0 0,0 0 0,0 1 0,0 0 0,0 0-1,-1 0 1,7 7 0,-10-9 18,1 1 0,-1 0 1,0 0-1,0 0 0,0 0 0,0 0 0,0 0 0,0 0 0,-1 0 0,1 0 0,0 0 0,-1 0 0,0 1 0,0-1 0,1 0 0,-1 0 0,-1 1 0,1-1 0,0 0 0,0 0 0,-1 0 1,1 1-1,-1-1 0,0 0 0,0 0 0,0 0 0,-2 3 0,-15 35-1583,-8 14-1059,2-24-2375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19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42 940,'54'-42'-324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5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378 164 8081,'-16'-5'1565,"-3"0"914,0 0 1,0 2-1,-30-3 1,43 6-2207,0 0 0,0 1 0,0-1 0,0 1 0,0 1 0,0-1 0,0 1 0,0 0 0,1 0 0,-1 1 0,1-1 0,-1 1 0,1 0 0,0 1 0,-5 4 0,0 1 13,1 1 0,1-1 0,0 1 1,0 1-1,1 0 0,1 0 0,-10 21 0,4-4 73,1 1 0,-7 33 0,6-3-250,2 1 1,2 0-1,4 0 1,2 1 0,2-1-1,3 1 1,3-1-1,2 0 1,21 74-1,-26-123-244,1 0 1,1-1-1,6 13 0,-6-14-205,-1 0 0,0 1 1,3 13-1,-1-48 96,-2 0 0,-2 0 0,0 0 0,-1 0 0,-3-27 0,-21-127-103,10 93 183,-50-390 95,50 361 444,13 101-224,0-1-1,0 1 0,2 0 1,0-1-1,6-23 0,-8 36-102,1 0-1,0 0 0,0 0 0,0 1 0,0-1 1,0 0-1,0 1 0,0-1 0,1 0 0,-1 1 1,0-1-1,1 1 0,-1 0 0,1-1 1,0 1-1,-1 0 0,1 0 0,0 0 0,0 0 1,0 1-1,0-1 0,0 0 0,0 1 0,0-1 1,0 1-1,0 0 0,0-1 0,0 1 0,0 0 1,3 1-1,1-1 35,1 1 0,-1 0 0,0 1 0,0 0 0,0-1 0,0 2 0,-1-1 0,11 7 1,21 18 193,-1 1 1,-1 2-1,-2 2 1,33 39-1,-43-45-180,214 251 509,-23-24-2640,-111-144-663,19 22-6055,-99-107 3417,-5-10-2872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6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51 347 10753,'-34'9'2032,"18"-15"6237,29-12-7897,14-12-264,3-6-408,7 0-372,6-1-592,1-8-400,-1-3-313,4 0-2583,0-4-3553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6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8721,'30'70'2216,"-13"-10"-400,-10-15-156,-1-3-188,4 4-251,7-4-225,-3 6-300,-1 3-68,4 1-160,-1-7-152,35 75-884,-41-86-236,-4-16-232,4 0-236,1 0-233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6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7809,'0'0'7848,"4"1"-7066,5 0-602,0 2 0,-1-1 0,1 1 0,0 0 0,-1 1 0,1 0 0,-1 0 0,0 0 1,-1 1-1,11 9 0,78 62 467,91 68-445,-161-126-259,-2 0 0,0 2 0,-1 1 0,-2 1 0,23 28 0,-37-42 72,-1 0 0,0 1-1,-1 0 1,0 0-1,0 0 1,-1 0 0,0 1-1,-1 0 1,0 0 0,-1 0-1,0 0 1,0 0-1,-1 0 1,0 1 0,-1-1-1,0 0 1,-1 1-1,0-1 1,-3 11 0,-6 12 148,-2-1 0,-2-1 0,0 0 0,-24 34 0,-5 13-209,17-27-799,25-49 630,0 1 0,0 0 0,0 0 0,0-1-1,0 1 1,1 0 0,-1 0 0,1 0 0,0 0 0,-1 0-1,2 0 1,-1 5 0,1-7 66,-1-1 1,0 1-1,0-1 1,0 1-1,0-1 1,0 1-1,0-1 0,0 1 1,1-1-1,-1 1 1,0-1-1,0 1 0,1-1 1,-1 1-1,0-1 1,1 0-1,-1 1 0,0-1 1,1 0-1,-1 1 1,1-1-1,-1 0 1,0 1-1,1-1 0,-1 0 1,1 0-1,-1 1 1,1-1-1,-1 0 0,1 0 1,-1 0-1,1 0 1,-1 0-1,1 0 1,-1 0-1,1 0 0,-1 0 1,1 0-1,-1 0 1,1 0-1,0 0 0,-1 0 1,1 0-1,-1-1 1,0 1-1,2 0 1,11-9-6232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6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11933,'0'0'3646,"-2"2"-2065,-1 1-1168,1-2-277,1 0 1,0 0-1,-1 0 1,1 0 0,0 0-1,0 0 1,0 1-1,0-1 1,0 0 0,0 1-1,1-1 1,-1 0-1,0 1 1,1-1 0,-1 1-1,1-1 1,-1 1-1,1 0 1,0-1 0,0 1-1,-1-1 1,1 1-1,0 0 1,1-1 0,-1 1-1,0-1 1,0 1-1,1-1 1,0 3 0,0 12 569,-1 1 0,0-1-1,-1 1 1,-6 30 0,-2 34 850,7-31-980,3 1 0,2 0-1,2 0 1,2-1 0,22 79-1,-22-109-551,0 0-1,1 0 0,1 0 1,0-1-1,2-1 1,0 0-1,1 0 0,1-1 1,0-1-1,2 0 1,0-1-1,0 0 1,1-1-1,1-1 0,0 0 1,22 10-1,-13-10-426,0-2-1,1-1 1,1-1-1,0-2 1,0 0 0,0-2-1,0-1 1,1-2-1,0 0 1,33-3 0,115-18-4365,-5-16-3278,-36 1-2327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7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21 104 6609,'-16'-30'2024,"12"19"868,4 10-2816,0-1-1,0 1 1,0-1 0,0 1 0,0-1 0,1 1-1,-1 0 1,1-1 0,-1 1 0,1-1-1,-1 1 1,2-2 0,2-5 2227,-3-1 3881,-2-2-5488,3-3 2099,-1 14-2698,0-1 0,0 1 0,1 0 0,-1 0-1,0 1 1,0-1 0,0 0 0,0 0 0,0 0 0,0 1-1,1-1 1,-1 1 0,0-1 0,0 1 0,0-1-1,0 1 1,0 0 0,1 0 0,48 31 1192,-1 2 1,54 48 0,-41-32-731,95 89 239,-7-5-1434,-149-134 622,179 154-3892,-59-31-5576,-42-35-5050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7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13845,'-47'64'2012,"20"-22"-303,0-6-321,11 0-168,-1-3-376,0 3-168,0 4-136,-3 2-128,4 6-148,5 3-188,1 1-200,0-1-460,7 3-456,3 0-616,-3 1-344,-4-10-865,-3-3-1375,10 3-3253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9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21 3296,'0'0'7654,"-21"-21"5126,22 25-12927,0 1 187,66 335 2996,-56-299-3041,2-1 0,2 0 0,1-1 0,3 0 0,0-2 0,31 43 0,-13-28-1168,33 45-8281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9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4 13833,'-15'-1'683,"12"0"-466,-1 1 1,1-1-1,0 1 0,-1 0 1,1 0-1,0 0 0,0 0 1,-1 1-1,1 0 0,0-1 0,0 1 1,0 0-1,-1 0 0,1 1 1,-7 3 6769,24 12-5610,1-5-1224,0 0 0,1-1 0,1-1 0,0-1 0,0-1 0,1 0 0,20 6 0,18 9 38,27 16 21,149 94 0,-192-106-304,-2 2 0,-1 2 1,-1 1-1,-2 1 0,45 57 1,-62-66-14,-1 0 0,-1 1 1,-1 1-1,-1 1 1,-1 0-1,-2 0 1,-1 1-1,-1 0 0,-1 1 1,-2-1-1,0 1 1,-2 1-1,-2-1 1,0 0-1,-2 1 1,-8 49-1,7-68-325,-22 120-1169,13-88-2179,-1-1-4406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0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41 307 11481,'-22'-20'1800,"20"18"-1553,0 0-1,1 1 1,0-1-1,-1-1 0,1 1 1,0 0-1,0 0 1,0 0-1,0-1 1,0 1-1,1 0 0,-1-1 1,0-3-1,0 0 429,0 3-518,1 0 0,0 0 1,-1 0-1,1 0 1,0 0-1,1 0 0,-1 0 1,0 0-1,1 0 0,0 0 1,1-4-1,1-4 173,1-14 89,1 1 0,1-1 0,11-24 0,-13 34-355,11-25 126,-15 39-188,1 0 0,0 0 0,0-1 0,0 1-1,-1 0 1,1 0 0,0 0 0,1 0 0,-1 0 0,0 0 0,0 0 0,0 1 0,1-1 0,-1 0-1,0 1 1,0-1 0,1 1 0,-1-1 0,1 1 0,-1 0 0,0-1 0,1 1 0,-1 0 0,1 0 0,-1 0-1,2 0 1,47 4 4,-21-2-581,0 0 0,40 10 0,-66-11 82,18 13-1069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0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8925,'3'2'476,"0"1"-1,1-1 1,-1 0 0,-1 1-1,1 0 1,0 0 0,-1-1-1,1 2 1,-1-1 0,0 0-1,0 0 1,0 1 0,-1-1-1,1 1 1,-1-1 0,0 1-1,0 0 1,1 6 0,8 19 762,16 27 1745,63 103 0,-52-97-2164,89 167 817,-108-188-1482,-2 0-1,-1 0 1,17 83 0,5 120-924,-30-164-401,-6-57 208,1-1-1,6 25 0,-5-15-1181,-1-10-920,3-9-3800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2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4 4920,'0'0'16725,"-14"-4"-15929,12 4-665,-1 0 0,1 0 0,0 1 0,0-1 1,0 0-1,0 1 0,0-1 0,0 1 0,0 0 0,0-1 0,0 1 0,0 0 0,0 0 0,0 1 0,0-1 0,0 0 0,1 0 0,-1 1 0,1-1 0,-1 1 0,1 0 0,-1-1 0,1 1 0,-2 3 0,-32 53 599,31-51-493,-8 17-33,1 0 0,2 1 0,0 0 1,1 1-1,2 0 0,1 0 0,0 0 1,2 1-1,1 0 0,2-1 0,0 1 0,2 0 1,1-1-1,8 39 0,-6-46-219,0-1 0,1 1 0,1-1 0,1-1 0,0 1 0,1-2 0,1 1 1,1-1-1,0 0 0,1-1 0,1-1 0,0 0 0,1 0 0,0-2 0,1 1 0,1-2 0,0 0 0,0-1 0,1-1 0,31 13 0,-21-13-498,0 0 0,1-2 0,1-2 0,-1 0-1,1-2 1,0-1 0,-1-1 0,34-3 0,-31-2-851,-1 0 1,0-2-1,0-1 0,39-15 1,7-7-4449,-5 0-3389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2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95 9173,'0'3'2163,"-7"40"1697,-1 45-1,7 45-541,26 132-1737,-20-220-1085,2 8-154,20 71 0,-27-123-334,0 0-1,0 0 1,0 0-1,0 0 1,0 0-1,0 0 1,1 0-1,-1 0 1,0 0 0,1 0-1,-1-1 1,1 1-1,-1 0 1,1 0-1,-1 0 1,1-1-1,-1 1 1,1 0-1,0-1 1,-1 1-1,1 0 1,0-1-1,0 1 1,-1-1-1,1 1 1,0-1-1,0 0 1,0 1-1,0-1 1,0 0-1,0 1 1,0-1 0,-1 0-1,1 0 1,0 0-1,0 0 1,0 0-1,0 0 1,0 0-1,0 0 1,0 0-1,0-1 1,0 1-1,0 0 1,0-1-1,0 0 1,2 0-4,0-1 0,0 0-1,0-1 1,-1 1 0,1 0 0,-1-1 0,0 0 0,0 1 0,0-1 0,0 0 0,0 0-1,1-4 1,11-30-9,-2 0-1,-2-1 0,8-51 0,-5 21-50,16-100-50,-19 97 37,4 1 1,33-107 0,-46 176 65,2-8 47,0 1 0,0 0-1,1 0 1,1 0-1,4-7 1,-8 13-1,1 1 0,-1-1 1,0 1-1,1-1 0,-1 1 1,1 0-1,-1 0 0,1-1 1,-1 1-1,1 0 0,0 0 1,0 1-1,-1-1 0,1 0 1,0 1-1,0-1 0,0 1 1,0-1-1,0 1 0,0 0 1,0 0-1,0 0 0,0 0 1,-1 0-1,1 0 0,0 1 1,0-1-1,0 1 0,3 0 0,4 3 85,-2 0 0,1 1 0,0-1 0,-1 2 0,0-1 0,0 1 0,-1 0 0,1 0 0,-1 1 0,9 13 0,6 10 285,21 44-1,-26-46-270,226 364-1097,-211-349 51,69 94-6587,-80-111 1148,-9-12-4061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3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17 989 12885,'-4'-4'1075,"-9"-10"7824,14 12-8784,-1 0 0,1 1 0,0 0 0,0-1 0,0 1 0,0-1 0,0 1 0,0 0 1,0 0-1,1 0 0,-1 0 0,2-2 0,2-2 64,9-7-205,1 1-1,0 0 0,0 1 1,20-9-1,10-8-361,35-23-750,244-160-5153,-253 158 3771,-2-3-1,86-88 1,-54 48 917,11-12 2286,-79 73 1,-17 19 218,-1-1 0,20-27-1,-21 7 926,-37 40-2293,23-4 440,-1 1 0,0-1 0,1 0 1,-1 1-1,1-1 0,-1 0 1,1 1-1,-1-1 0,1 1 0,-1-1 1,1 1-1,-1 0 0,1-1 1,0 1-1,-1-1 0,1 1 0,0 0 1,0-1-1,-1 1 0,1 0 0,0-1 1,0 1-1,0 0 0,0-1 1,0 1-1,0 0 0,0-1 0,0 1 1,0 1-1,0-1-67,-1 4-75,-1 0-1,0-1 1,0 1 0,0 0-1,-1-1 1,-4 8 0,5-9 182,0-1-104,1 1 393,-3 7-97,1-4-30,1 0-1,-1 0 0,2 1 1,-1-1-1,0 0 1,1 1-1,0-1 0,1 1 1,0-1-1,0 12 1,11 68 731,-7-53-882,11 55 1,9 25-2159,-17-35-2328,-5-27-92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3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9305,'-10'63'2508,"3"3"-400,4-17-224,6 2-287,0-3-273,4 3-296,3 4-180,7 2-152,3 6-136,0 0-256,4-5-268,2-1-616,1 0-544,0-11-724,-7-1-905,-3-6-1891,6 0-3621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3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12341,'1'2'1759,"10"11"-57,0 0-1,-1 1 1,-1 0-1,12 26 1,-1 5-180,-1-1 154,47 82 0,-10-33-743,-27-44-1340,37 50 0,-43-60-1609,-21-35 1663,-1 0 0,1-1 0,0 1 0,0-1 0,0 0 0,0 0 0,1 1 0,-1-1 0,1-1 0,0 1 0,0 0 0,0-1 0,6 5 0,11 3-2874,-13-10-2374,7-7-3230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4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11765,'-30'0'8354,"34"2"-7969,0 0 1,-1 0 0,1 1 0,-1-1-1,1 1 1,-1 0 0,5 5 0,41 40 1046,61 65-107,-100-101-1270,-1 0 1,0 1-1,-1 1 1,0-1 0,-1 1-1,0 1 1,7 26-1,-8-17-35,-2 0 0,0 0 0,-2 1 0,-1-1 0,0 0 0,-2 1 0,-1-1 0,-1 0 0,-1 0-1,-1 0 1,-1 0 0,-15 36 0,-51 138-2219,70-191 1597,0 0 1,1 1-1,0-1 1,0 0-1,0 1 1,2 8-1,-1-10-143,0-3-2035,23-3-10966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4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7 130 12001,'0'3'94,"-2"9"654,0 1 0,0 0 0,2-1 0,0 1 0,0 0 0,1 0 0,0 0 0,1-1 0,8 25-1,0-11-55,1 0-1,1-1 0,2 0 0,1-1 0,0-1 1,2 0-1,26 28 0,-33-41-696,0-1 0,0 0 0,1 0 0,0-2 0,1 1 0,-1-1 0,1-1 0,1 0 0,-1-1 0,1 0 0,0-1 0,0 0 0,1-1 0,-1-1 0,0 0 0,1-1 0,19 0 0,-23-2-68,0 1 0,0-2 1,0 1-1,-1-2 0,1 1 0,0-1 0,-1 0 0,0-1 0,1 0 0,-2-1 0,13-7 0,-16 8 51,0 0 0,-1 0 0,1 0-1,-1-1 1,0 1 0,0-1 0,0 0 0,-1 0-1,0-1 1,0 1 0,0-1 0,-1 1-1,1-1 1,-1 0 0,-1 0 0,1 0 0,-1 0-1,0 0 1,0-9 0,-1 3-3,0 0 1,-1-1 0,0 1-1,-1 0 1,0 0-1,-1 1 1,0-1-1,-1 0 1,-1 1-1,-7-16 1,3 12 18,-1 0 0,0 1 1,-1 0-1,0 1 0,-1 0 0,-20-16 1,-8-1-102,-1 1 1,-2 3 0,0 1-1,-48-18 1,68 31-719,-21-10-1448,15 16-6276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4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 9905,'-3'0'255,"1"1"0,-1-1 1,0 1-1,1 0 0,-1 0 0,1 0 1,0 0-1,-1 0 0,1 1 0,0-1 1,0 1-1,0-1 0,0 1 0,0 0 1,0 0-1,-2 3 0,1-1 201,0 1 0,0 0 0,1-1 0,-1 1 0,1 0 0,1 0 0,-3 10 0,1-2 101,2 0 0,0 0 1,0 0-1,1 0 0,1 0 0,3 21 1,-1-18-324,1 0 0,0 0 0,1 0 1,1-1-1,1 0 0,0 0 0,10 15 1,-11-22-178,-1 0 0,1 0 0,1-1 0,-1 0 0,1-1 0,0 1 1,1-1-1,0 0 0,0-1 0,0 0 0,0 0 0,1-1 0,0 0 0,10 3 1,29 9-242,-46-15 169,1 0 0,0-1 0,-1 0 0,1 1 0,0-1 0,0 0-1,-1 0 1,1 0 0,0 0 0,0-1 0,4-1 0,1 1-5,-7 1 12,0-1 0,0 1 0,0-1 0,0 1 1,0-1-1,0 1 0,-1-1 0,1 1 0,0-1 0,0 0 0,0 0 1,-1 1-1,1-1 0,0 0 0,-1 0 0,1 0 0,-1 0 0,1 0 1,0-1-1,0 0-16,0 0 10,1-1 0,-1 1 0,0 0 1,0-1-1,0 1 0,0-1 0,0 1 0,-1-1 0,1 0 0,-1 1 0,0-1 0,0 1 0,0-5 0,-4-44-205,1 17 38,3 23 102,1 0 1,0-1 0,1 1-1,0 1 1,1-1 0,0 0-1,0 0 1,9-17 0,-10 24 62,0 1 1,0-1 0,0 1-1,0 0 1,1-1 0,-1 1-1,1 0 1,0 0 0,0 1-1,0-1 1,0 1 0,0-1 0,1 1-1,-1 0 1,1 0 0,0 1-1,-1-1 1,1 1 0,0-1-1,0 1 1,0 1 0,0-1-1,0 0 1,0 1 0,0 0-1,0 0 1,7 1 0,-8-1 21,1 1 0,0 0 1,-1 0-1,1 1 1,0-1-1,-1 1 0,0-1 1,1 1-1,-1 0 0,0 1 1,0-1-1,0 0 1,5 6-1,-3-2 20,0 1 0,0-1-1,-1 1 1,0 0 0,0 0 0,3 9 0,1 4 30,-2 1 0,0 0 0,-2-1 0,3 25 0,-2 5-34,11 79-857,-13-115-539,1-1-1,0 1 0,9 19 1,12-23-12110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6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0 299 5797,'0'0'12615,"3"-1"-12263,25-9 256,-25 9-325,0 1 2,17-1-82,0 1-1,0 0 1,1 2 0,-1 0 0,37 10 0,-24-5-69,45 4 0,-23-9-27,89-6 0,-11-12-113,175-44 1,92-52-1827,-140 14-7135,-191 67 1122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7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8133,'-5'12'800,"1"-1"0,1 1 0,0 0 0,1 0 0,0 0 0,0 0 0,2 0 0,-1 0 0,3 13 0,-2-11-167,0-6-225,-1 4 74,1-1 1,1 1-1,0 0 0,4 12 0,-4-20-418,0-1-1,0 1 1,0-1-1,1 1 0,0-1 1,-1 0-1,1 0 1,1 0-1,-1 0 0,0 0 1,1-1-1,-1 1 1,1 0-1,0-1 0,0 0 1,0 0-1,5 3 1,5 1 41,0-1 0,1-1 0,-1 0 0,1 0 0,0-1 0,1-1 0,-1-1 0,0 0 0,18-1 0,131-15-412,-159 14 275,46-7-1081,-1-3 0,0-2 0,-1-1 0,67-32 0,-2 0-3902,8 5-2859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7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5981,'0'0'2220,"20"-3"-1888,0 0-8,-10-15-3456,0 3 391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8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0 7925,'-32'68'8636,"22"-42"-7279,9-23-221,0-1-1008,1 0-17,0 0 0,0-1 1,-1 1-1,1 0 0,-1-1 1,1 1-1,-1-1 0,1 1 1,-1-1-1,0 1 0,0-1 1,0 1-1,0-1 0,0 0 1,-2 3-1,1-4-4,0 1 0,0-1 0,0 0 0,0 1 0,0-1 0,0 0 0,0 0 0,0-1 0,0 1 0,0 0 0,-4-2 0,0 1-419,2 1 372,2-1-10,-20-12-198,20 12-418,-2-3-751,-26-31-6798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9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22 230 9333,'7'-10'4456,"-23"30"-1034,15-18-2131,-10 26 1930,12-23-2861,0 1 0,1 0 0,0 0 0,0-1 0,1 0 0,0 1 0,0-1 0,0 0 0,0 0 0,1 0 0,0-1 0,8 8 0,-5-6-225,1-1 1,1 0-1,-1 0 1,1-1-1,0 0 0,0-1 1,0 0-1,0 0 0,0-1 1,1 0-1,18 1 0,8-2 127,66-6 0,355-59-810,-10-54-3413,-182 14-1226,-139 53-893,-14 3-3711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9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31 272 11705,'0'1'80,"0"-1"1,1 1-1,-1-1 0,1 1 0,-1 0 1,0-1-1,0 1 0,1 0 0,-1 0 1,0-1-1,0 1 0,0 0 1,0 0-1,0-1 0,0 1 0,0 0 1,0 0-1,0-1 0,0 1 0,0 0 1,0 0-1,0-1 0,-1 1 1,1 0-1,-1 1 0,-16 4 1991,2-2 6078,18-3-7007,4 1-916,0 0 1,0-1-1,0 0 0,0 0 1,1-1-1,-1 0 1,0 0-1,0 0 1,10-3-1,71-19 412,-49 11-326,446-84-506,-112 28-2905,-113 11-1255,-85 23-3007,-41 11-3015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9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11325,'-57'21'2248,"40"-9"2841,17 12-3849,3 1-92,7-16-96,4 0-192,23 0-180,23 3-208,-3-9-468,6 0-248,15 0-300,12-6-476,4 0-732,10-6-460,3-3-3265,7 6-4408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39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52 7937,'-33'33'1804,"29"-15"1336,18-8-1652,3-4 1193,3 0-1609,3 3-260,11-15-180,26 3-108,-10-6-288,7-4-332,10 1-352,0 0-624,10-9-632,14 3-1073,-1 3-1319,14-9-3053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0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9965,'50'21'1640,"-17"-6"-152,14-15-304,7 0-48,-4 3-180,7 0-191,10-6-129,7 3-100,6-6-200,-3-3-100,3 6-188,4-3-296,7-3-576,-11-6-388,-6-3-557,-7 3-2527,-7-6-3297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1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28 250 9081,'0'0'5226,"-3"1"-3734,-20 0 776,23-1-2226,0 0 0,0 0 0,0 0 0,0 0-1,-1 0 1,1 0 0,0 0 0,0-1 0,0 1 0,0 0-1,0 0 1,0 0 0,0 0 0,0 0 0,0 0 0,0 0-1,0-1 1,0 1 0,0 0 0,0 0 0,0 0 0,-1 0 0,1 0-1,0 0 1,0-1 0,0 1 0,0 0 0,1 0 0,-1 0-1,0 0 1,0 0 0,0 0 0,0-1 0,0 1 0,0 0-1,0 0 1,0 0 0,0 0 0,0 0 0,0 0 0,0 0 0,0-1-1,0 1 1,1 0 0,-1 0 0,0 0 0,0 0 0,0 0-1,0 0 1,0 0 0,0 0 0,0 0 0,1 0 0,-1 0-1,0 0 1,0 0 0,0 0 0,0 0 0,0 0 0,0 0 0,1 0-1,-1 0 1,41-19 1232,401-107-4520,-329 99 1097,27-9-3060,12-3-3180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1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41 199 7969,'-23'0'1924,"6"-3"6089,24-18-7729,13-12-444,17 15-692,9-6-541,18-10-639,13-2-1940,14 6-2825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1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5392,'81'9'1021,"-34"6"-437,3-6-596,13-6-2025,1 0 73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2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13 3240,'-74'-6'-112,"54"0"-820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2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19 344 7449,'0'0'6162,"-2"-2"-4440,-3-2-2198,4 3 819,0 0 0,0 1 0,1-1 0,-1 0 0,0 1 0,0-1-1,1 0 1,-1 0 0,0 0 0,1 1 0,-1-1 0,1 0 0,-1 0 0,1 0 0,-1-2 0,1 2-151,1 0 0,-1 0 1,0 0-1,1 0 0,-1-1 1,1 1-1,0 0 0,-1 0 1,1 0-1,0 0 0,0 0 0,-1 0 1,1 1-1,0-1 0,0 0 1,0 0-1,0 1 0,0-1 1,0 0-1,2 0 0,12-7-125,1 1-1,-1 0 1,1 2 0,1-1-1,-1 2 1,1 0-1,25-2 1,13-4-214,486-108-5110,-179 33-3454,-177 42 895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2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11061,'-27'0'7241,"44"18"-6693,16 3-100,14-15-248,208 6-3453,-138-15 661,17-6-1352,30-12-2781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3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6901,'167'0'912,"-96"-3"-444,-4-6-480,3-10-996,7 1-1109,17 9-43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4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94 12121,'-7'4'822,"0"1"-1,0 1 1,0-1-1,0 1 1,1 0-1,0 1 0,0-1 1,-7 12-1,12-15 20,-1 15 492,2-17-1301,-1 0-1,1 0 1,0 0-1,-1 0 1,1 0-1,0 0 0,0 0 1,0 0-1,0 0 1,0 0-1,0 0 1,0 1-1,0-1 1,0 0-1,1 0 1,-1 0-1,0 0 0,1 0 1,-1 0-1,1 0 1,-1 0-1,1 0 1,-1-1-1,1 1 1,0 0-1,0 0 1,-1 0-1,1-1 0,0 1 1,0 0-1,0-1 1,0 1-1,0 0 1,0-1-1,-1 1 1,3 0-1,7 3 61,-1 0 0,1-1 0,0 1 0,1-2 1,-1 0-1,0 0 0,1-1 0,10 1 0,92-6 5,-92 3-121,138-13-1354,162-36 0,155-61-7935,-271 55 612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4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54 181 12377,'-23'-6'1892,"6"12"-160,4-3 3293,23-12-4641,20-9-492,3-6-504,11-3-772,16-6-832,17 0-2833,17-6-4008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0 244 8605,'0'0'6564,"17"-9"-5868,3 0 89,10-6-133,27-6-252,-7 3-396,11-3-612,9-9-553,14-12-371,9-1-2608,15 7-3141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4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3444,'35'2'261,"1"0"191,0-1-1,44-6 1,-4-3 151,215-14 1199,-290 22-1787,99 0 2510,141 17 0,-197-11-986,72 0 1,-80-7-2513,0-1 1,50-12 0,-30 4-2845,7-1-2074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4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0 137 8161,'0'0'6040,"14"-12"-4952,-1 3 437,-6-7-933,0 4-96,-1-9-1812,4 0-33,4 6-739,2-3-1728,8 6-2533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6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9001,'0'0'6988,"-3"1"-5727,0 0-975,0 0 1,0 0 0,1 0 0,-1 0 0,0 1 0,1-1 0,-1 1 0,-2 2 663,5 0-382,0-3-549,0 1 29,0 1-1,1-1 1,-1 1 0,1-1-1,-1 1 1,1-1 0,0 0 0,-1 1-1,1-1 1,0 0 0,1 0-1,-1 0 1,0 1 0,1-1 0,-1 0-1,1-1 1,-1 1 0,1 0-1,0 0 1,0-1 0,0 1 0,0-1-1,0 0 1,0 1 0,1-1-1,1 1 1,26 10 12,1 0-1,0-2 1,0-2-1,1-1 1,0-1-1,1-1 1,43 0-1,235-21-1829,-246 10 1166,330-40-3971,-131 5-1364,-78 14-1035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6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3 247 10757,'-3'16'10762,"8"-20"-10366,10-9-432,1 1 0,0 2 0,1-1 0,1 2 1,32-14-1,105-29-1866,-129 44 1490,328-83-8561,-222 61 1544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6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97 9973,'0'0'2088,"-14"6"-1192,1 0 2348,40-9-2895,-1 0-389,5-6-493,22-9-455,-9 6-316,9-9-884,8-4-1196,12 7-1745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4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 6633,'0'0'4031,"2"-1"-3479,48-16-161,0 2 1,1 2-1,103-13 1,-37 17-394,57-6-974,-64 0-3487,-55 6 106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2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7665,'0'0'14489,"0"-2"-14297,6-26 128,-6 25 513,1 7-502,8 30 407,-2 1 0,-2 0 0,2 57 0,1 4-49,3 49-109,-9-87-588,3 0 0,20 90 0,11 25-2212,-18-81-373,-8-7-1447,-4-28-3062,-2-30-1986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2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11413,'0'0'7642,"4"3"-6931,7 4-516,1 0 0,-1-1 0,1 0 0,0-1 1,0 0-1,1-1 0,0 0 0,19 3 0,119 9-22,-95-12-267,52 4-2119,109-7 0,0-21-6365,-156 11 2965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22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27 8729,'-4'-27'12329,"5"32"-11280,0 11-622,-1 0 0,-1 0 0,0 0 0,-1 0 0,-5 21 0,-26 86 85,25-98-651,-12 33-1691,-3-1 0,-2-1-1,-40 66 1,22-39-3911,8 4-3255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5:03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141 619 6313,'-3'-2'516,"0"-1"0,-1 0 0,1 0 0,1 0 0,-1 0 0,0-1 0,1 1 0,-1-1 0,1 1 0,0-1 0,0 0 0,1 0 0,-1 0 0,1 0 0,0 0 0,-1-6 0,1 6-477,-29-89 4785,-16-43-2695,41 122-2041,2 1 1,0-1 0,1-1 0,-1-19 0,-5-25 84,8 57-177,0-2 33,0 4-29,-1-9 7,1 0 0,1 0 0,0 1 0,0-1 0,1 0 0,3-10 0,-4 17-16,3 2 12,32 0 81,-33-1-81,0 1-1,-1-1 0,1 0 1,0 0-1,0 0 1,-1 0-1,1 0 1,-1 0-1,1-1 1,-1 1-1,1-1 1,-1 0-1,4-4 0,16-8-39,-2 9 22,-1 1 0,1 0 0,1 2-1,37-1 1,1 1-95,468-21-1198,-299 16 976,124 2 70,-326 4 252,-1 0 415,-11 2-2323,-25 11-1139,9-10 2882,1-1-1288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5:03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25 5032,'-40'-16'10268,"26"9"-10245,11 6 2400,5 5-2322,0 1-1,0-1 0,1 0 0,-1 0 0,1 0 1,0 0-1,0 0 0,0 0 0,1-1 0,-1 0 1,7 5-1,-8-6-42,23 19 215,40 25 0,9 6-54,-42-26-161,-1 1 0,-1 1 0,-1 2 0,-2 1 0,29 42-1,-47-61-65,-1 1-1,-1 0 1,0 0-1,-1 1 0,0 0 1,-2 0-1,1 0 1,-2 1-1,1 0 0,-2-1 1,0 1-1,-1 0 1,-1 0-1,0 0 0,-1 0 1,0 0-1,-7 25 0,-1-13-560,-1-2 0,-2 1 0,0-1 0,-2-1 0,-23 33-1,10-17-1828,18-23-1898,3 5-2575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5:04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8 139 8885,'-8'-13'2219,"8"13"-2146,0 0 0,1 0 1,-1-1-1,0 1 0,0 0 0,0-1 0,0 1 0,10-3 8590,-10 6-8170,2 53-149,3 1 1,1-1 0,4 0-1,1 0 1,30 81 0,-38-128-360,0 1 1,2-2 0,-1 1-1,1 0 1,0-1-1,1 0 1,0 0-1,0-1 1,0 1 0,1-1-1,0-1 1,9 7-1,-13-11 1,-1-1-1,1 0 0,-1 0 1,1 0-1,0 0 0,-1 0 0,1 0 1,0-1-1,0 0 0,0 1 1,-1-1-1,1 0 0,0 0 0,0-1 1,0 1-1,-1 0 0,1-1 1,0 0-1,0 1 0,-1-1 0,1-1 1,0 1-1,-1 0 0,0 0 1,1-1-1,-1 1 0,0-1 0,1 0 1,-1 0-1,2-2 0,5-6-37,0 0-1,-1 0 1,0-1-1,11-19 0,-16 23 34,4-6-14,0-1-1,-2 0 0,1-1 1,3-19-1,-6 23 6,0 0 0,0 0-1,1 0 1,0 1 0,1-1 0,9-13-1,-12 21-59,14-22-2273,9 15 1784,-22 9 342,-3-2-10,1-1 204,-1 0-1,1-1 1,-1 1 0,0 0-1,-1-1 1,1 1-1,-1 0 1,0 0 0,0-1-1,0 1 1,-1 0 0,1 0-1,-1 0 1,0 0-1,0 1 1,-1-1 0,1 0-1,-5-4 1,-3-8 19,-2 1 1,0 0-1,-15-15 0,25 27 32,0 1 0,0-1 0,1 0 0,-1 0 0,1 0 0,0 0 0,0 0-1,0 0 1,-1-5 0,0 1 21,2 6-37,-1 0 0,1 0 0,0 0-1,0 0 1,0 0 0,0 0 0,0 0-1,1 0 1,-1 0 0,0 0 0,0 0 0,1 0-1,-1 0 1,1 0 0,-1 0 0,1 0-1,-1 0 1,1 0 0,-1 0 0,2-1 0,0 0-25,0-2-33,1-1 0,0 1 1,0 0-1,0 0 0,0 0 1,1 0-1,0 1 0,0-1 0,0 1 1,0 0-1,0 0 0,10-4 1,8-4-189,34-11 0,-26 11 158,32-10 102,-59 21 30,-1 0 0,1 0 0,0 1 0,-1 0 0,1-1 0,-1 1 0,1 0 0,-1 0 0,1 0 0,-1 1 0,0-1 0,3 2 0,-4-2-18,24 15 73,-10-7-144,0 1-1,0-2 0,0 0 1,1-1-1,0 0 0,1-2 1,27 7-1,-30-10-23,-1 1 0,1-1 0,0 0 1,-1-1-1,1 0 1,0-2-1,0 1 0,23-5 1,-6-10-33,-28 14-19,-2-3-550,3-2 147,5-9-29,-6 6-5077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5:05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 7317,'0'0'13516,"-2"3"-13095,-10 24 3373,18-60-16884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53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172 169 4512,'0'0'12465,"3"-5"-12018,11-20 4697,-18 25-4984,-10 2 143,-1-1-1,0-1 1,-17-3-1,28 3-12,1-1-78,-28-7 248,28 8 92,0 0-363,-31 5 408,31-4 58,0-2-342,-11-2-112,4-1 366,23-2-272,4 2-260,0 1 0,0 1 0,0 0 0,23 1-1,-11 1-4,268-19-80,-276 17 24,592-50-1911,-564 48 1831,-32 4 38,-1-1 0,1-1 0,-1 0 0,1-1 0,-1-1 0,0-1 0,22-9 0,-35 12-26,-5 4-494,-60 25-1341,59-26 1643,-23-8-5533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53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7597,'0'0'15422,"2"3"-15036,105 100 1237,55 48-1087,-99-101-450,113 97-329,-138-112 61,-1 2 0,42 55 1,-70-81 142,-2 0 1,0 0-1,0 0 1,-1 1-1,-1 0 1,1 0-1,-2 1 1,5 18 0,-8-23 32,0 0 0,0 0 0,-1 1 0,0-1 0,0 0 1,-1 0-1,0 1 0,-1-1 0,1 0 0,-2 0 1,1 0-1,-1-1 0,0 1 0,-6 10 0,-13 15 13,-1-1 1,-2-1-1,-1-1 0,-1-1 0,-39 31 0,-42 46-150,96-93-519,-1-1 1,0 0 0,-1-1 0,0 0 0,-30 16 0,43-27 410,1 0 1,-1 0 0,1 0-1,-1 0 1,0-1 0,1 1-1,-1 0 1,1 0 0,-1 0-1,1 0 1,-1-1 0,1 1-1,-1 0 1,1-1 0,-1 1-1,1 0 1,-1-1 0,1 1-1,-1-1 1,1 1 0,0 0-1,-1-1 1,1 1 0,0-1 0,-1 1-1,1-1 1,0 1 0,-1-2-1,-9-10-9866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54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0 428 9317,'2'2'363,"0"0"1,0-1-1,0 1 1,-1 0-1,1 0 1,-1 0-1,0 1 1,0-1-1,1 0 1,-1 0-1,0 1 1,-1-1-1,1 1 1,0-1-1,-1 0 1,0 1-1,1-1 1,-1 1-1,0 0 1,-1 4-1,2 11 156,18 130 3030,-11-106-3375,3 0 1,1-1-1,21 49 1,-32-88-188,-1-1-1,1 0 1,-1 1-1,1-1 1,0 0-1,-1 1 1,1-1-1,0 0 1,0 0-1,0 0 1,0 0-1,0 0 1,0 0-1,0 0 1,0 0-1,2 1 1,-2-2 1,-1 0 1,1 0-1,-1 0 1,1 0 0,-1 0-1,1 0 1,-1-1 0,1 1-1,-1 0 1,1 0 0,-1 0-1,1-1 1,-1 1 0,1 0-1,-1 0 1,0-1-1,1 1 1,-1 0 0,1-1-1,-1 1 1,0-1 0,1 1-1,-1 0 1,0-1 0,0 1-1,1-1 1,-1 1 0,0-1-1,0 0 1,2-4-19,0 0 0,-1 0 0,1 0 0,-1 0 0,-1 0 0,1-1 0,-1 1 0,0-8 0,-40-480-485,39 481 521,-3-38 74,3-68 0,1 108-65,1 0 1,0 1-1,1-1 0,0 1 0,0-1 1,1 1-1,1 0 0,4-11 1,-6 16-13,1 1 1,-1-1 0,1 1 0,-1 0 0,1 0 0,0 0 0,0 0 0,1 0 0,-1 1 0,0-1 0,1 1 0,0 0 0,-1 0 0,1 0 0,0 1 0,0 0 0,0-1 0,0 1-1,0 0 1,0 1 0,0-1 0,6 1 0,-1-1-1,0 1 0,-1 1 0,1 0-1,0 0 1,0 0 0,-1 1 0,1 1 0,-1-1-1,0 1 1,0 1 0,0 0 0,0 0-1,0 0 1,-1 1 0,0 0 0,0 0 0,0 1-1,0 0 1,-1 0 0,0 1 0,-1 0-1,10 14 1,-12-14 0,0 0-1,0 0 1,-1 0-1,0 0 0,-1 0 1,0 0-1,0 1 1,0-1-1,-1 10 1,1-2-10,-1 2-40,0 0 0,-1 0-1,-1 0 1,-1 0 0,0 0-1,-1 0 1,-1-1 0,0 1-1,-10 19 1,-10 13-847,-45 68 1,54-92 428,12-20 285,0 1 0,0-1 0,-1 0-1,0 0 1,-9 7 0,5-5-49,9-6 201,-1-1 1,0 1 0,0-1-1,0 0 1,0 1 0,0-1 0,0 0-1,0 0 1,0 1 0,0-1 0,0 0-1,0 0 1,0 0 0,0 0 0,0 0-1,0-1 1,0 1 0,0 0-1,0 0 1,0-1 0,0 1 0,-1-1-1,-1 0-60,2 1 85,0 0 0,-1 0 0,1-1 1,0 1-1,0 0 0,-1-1 0,1 1 0,0-1 0,0 1 0,0-1 0,0 0 0,0 0 1,-1 1-1,1-1 0,1 0 0,-1 0 0,0 0 0,0 0 0,0 0 0,0 0 0,1 0 1,-1 0-1,0 0 0,1-1 0,-1 1 0,1 0 0,0 0 0,-1-1 0,1 1 0,0 0 1,0 0-1,-1-1 0,1-1 0,1-3 158,-1-1-1,1 1 1,0 0 0,0-1-1,2-6 1,0 4 41,-3 7-106,1 0-1,0 0 1,0 0-1,0 0 1,0 0-1,0 0 0,1 1 1,-1-1-1,0 0 1,1 1-1,-1-1 1,1 1-1,0 0 1,-1 0-1,3-2 1,-1 1 167,4 2 200,16 13-125,0 2-1,-1 0 0,-1 2 0,0 0 0,-1 2 0,23 27 0,-23-26-659,0 0 0,2-2 0,0 0 0,2-2 0,-1 0 0,2-2 0,0 0 0,42 15 0,-63-29 190,0 1 0,0-1 0,0 1 0,0-1 1,1-1-1,-1 1 0,0-1 0,0 1 0,0-1 0,6-2 1,-7 2 77,0-1 1,-1 0-1,1 0 1,-1 0-1,1 0 1,-1 0 0,1 0-1,-1-1 1,0 1-1,0-1 1,0 0 0,1-3-1,17-35 94,-3-2 630,-16 41-458,6 6-32,0 2-1,-1-1 1,0 1 0,1 0-1,-2 0 1,1 1 0,-1 0-1,8 13 1,18 21 46,-16-27-221,1-1-1,0 0 0,1-1 0,0-1 1,24 12-1,-40-23-1,0 1 1,0-1 0,0 1-1,1-1 1,-1 0 0,0 0-1,0 0 1,1 0 0,-1 0-1,0 0 1,1 0 0,-1 0-1,0 0 1,0 0 0,1-1-1,-1 1 1,1-1-1,4-1 0,-3 2 17,0 0 0,-1 0 0,1 0-1,0-1 1,0 1 0,-1-1 0,1 0 0,-1 0-1,1 0 1,-1 0 0,1 0 0,-1-1-1,1 1 1,-1-1 0,0 1 0,0-1-1,0 0 1,0 0 0,0 0 0,0 0-1,-1 0 1,1 0 0,-1-1 0,1 1 0,-1 0-1,0-1 1,0 1 0,0-1 0,0 0-1,0 1 1,0-1 0,-1 0 0,0 1-1,1-1 1,-1 0 0,0 0 0,0 1-1,-1-1 1,1 0 0,-2-4 0,0-5 93,-1 0 1,-1 0-1,0 1 0,-1-1 1,0 1-1,-1 0 0,0 1 1,-8-11-1,-6-5 49,0 1-1,-26-24 0,29 33-1482,-32-23 0,33 25-1336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4:55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6533,'-1'0'110,"1"0"0,-1 0 1,0 1-1,0-1 0,0 0 1,0 1-1,1-1 0,-1 0 1,0 1-1,0-1 1,1 1-1,-1-1 0,0 1 1,1 0-1,-1-1 0,1 1 1,-1 0-1,1-1 0,-1 1 1,1 0-1,-1 0 0,1-1 1,0 1-1,-1 0 1,1 0-1,0 0 0,-1-1 1,1 1-1,0 0 0,0 0 1,0 0-1,0 0 0,0 0 1,0-1-1,0 1 0,0 0 1,1 0-1,-1 0 1,0 0-1,0 0 0,1-1 1,-1 1-1,0 0 0,1 0 1,0 1-1,4 10 1042,1 1 1,11 18-1,2 5 448,-7 3-893,-2 1 0,7 54 0,-17-90-682,10 33 33,-9-34-109,2 15 21,-1-13 25,0 0 0,0-1 0,0 1 0,1-1 0,-1 1 0,1-1 0,0 0 0,0 0 0,0 0 1,1-1-1,0 1 0,-1-1 0,1 0 0,7 4 0,-5-3-33,-1 0 1,1 0-1,1-1 1,-1 0-1,0 0 1,1-1-1,-1 1 1,1-2-1,0 1 1,0-1-1,8 1 1,-8-2-23,1 0 1,-1 0-1,0-1 0,1 0 0,-1 0 1,0 0-1,0-1 0,0-1 0,0 1 1,0-1-1,0 0 0,-1 0 1,1-1-1,-1 0 0,0 0 0,8-8 1,79-85 250,-81 82 225,-1-1 0,0 0 1,-1 0-1,0-1 0,7-21 0,-10 18-64,-1-1-1,-1 0 1,3-32-1,-7 45-557,-2 6 35,1-1 1,-1 1-1,0-1 0,0 1 1,0-1-1,0 1 0,0 0 0,-1 0 1,1 0-1,-1-1 0,1 1 1,-1 0-1,0 1 0,-2-3 1,-21-13-2124,10 15-3944,-7 4-824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05:1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34 5448,'3'-1'155,"-1"0"0,1 0 0,-1 0 0,0 0 0,1 0 0,-1 0 0,0 0 0,0-1 0,0 1 0,0-1 0,0 0 0,0 0 0,0 1 0,-1-1 0,2-3 0,-1 2 881,35-3 3965,-36 9-4349,0 0-512,0 1 0,0 0 0,0-1 0,-1 1 1,1 0-1,-1-1 0,0 1 0,0 0 0,-1 0 1,1-1-1,-1 1 0,1 0 0,-3 4 0,-20 52 854,17-46-705,-63 119 1225,53-96-1262,2 1 0,1 0 0,2 1 0,1 0 0,-7 76 1,16-99-227,0 0 1,2 0-1,0 0 1,1 0-1,0 0 0,1 0 1,1 0-1,0-1 1,2 0-1,-1 0 1,2 0-1,0 0 1,1-1-1,0 0 1,1-1-1,0 0 1,19 19-1,-17-22-71,-1 0 0,2-1 0,0-1 0,0 0 0,0 0 0,1-1 1,0-1-1,0 0 0,1-1 0,-1 0 0,1-1 0,0-1 0,1 0 0,-1-1 0,0 0 0,1-1 0,22-1 0,-27-1-7,-1 0 0,1-1 1,0 0-1,0 0 0,-1-1 1,1 0-1,-1-1 0,0 0 1,0 0-1,0-1 0,-1 0 1,1-1-1,-1 0 0,-1 0 1,1 0-1,-1-1 0,0-1 1,0 1-1,-1-1 0,0 0 1,-1 0-1,0-1 0,0 1 0,0-1 1,-1-1-1,3-11 0,-2 4 7,-1 0-1,-1 0 0,0 0 0,-2-1 1,0 1-1,0-1 0,-2 1 0,0-1 0,-1 1 1,-1 0-1,-1-1 0,0 1 0,-1 1 0,-11-25 1,14 37 49,0 0 1,0 0-1,-1 1 1,0-1-1,1 1 1,-6-4 0,-2-4 13,7 10-16,0 0 1,0 0-1,0 1 0,0-1 1,0 1-1,0 0 1,0 0-1,0 0 1,0 0-1,0 1 0,-5 1 1,8-2 0,-3 1 15,-1 0 0,0 1 0,1-1 0,0 1 0,-1 0 0,1 0 0,0 1 0,0-1 0,0 0 0,1 1 0,-1 0 0,0 0 0,1 0 0,0 0-1,0 0 1,0 0 0,0 1 0,-2 5 0,-2 4 39,0 0 0,1 1 0,-3 18 0,0 19 113,2 1-1,2 0 1,6 102 0,0-99-86,0 20 36,8 199 227,1-78-256,19 196 4,65 91-3,37-9 321,-41-157-145,-39-107-10,32 265 1,-63-147 46,-14-182-162,3 149 122,13 168 168,48 123 454,-7-61 379,-24-155-33,-32-310-1083,35 238 317,40 345 701,-74-506-870,-7 1 1,-26 232-1,-44 305 666,48-199-533,14-372-271,-5-1 0,-4 0 1,-53 187-1,-50 141 193,93-317-286,-18 214-1,41-273-59,3 1 0,3-1 0,2 0 0,15 67 0,71 212 29,-9-35 42,13 293 811,-58 7-725,-37-589-169,-1-4 1,1-1-1,-1 0 1,0 1 0,0-1-1,-1 1 1,1-1 0,-1 1-1,-1-1 1,1 0 0,-1 1-1,0-1 1,-3 6 0,5-10-13,-1 0 1,1-1 0,-1 1-1,1 0 1,-1-1-1,1 1 1,-1-1 0,0 1-1,1-1 1,-1 1 0,0-1-1,1 0 1,-1 1-1,0-1 1,0 0 0,1 1-1,-1-1 1,0 0-1,0 0 1,1 0 0,-1 0-1,0 0 1,0 0 0,0 0-1,1 0 1,-1 0-1,-1 0 1,-1-1-27,0 0 0,0 0 0,0 0 0,0-1 0,1 1 0,-1-1 0,-4-3 0,-38-40-506,44 45 545,-22-29-558,2-1 1,-25-43-1,28 41-41,-2 0 1,-32-37 0,-5 12-707,-3 3 0,-110-79 0,134 106 886,-46-31-2073,-119-63-1,159 101 224,-57-20-1,41 18-1641,-10-5-3154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4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154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74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20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0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07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23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2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71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867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F528488-1D1E-4A5E-B319-F630D61C6068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13A29F0-08CC-448E-BD96-27F27B22F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6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1.xml"/><Relationship Id="rId21" Type="http://schemas.openxmlformats.org/officeDocument/2006/relationships/image" Target="../media/image79.png"/><Relationship Id="rId42" Type="http://schemas.openxmlformats.org/officeDocument/2006/relationships/customXml" Target="../ink/ink89.xml"/><Relationship Id="rId47" Type="http://schemas.openxmlformats.org/officeDocument/2006/relationships/image" Target="../media/image92.png"/><Relationship Id="rId63" Type="http://schemas.openxmlformats.org/officeDocument/2006/relationships/image" Target="../media/image100.png"/><Relationship Id="rId68" Type="http://schemas.openxmlformats.org/officeDocument/2006/relationships/customXml" Target="../ink/ink102.xml"/><Relationship Id="rId7" Type="http://schemas.openxmlformats.org/officeDocument/2006/relationships/image" Target="../media/image72.png"/><Relationship Id="rId71" Type="http://schemas.openxmlformats.org/officeDocument/2006/relationships/image" Target="../media/image104.png"/><Relationship Id="rId2" Type="http://schemas.openxmlformats.org/officeDocument/2006/relationships/customXml" Target="../ink/ink69.xml"/><Relationship Id="rId16" Type="http://schemas.openxmlformats.org/officeDocument/2006/relationships/customXml" Target="../ink/ink76.xml"/><Relationship Id="rId29" Type="http://schemas.openxmlformats.org/officeDocument/2006/relationships/image" Target="../media/image83.png"/><Relationship Id="rId11" Type="http://schemas.openxmlformats.org/officeDocument/2006/relationships/image" Target="../media/image74.png"/><Relationship Id="rId24" Type="http://schemas.openxmlformats.org/officeDocument/2006/relationships/customXml" Target="../ink/ink80.xml"/><Relationship Id="rId32" Type="http://schemas.openxmlformats.org/officeDocument/2006/relationships/customXml" Target="../ink/ink84.xml"/><Relationship Id="rId37" Type="http://schemas.openxmlformats.org/officeDocument/2006/relationships/image" Target="../media/image87.png"/><Relationship Id="rId40" Type="http://schemas.openxmlformats.org/officeDocument/2006/relationships/customXml" Target="../ink/ink88.xml"/><Relationship Id="rId45" Type="http://schemas.openxmlformats.org/officeDocument/2006/relationships/image" Target="../media/image91.png"/><Relationship Id="rId53" Type="http://schemas.openxmlformats.org/officeDocument/2006/relationships/image" Target="../media/image95.png"/><Relationship Id="rId58" Type="http://schemas.openxmlformats.org/officeDocument/2006/relationships/customXml" Target="../ink/ink97.xml"/><Relationship Id="rId66" Type="http://schemas.openxmlformats.org/officeDocument/2006/relationships/customXml" Target="../ink/ink101.xml"/><Relationship Id="rId5" Type="http://schemas.openxmlformats.org/officeDocument/2006/relationships/image" Target="../media/image71.png"/><Relationship Id="rId61" Type="http://schemas.openxmlformats.org/officeDocument/2006/relationships/image" Target="../media/image99.png"/><Relationship Id="rId19" Type="http://schemas.openxmlformats.org/officeDocument/2006/relationships/image" Target="../media/image78.png"/><Relationship Id="rId14" Type="http://schemas.openxmlformats.org/officeDocument/2006/relationships/customXml" Target="../ink/ink75.xml"/><Relationship Id="rId22" Type="http://schemas.openxmlformats.org/officeDocument/2006/relationships/customXml" Target="../ink/ink79.xml"/><Relationship Id="rId27" Type="http://schemas.openxmlformats.org/officeDocument/2006/relationships/image" Target="../media/image82.png"/><Relationship Id="rId30" Type="http://schemas.openxmlformats.org/officeDocument/2006/relationships/customXml" Target="../ink/ink83.xml"/><Relationship Id="rId35" Type="http://schemas.openxmlformats.org/officeDocument/2006/relationships/image" Target="../media/image86.png"/><Relationship Id="rId43" Type="http://schemas.openxmlformats.org/officeDocument/2006/relationships/image" Target="../media/image90.png"/><Relationship Id="rId48" Type="http://schemas.openxmlformats.org/officeDocument/2006/relationships/customXml" Target="../ink/ink92.xml"/><Relationship Id="rId56" Type="http://schemas.openxmlformats.org/officeDocument/2006/relationships/customXml" Target="../ink/ink96.xml"/><Relationship Id="rId64" Type="http://schemas.openxmlformats.org/officeDocument/2006/relationships/customXml" Target="../ink/ink100.xml"/><Relationship Id="rId69" Type="http://schemas.openxmlformats.org/officeDocument/2006/relationships/image" Target="../media/image103.png"/><Relationship Id="rId8" Type="http://schemas.openxmlformats.org/officeDocument/2006/relationships/customXml" Target="../ink/ink72.xml"/><Relationship Id="rId51" Type="http://schemas.openxmlformats.org/officeDocument/2006/relationships/image" Target="../media/image94.png"/><Relationship Id="rId3" Type="http://schemas.openxmlformats.org/officeDocument/2006/relationships/image" Target="../media/image70.png"/><Relationship Id="rId12" Type="http://schemas.openxmlformats.org/officeDocument/2006/relationships/customXml" Target="../ink/ink74.xml"/><Relationship Id="rId17" Type="http://schemas.openxmlformats.org/officeDocument/2006/relationships/image" Target="../media/image77.png"/><Relationship Id="rId25" Type="http://schemas.openxmlformats.org/officeDocument/2006/relationships/image" Target="../media/image81.png"/><Relationship Id="rId33" Type="http://schemas.openxmlformats.org/officeDocument/2006/relationships/image" Target="../media/image85.png"/><Relationship Id="rId38" Type="http://schemas.openxmlformats.org/officeDocument/2006/relationships/customXml" Target="../ink/ink87.xml"/><Relationship Id="rId46" Type="http://schemas.openxmlformats.org/officeDocument/2006/relationships/customXml" Target="../ink/ink91.xml"/><Relationship Id="rId59" Type="http://schemas.openxmlformats.org/officeDocument/2006/relationships/image" Target="../media/image98.png"/><Relationship Id="rId67" Type="http://schemas.openxmlformats.org/officeDocument/2006/relationships/image" Target="../media/image102.png"/><Relationship Id="rId20" Type="http://schemas.openxmlformats.org/officeDocument/2006/relationships/customXml" Target="../ink/ink78.xml"/><Relationship Id="rId41" Type="http://schemas.openxmlformats.org/officeDocument/2006/relationships/image" Target="../media/image89.png"/><Relationship Id="rId54" Type="http://schemas.openxmlformats.org/officeDocument/2006/relationships/customXml" Target="../ink/ink95.xml"/><Relationship Id="rId62" Type="http://schemas.openxmlformats.org/officeDocument/2006/relationships/customXml" Target="../ink/ink99.xml"/><Relationship Id="rId70" Type="http://schemas.openxmlformats.org/officeDocument/2006/relationships/customXml" Target="../ink/ink1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.xml"/><Relationship Id="rId15" Type="http://schemas.openxmlformats.org/officeDocument/2006/relationships/image" Target="../media/image76.png"/><Relationship Id="rId23" Type="http://schemas.openxmlformats.org/officeDocument/2006/relationships/image" Target="../media/image80.png"/><Relationship Id="rId28" Type="http://schemas.openxmlformats.org/officeDocument/2006/relationships/customXml" Target="../ink/ink82.xml"/><Relationship Id="rId36" Type="http://schemas.openxmlformats.org/officeDocument/2006/relationships/customXml" Target="../ink/ink86.xml"/><Relationship Id="rId49" Type="http://schemas.openxmlformats.org/officeDocument/2006/relationships/image" Target="../media/image93.png"/><Relationship Id="rId57" Type="http://schemas.openxmlformats.org/officeDocument/2006/relationships/image" Target="../media/image97.png"/><Relationship Id="rId10" Type="http://schemas.openxmlformats.org/officeDocument/2006/relationships/customXml" Target="../ink/ink73.xml"/><Relationship Id="rId31" Type="http://schemas.openxmlformats.org/officeDocument/2006/relationships/image" Target="../media/image84.png"/><Relationship Id="rId44" Type="http://schemas.openxmlformats.org/officeDocument/2006/relationships/customXml" Target="../ink/ink90.xml"/><Relationship Id="rId52" Type="http://schemas.openxmlformats.org/officeDocument/2006/relationships/customXml" Target="../ink/ink94.xml"/><Relationship Id="rId60" Type="http://schemas.openxmlformats.org/officeDocument/2006/relationships/customXml" Target="../ink/ink98.xml"/><Relationship Id="rId65" Type="http://schemas.openxmlformats.org/officeDocument/2006/relationships/image" Target="../media/image101.png"/><Relationship Id="rId4" Type="http://schemas.openxmlformats.org/officeDocument/2006/relationships/customXml" Target="../ink/ink70.xml"/><Relationship Id="rId9" Type="http://schemas.openxmlformats.org/officeDocument/2006/relationships/image" Target="../media/image73.png"/><Relationship Id="rId13" Type="http://schemas.openxmlformats.org/officeDocument/2006/relationships/image" Target="../media/image75.png"/><Relationship Id="rId18" Type="http://schemas.openxmlformats.org/officeDocument/2006/relationships/customXml" Target="../ink/ink77.xml"/><Relationship Id="rId39" Type="http://schemas.openxmlformats.org/officeDocument/2006/relationships/image" Target="../media/image88.png"/><Relationship Id="rId34" Type="http://schemas.openxmlformats.org/officeDocument/2006/relationships/customXml" Target="../ink/ink85.xml"/><Relationship Id="rId50" Type="http://schemas.openxmlformats.org/officeDocument/2006/relationships/customXml" Target="../ink/ink93.xml"/><Relationship Id="rId55" Type="http://schemas.openxmlformats.org/officeDocument/2006/relationships/image" Target="../media/image96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2.png"/><Relationship Id="rId21" Type="http://schemas.openxmlformats.org/officeDocument/2006/relationships/image" Target="../media/image114.png"/><Relationship Id="rId42" Type="http://schemas.openxmlformats.org/officeDocument/2006/relationships/customXml" Target="../ink/ink124.xml"/><Relationship Id="rId63" Type="http://schemas.openxmlformats.org/officeDocument/2006/relationships/image" Target="../media/image135.png"/><Relationship Id="rId84" Type="http://schemas.openxmlformats.org/officeDocument/2006/relationships/customXml" Target="../ink/ink145.xml"/><Relationship Id="rId138" Type="http://schemas.openxmlformats.org/officeDocument/2006/relationships/customXml" Target="../ink/ink172.xml"/><Relationship Id="rId107" Type="http://schemas.openxmlformats.org/officeDocument/2006/relationships/image" Target="../media/image157.png"/><Relationship Id="rId11" Type="http://schemas.openxmlformats.org/officeDocument/2006/relationships/image" Target="../media/image109.png"/><Relationship Id="rId32" Type="http://schemas.openxmlformats.org/officeDocument/2006/relationships/customXml" Target="../ink/ink119.xml"/><Relationship Id="rId53" Type="http://schemas.openxmlformats.org/officeDocument/2006/relationships/image" Target="../media/image130.png"/><Relationship Id="rId74" Type="http://schemas.openxmlformats.org/officeDocument/2006/relationships/customXml" Target="../ink/ink140.xml"/><Relationship Id="rId128" Type="http://schemas.openxmlformats.org/officeDocument/2006/relationships/customXml" Target="../ink/ink167.xml"/><Relationship Id="rId149" Type="http://schemas.openxmlformats.org/officeDocument/2006/relationships/image" Target="../media/image178.png"/><Relationship Id="rId5" Type="http://schemas.openxmlformats.org/officeDocument/2006/relationships/image" Target="../media/image106.png"/><Relationship Id="rId95" Type="http://schemas.openxmlformats.org/officeDocument/2006/relationships/image" Target="../media/image151.png"/><Relationship Id="rId22" Type="http://schemas.openxmlformats.org/officeDocument/2006/relationships/customXml" Target="../ink/ink114.xml"/><Relationship Id="rId27" Type="http://schemas.openxmlformats.org/officeDocument/2006/relationships/image" Target="../media/image117.png"/><Relationship Id="rId43" Type="http://schemas.openxmlformats.org/officeDocument/2006/relationships/image" Target="../media/image125.png"/><Relationship Id="rId48" Type="http://schemas.openxmlformats.org/officeDocument/2006/relationships/customXml" Target="../ink/ink127.xml"/><Relationship Id="rId64" Type="http://schemas.openxmlformats.org/officeDocument/2006/relationships/customXml" Target="../ink/ink135.xml"/><Relationship Id="rId69" Type="http://schemas.openxmlformats.org/officeDocument/2006/relationships/image" Target="../media/image138.png"/><Relationship Id="rId113" Type="http://schemas.openxmlformats.org/officeDocument/2006/relationships/image" Target="../media/image160.png"/><Relationship Id="rId118" Type="http://schemas.openxmlformats.org/officeDocument/2006/relationships/customXml" Target="../ink/ink162.xml"/><Relationship Id="rId134" Type="http://schemas.openxmlformats.org/officeDocument/2006/relationships/customXml" Target="../ink/ink170.xml"/><Relationship Id="rId139" Type="http://schemas.openxmlformats.org/officeDocument/2006/relationships/image" Target="../media/image173.png"/><Relationship Id="rId80" Type="http://schemas.openxmlformats.org/officeDocument/2006/relationships/customXml" Target="../ink/ink143.xml"/><Relationship Id="rId85" Type="http://schemas.openxmlformats.org/officeDocument/2006/relationships/image" Target="../media/image146.png"/><Relationship Id="rId150" Type="http://schemas.openxmlformats.org/officeDocument/2006/relationships/customXml" Target="../ink/ink178.xml"/><Relationship Id="rId155" Type="http://schemas.openxmlformats.org/officeDocument/2006/relationships/image" Target="../media/image181.png"/><Relationship Id="rId12" Type="http://schemas.openxmlformats.org/officeDocument/2006/relationships/customXml" Target="../ink/ink109.xml"/><Relationship Id="rId17" Type="http://schemas.openxmlformats.org/officeDocument/2006/relationships/image" Target="../media/image112.png"/><Relationship Id="rId33" Type="http://schemas.openxmlformats.org/officeDocument/2006/relationships/image" Target="../media/image120.png"/><Relationship Id="rId38" Type="http://schemas.openxmlformats.org/officeDocument/2006/relationships/customXml" Target="../ink/ink122.xml"/><Relationship Id="rId59" Type="http://schemas.openxmlformats.org/officeDocument/2006/relationships/image" Target="../media/image133.png"/><Relationship Id="rId103" Type="http://schemas.openxmlformats.org/officeDocument/2006/relationships/image" Target="../media/image155.png"/><Relationship Id="rId108" Type="http://schemas.openxmlformats.org/officeDocument/2006/relationships/customXml" Target="../ink/ink157.xml"/><Relationship Id="rId124" Type="http://schemas.openxmlformats.org/officeDocument/2006/relationships/customXml" Target="../ink/ink165.xml"/><Relationship Id="rId129" Type="http://schemas.openxmlformats.org/officeDocument/2006/relationships/image" Target="../media/image168.png"/><Relationship Id="rId54" Type="http://schemas.openxmlformats.org/officeDocument/2006/relationships/customXml" Target="../ink/ink130.xml"/><Relationship Id="rId70" Type="http://schemas.openxmlformats.org/officeDocument/2006/relationships/customXml" Target="../ink/ink138.xml"/><Relationship Id="rId75" Type="http://schemas.openxmlformats.org/officeDocument/2006/relationships/image" Target="../media/image141.png"/><Relationship Id="rId91" Type="http://schemas.openxmlformats.org/officeDocument/2006/relationships/image" Target="../media/image149.png"/><Relationship Id="rId96" Type="http://schemas.openxmlformats.org/officeDocument/2006/relationships/customXml" Target="../ink/ink151.xml"/><Relationship Id="rId140" Type="http://schemas.openxmlformats.org/officeDocument/2006/relationships/customXml" Target="../ink/ink173.xml"/><Relationship Id="rId145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.xml"/><Relationship Id="rId23" Type="http://schemas.openxmlformats.org/officeDocument/2006/relationships/image" Target="../media/image115.png"/><Relationship Id="rId28" Type="http://schemas.openxmlformats.org/officeDocument/2006/relationships/customXml" Target="../ink/ink117.xml"/><Relationship Id="rId49" Type="http://schemas.openxmlformats.org/officeDocument/2006/relationships/image" Target="../media/image128.png"/><Relationship Id="rId114" Type="http://schemas.openxmlformats.org/officeDocument/2006/relationships/customXml" Target="../ink/ink160.xml"/><Relationship Id="rId119" Type="http://schemas.openxmlformats.org/officeDocument/2006/relationships/image" Target="../media/image163.png"/><Relationship Id="rId44" Type="http://schemas.openxmlformats.org/officeDocument/2006/relationships/customXml" Target="../ink/ink125.xml"/><Relationship Id="rId60" Type="http://schemas.openxmlformats.org/officeDocument/2006/relationships/customXml" Target="../ink/ink133.xml"/><Relationship Id="rId65" Type="http://schemas.openxmlformats.org/officeDocument/2006/relationships/image" Target="../media/image136.png"/><Relationship Id="rId81" Type="http://schemas.openxmlformats.org/officeDocument/2006/relationships/image" Target="../media/image144.png"/><Relationship Id="rId86" Type="http://schemas.openxmlformats.org/officeDocument/2006/relationships/customXml" Target="../ink/ink146.xml"/><Relationship Id="rId130" Type="http://schemas.openxmlformats.org/officeDocument/2006/relationships/customXml" Target="../ink/ink168.xml"/><Relationship Id="rId135" Type="http://schemas.openxmlformats.org/officeDocument/2006/relationships/image" Target="../media/image171.png"/><Relationship Id="rId151" Type="http://schemas.openxmlformats.org/officeDocument/2006/relationships/image" Target="../media/image179.png"/><Relationship Id="rId13" Type="http://schemas.openxmlformats.org/officeDocument/2006/relationships/image" Target="../media/image110.png"/><Relationship Id="rId18" Type="http://schemas.openxmlformats.org/officeDocument/2006/relationships/customXml" Target="../ink/ink112.xml"/><Relationship Id="rId39" Type="http://schemas.openxmlformats.org/officeDocument/2006/relationships/image" Target="../media/image123.png"/><Relationship Id="rId109" Type="http://schemas.openxmlformats.org/officeDocument/2006/relationships/image" Target="../media/image158.png"/><Relationship Id="rId34" Type="http://schemas.openxmlformats.org/officeDocument/2006/relationships/customXml" Target="../ink/ink120.xml"/><Relationship Id="rId50" Type="http://schemas.openxmlformats.org/officeDocument/2006/relationships/customXml" Target="../ink/ink128.xml"/><Relationship Id="rId55" Type="http://schemas.openxmlformats.org/officeDocument/2006/relationships/image" Target="../media/image131.png"/><Relationship Id="rId76" Type="http://schemas.openxmlformats.org/officeDocument/2006/relationships/customXml" Target="../ink/ink141.xml"/><Relationship Id="rId97" Type="http://schemas.openxmlformats.org/officeDocument/2006/relationships/image" Target="../media/image152.png"/><Relationship Id="rId104" Type="http://schemas.openxmlformats.org/officeDocument/2006/relationships/customXml" Target="../ink/ink155.xml"/><Relationship Id="rId120" Type="http://schemas.openxmlformats.org/officeDocument/2006/relationships/customXml" Target="../ink/ink163.xml"/><Relationship Id="rId125" Type="http://schemas.openxmlformats.org/officeDocument/2006/relationships/image" Target="../media/image166.png"/><Relationship Id="rId141" Type="http://schemas.openxmlformats.org/officeDocument/2006/relationships/image" Target="../media/image174.png"/><Relationship Id="rId146" Type="http://schemas.openxmlformats.org/officeDocument/2006/relationships/customXml" Target="../ink/ink176.xml"/><Relationship Id="rId7" Type="http://schemas.openxmlformats.org/officeDocument/2006/relationships/image" Target="../media/image107.png"/><Relationship Id="rId71" Type="http://schemas.openxmlformats.org/officeDocument/2006/relationships/image" Target="../media/image139.png"/><Relationship Id="rId92" Type="http://schemas.openxmlformats.org/officeDocument/2006/relationships/customXml" Target="../ink/ink149.xml"/><Relationship Id="rId2" Type="http://schemas.openxmlformats.org/officeDocument/2006/relationships/customXml" Target="../ink/ink104.xml"/><Relationship Id="rId29" Type="http://schemas.openxmlformats.org/officeDocument/2006/relationships/image" Target="../media/image118.png"/><Relationship Id="rId24" Type="http://schemas.openxmlformats.org/officeDocument/2006/relationships/customXml" Target="../ink/ink115.xml"/><Relationship Id="rId40" Type="http://schemas.openxmlformats.org/officeDocument/2006/relationships/customXml" Target="../ink/ink123.xml"/><Relationship Id="rId45" Type="http://schemas.openxmlformats.org/officeDocument/2006/relationships/image" Target="../media/image126.png"/><Relationship Id="rId66" Type="http://schemas.openxmlformats.org/officeDocument/2006/relationships/customXml" Target="../ink/ink136.xml"/><Relationship Id="rId87" Type="http://schemas.openxmlformats.org/officeDocument/2006/relationships/image" Target="../media/image147.png"/><Relationship Id="rId110" Type="http://schemas.openxmlformats.org/officeDocument/2006/relationships/customXml" Target="../ink/ink158.xml"/><Relationship Id="rId115" Type="http://schemas.openxmlformats.org/officeDocument/2006/relationships/image" Target="../media/image161.png"/><Relationship Id="rId131" Type="http://schemas.openxmlformats.org/officeDocument/2006/relationships/image" Target="../media/image169.png"/><Relationship Id="rId136" Type="http://schemas.openxmlformats.org/officeDocument/2006/relationships/customXml" Target="../ink/ink171.xml"/><Relationship Id="rId61" Type="http://schemas.openxmlformats.org/officeDocument/2006/relationships/image" Target="../media/image134.png"/><Relationship Id="rId82" Type="http://schemas.openxmlformats.org/officeDocument/2006/relationships/customXml" Target="../ink/ink144.xml"/><Relationship Id="rId152" Type="http://schemas.openxmlformats.org/officeDocument/2006/relationships/customXml" Target="../ink/ink179.xml"/><Relationship Id="rId19" Type="http://schemas.openxmlformats.org/officeDocument/2006/relationships/image" Target="../media/image113.png"/><Relationship Id="rId14" Type="http://schemas.openxmlformats.org/officeDocument/2006/relationships/customXml" Target="../ink/ink110.xml"/><Relationship Id="rId30" Type="http://schemas.openxmlformats.org/officeDocument/2006/relationships/customXml" Target="../ink/ink118.xml"/><Relationship Id="rId35" Type="http://schemas.openxmlformats.org/officeDocument/2006/relationships/image" Target="../media/image121.png"/><Relationship Id="rId56" Type="http://schemas.openxmlformats.org/officeDocument/2006/relationships/customXml" Target="../ink/ink131.xml"/><Relationship Id="rId77" Type="http://schemas.openxmlformats.org/officeDocument/2006/relationships/image" Target="../media/image142.png"/><Relationship Id="rId100" Type="http://schemas.openxmlformats.org/officeDocument/2006/relationships/customXml" Target="../ink/ink153.xml"/><Relationship Id="rId105" Type="http://schemas.openxmlformats.org/officeDocument/2006/relationships/image" Target="../media/image156.png"/><Relationship Id="rId126" Type="http://schemas.openxmlformats.org/officeDocument/2006/relationships/customXml" Target="../ink/ink166.xml"/><Relationship Id="rId147" Type="http://schemas.openxmlformats.org/officeDocument/2006/relationships/image" Target="../media/image177.png"/><Relationship Id="rId8" Type="http://schemas.openxmlformats.org/officeDocument/2006/relationships/customXml" Target="../ink/ink107.xml"/><Relationship Id="rId51" Type="http://schemas.openxmlformats.org/officeDocument/2006/relationships/image" Target="../media/image129.png"/><Relationship Id="rId72" Type="http://schemas.openxmlformats.org/officeDocument/2006/relationships/customXml" Target="../ink/ink139.xml"/><Relationship Id="rId93" Type="http://schemas.openxmlformats.org/officeDocument/2006/relationships/image" Target="../media/image150.png"/><Relationship Id="rId98" Type="http://schemas.openxmlformats.org/officeDocument/2006/relationships/customXml" Target="../ink/ink152.xml"/><Relationship Id="rId121" Type="http://schemas.openxmlformats.org/officeDocument/2006/relationships/image" Target="../media/image164.png"/><Relationship Id="rId142" Type="http://schemas.openxmlformats.org/officeDocument/2006/relationships/customXml" Target="../ink/ink174.xml"/><Relationship Id="rId3" Type="http://schemas.openxmlformats.org/officeDocument/2006/relationships/image" Target="../media/image105.png"/><Relationship Id="rId25" Type="http://schemas.openxmlformats.org/officeDocument/2006/relationships/image" Target="../media/image116.png"/><Relationship Id="rId46" Type="http://schemas.openxmlformats.org/officeDocument/2006/relationships/customXml" Target="../ink/ink126.xml"/><Relationship Id="rId67" Type="http://schemas.openxmlformats.org/officeDocument/2006/relationships/image" Target="../media/image137.png"/><Relationship Id="rId116" Type="http://schemas.openxmlformats.org/officeDocument/2006/relationships/customXml" Target="../ink/ink161.xml"/><Relationship Id="rId137" Type="http://schemas.openxmlformats.org/officeDocument/2006/relationships/image" Target="../media/image172.png"/><Relationship Id="rId20" Type="http://schemas.openxmlformats.org/officeDocument/2006/relationships/customXml" Target="../ink/ink113.xml"/><Relationship Id="rId41" Type="http://schemas.openxmlformats.org/officeDocument/2006/relationships/image" Target="../media/image124.png"/><Relationship Id="rId62" Type="http://schemas.openxmlformats.org/officeDocument/2006/relationships/customXml" Target="../ink/ink134.xml"/><Relationship Id="rId83" Type="http://schemas.openxmlformats.org/officeDocument/2006/relationships/image" Target="../media/image145.png"/><Relationship Id="rId88" Type="http://schemas.openxmlformats.org/officeDocument/2006/relationships/customXml" Target="../ink/ink147.xml"/><Relationship Id="rId111" Type="http://schemas.openxmlformats.org/officeDocument/2006/relationships/image" Target="../media/image159.png"/><Relationship Id="rId132" Type="http://schemas.openxmlformats.org/officeDocument/2006/relationships/customXml" Target="../ink/ink169.xml"/><Relationship Id="rId153" Type="http://schemas.openxmlformats.org/officeDocument/2006/relationships/image" Target="../media/image180.png"/><Relationship Id="rId15" Type="http://schemas.openxmlformats.org/officeDocument/2006/relationships/image" Target="../media/image111.png"/><Relationship Id="rId36" Type="http://schemas.openxmlformats.org/officeDocument/2006/relationships/customXml" Target="../ink/ink121.xml"/><Relationship Id="rId57" Type="http://schemas.openxmlformats.org/officeDocument/2006/relationships/image" Target="../media/image132.png"/><Relationship Id="rId106" Type="http://schemas.openxmlformats.org/officeDocument/2006/relationships/customXml" Target="../ink/ink156.xml"/><Relationship Id="rId127" Type="http://schemas.openxmlformats.org/officeDocument/2006/relationships/image" Target="../media/image167.png"/><Relationship Id="rId10" Type="http://schemas.openxmlformats.org/officeDocument/2006/relationships/customXml" Target="../ink/ink108.xml"/><Relationship Id="rId31" Type="http://schemas.openxmlformats.org/officeDocument/2006/relationships/image" Target="../media/image119.png"/><Relationship Id="rId52" Type="http://schemas.openxmlformats.org/officeDocument/2006/relationships/customXml" Target="../ink/ink129.xml"/><Relationship Id="rId73" Type="http://schemas.openxmlformats.org/officeDocument/2006/relationships/image" Target="../media/image140.png"/><Relationship Id="rId78" Type="http://schemas.openxmlformats.org/officeDocument/2006/relationships/customXml" Target="../ink/ink142.xml"/><Relationship Id="rId94" Type="http://schemas.openxmlformats.org/officeDocument/2006/relationships/customXml" Target="../ink/ink150.xml"/><Relationship Id="rId99" Type="http://schemas.openxmlformats.org/officeDocument/2006/relationships/image" Target="../media/image153.png"/><Relationship Id="rId101" Type="http://schemas.openxmlformats.org/officeDocument/2006/relationships/image" Target="../media/image154.png"/><Relationship Id="rId122" Type="http://schemas.openxmlformats.org/officeDocument/2006/relationships/customXml" Target="../ink/ink164.xml"/><Relationship Id="rId143" Type="http://schemas.openxmlformats.org/officeDocument/2006/relationships/image" Target="../media/image175.png"/><Relationship Id="rId148" Type="http://schemas.openxmlformats.org/officeDocument/2006/relationships/customXml" Target="../ink/ink177.xml"/><Relationship Id="rId4" Type="http://schemas.openxmlformats.org/officeDocument/2006/relationships/customXml" Target="../ink/ink105.xml"/><Relationship Id="rId9" Type="http://schemas.openxmlformats.org/officeDocument/2006/relationships/image" Target="../media/image108.png"/><Relationship Id="rId26" Type="http://schemas.openxmlformats.org/officeDocument/2006/relationships/customXml" Target="../ink/ink116.xml"/><Relationship Id="rId47" Type="http://schemas.openxmlformats.org/officeDocument/2006/relationships/image" Target="../media/image127.png"/><Relationship Id="rId68" Type="http://schemas.openxmlformats.org/officeDocument/2006/relationships/customXml" Target="../ink/ink137.xml"/><Relationship Id="rId89" Type="http://schemas.openxmlformats.org/officeDocument/2006/relationships/image" Target="../media/image148.png"/><Relationship Id="rId112" Type="http://schemas.openxmlformats.org/officeDocument/2006/relationships/customXml" Target="../ink/ink159.xml"/><Relationship Id="rId133" Type="http://schemas.openxmlformats.org/officeDocument/2006/relationships/image" Target="../media/image170.png"/><Relationship Id="rId154" Type="http://schemas.openxmlformats.org/officeDocument/2006/relationships/customXml" Target="../ink/ink180.xml"/><Relationship Id="rId16" Type="http://schemas.openxmlformats.org/officeDocument/2006/relationships/customXml" Target="../ink/ink111.xml"/><Relationship Id="rId37" Type="http://schemas.openxmlformats.org/officeDocument/2006/relationships/image" Target="../media/image122.png"/><Relationship Id="rId58" Type="http://schemas.openxmlformats.org/officeDocument/2006/relationships/customXml" Target="../ink/ink132.xml"/><Relationship Id="rId79" Type="http://schemas.openxmlformats.org/officeDocument/2006/relationships/image" Target="../media/image143.png"/><Relationship Id="rId102" Type="http://schemas.openxmlformats.org/officeDocument/2006/relationships/customXml" Target="../ink/ink154.xml"/><Relationship Id="rId123" Type="http://schemas.openxmlformats.org/officeDocument/2006/relationships/image" Target="../media/image165.png"/><Relationship Id="rId144" Type="http://schemas.openxmlformats.org/officeDocument/2006/relationships/customXml" Target="../ink/ink175.xml"/><Relationship Id="rId90" Type="http://schemas.openxmlformats.org/officeDocument/2006/relationships/customXml" Target="../ink/ink14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9.png"/><Relationship Id="rId21" Type="http://schemas.openxmlformats.org/officeDocument/2006/relationships/image" Target="../media/image191.png"/><Relationship Id="rId42" Type="http://schemas.openxmlformats.org/officeDocument/2006/relationships/customXml" Target="../ink/ink201.xml"/><Relationship Id="rId63" Type="http://schemas.openxmlformats.org/officeDocument/2006/relationships/image" Target="../media/image212.png"/><Relationship Id="rId84" Type="http://schemas.openxmlformats.org/officeDocument/2006/relationships/customXml" Target="../ink/ink222.xml"/><Relationship Id="rId16" Type="http://schemas.openxmlformats.org/officeDocument/2006/relationships/customXml" Target="../ink/ink188.xml"/><Relationship Id="rId107" Type="http://schemas.openxmlformats.org/officeDocument/2006/relationships/image" Target="../media/image234.png"/><Relationship Id="rId11" Type="http://schemas.openxmlformats.org/officeDocument/2006/relationships/image" Target="../media/image186.png"/><Relationship Id="rId32" Type="http://schemas.openxmlformats.org/officeDocument/2006/relationships/customXml" Target="../ink/ink196.xml"/><Relationship Id="rId37" Type="http://schemas.openxmlformats.org/officeDocument/2006/relationships/image" Target="../media/image199.png"/><Relationship Id="rId53" Type="http://schemas.openxmlformats.org/officeDocument/2006/relationships/image" Target="../media/image207.png"/><Relationship Id="rId58" Type="http://schemas.openxmlformats.org/officeDocument/2006/relationships/customXml" Target="../ink/ink209.xml"/><Relationship Id="rId74" Type="http://schemas.openxmlformats.org/officeDocument/2006/relationships/customXml" Target="../ink/ink217.xml"/><Relationship Id="rId79" Type="http://schemas.openxmlformats.org/officeDocument/2006/relationships/image" Target="../media/image220.png"/><Relationship Id="rId102" Type="http://schemas.openxmlformats.org/officeDocument/2006/relationships/customXml" Target="../ink/ink231.xml"/><Relationship Id="rId123" Type="http://schemas.openxmlformats.org/officeDocument/2006/relationships/image" Target="../media/image242.png"/><Relationship Id="rId128" Type="http://schemas.openxmlformats.org/officeDocument/2006/relationships/customXml" Target="../ink/ink244.xml"/><Relationship Id="rId5" Type="http://schemas.openxmlformats.org/officeDocument/2006/relationships/image" Target="../media/image183.png"/><Relationship Id="rId90" Type="http://schemas.openxmlformats.org/officeDocument/2006/relationships/customXml" Target="../ink/ink225.xml"/><Relationship Id="rId95" Type="http://schemas.openxmlformats.org/officeDocument/2006/relationships/image" Target="../media/image228.png"/><Relationship Id="rId22" Type="http://schemas.openxmlformats.org/officeDocument/2006/relationships/customXml" Target="../ink/ink191.xml"/><Relationship Id="rId27" Type="http://schemas.openxmlformats.org/officeDocument/2006/relationships/image" Target="../media/image194.png"/><Relationship Id="rId43" Type="http://schemas.openxmlformats.org/officeDocument/2006/relationships/image" Target="../media/image202.png"/><Relationship Id="rId48" Type="http://schemas.openxmlformats.org/officeDocument/2006/relationships/customXml" Target="../ink/ink204.xml"/><Relationship Id="rId64" Type="http://schemas.openxmlformats.org/officeDocument/2006/relationships/customXml" Target="../ink/ink212.xml"/><Relationship Id="rId69" Type="http://schemas.openxmlformats.org/officeDocument/2006/relationships/image" Target="../media/image215.png"/><Relationship Id="rId113" Type="http://schemas.openxmlformats.org/officeDocument/2006/relationships/image" Target="../media/image237.png"/><Relationship Id="rId118" Type="http://schemas.openxmlformats.org/officeDocument/2006/relationships/customXml" Target="../ink/ink239.xml"/><Relationship Id="rId134" Type="http://schemas.openxmlformats.org/officeDocument/2006/relationships/customXml" Target="../ink/ink247.xml"/><Relationship Id="rId80" Type="http://schemas.openxmlformats.org/officeDocument/2006/relationships/customXml" Target="../ink/ink220.xml"/><Relationship Id="rId85" Type="http://schemas.openxmlformats.org/officeDocument/2006/relationships/image" Target="../media/image223.png"/><Relationship Id="rId12" Type="http://schemas.openxmlformats.org/officeDocument/2006/relationships/customXml" Target="../ink/ink186.xml"/><Relationship Id="rId17" Type="http://schemas.openxmlformats.org/officeDocument/2006/relationships/image" Target="../media/image189.png"/><Relationship Id="rId33" Type="http://schemas.openxmlformats.org/officeDocument/2006/relationships/image" Target="../media/image197.png"/><Relationship Id="rId38" Type="http://schemas.openxmlformats.org/officeDocument/2006/relationships/customXml" Target="../ink/ink199.xml"/><Relationship Id="rId59" Type="http://schemas.openxmlformats.org/officeDocument/2006/relationships/image" Target="../media/image210.png"/><Relationship Id="rId103" Type="http://schemas.openxmlformats.org/officeDocument/2006/relationships/image" Target="../media/image232.png"/><Relationship Id="rId108" Type="http://schemas.openxmlformats.org/officeDocument/2006/relationships/customXml" Target="../ink/ink234.xml"/><Relationship Id="rId124" Type="http://schemas.openxmlformats.org/officeDocument/2006/relationships/customXml" Target="../ink/ink242.xml"/><Relationship Id="rId129" Type="http://schemas.openxmlformats.org/officeDocument/2006/relationships/image" Target="../media/image245.png"/><Relationship Id="rId54" Type="http://schemas.openxmlformats.org/officeDocument/2006/relationships/customXml" Target="../ink/ink207.xml"/><Relationship Id="rId70" Type="http://schemas.openxmlformats.org/officeDocument/2006/relationships/customXml" Target="../ink/ink215.xml"/><Relationship Id="rId75" Type="http://schemas.openxmlformats.org/officeDocument/2006/relationships/image" Target="../media/image218.png"/><Relationship Id="rId91" Type="http://schemas.openxmlformats.org/officeDocument/2006/relationships/image" Target="../media/image226.png"/><Relationship Id="rId96" Type="http://schemas.openxmlformats.org/officeDocument/2006/relationships/customXml" Target="../ink/ink22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3.xml"/><Relationship Id="rId23" Type="http://schemas.openxmlformats.org/officeDocument/2006/relationships/image" Target="../media/image192.png"/><Relationship Id="rId28" Type="http://schemas.openxmlformats.org/officeDocument/2006/relationships/customXml" Target="../ink/ink194.xml"/><Relationship Id="rId49" Type="http://schemas.openxmlformats.org/officeDocument/2006/relationships/image" Target="../media/image205.png"/><Relationship Id="rId114" Type="http://schemas.openxmlformats.org/officeDocument/2006/relationships/customXml" Target="../ink/ink237.xml"/><Relationship Id="rId119" Type="http://schemas.openxmlformats.org/officeDocument/2006/relationships/image" Target="../media/image240.png"/><Relationship Id="rId44" Type="http://schemas.openxmlformats.org/officeDocument/2006/relationships/customXml" Target="../ink/ink202.xml"/><Relationship Id="rId60" Type="http://schemas.openxmlformats.org/officeDocument/2006/relationships/customXml" Target="../ink/ink210.xml"/><Relationship Id="rId65" Type="http://schemas.openxmlformats.org/officeDocument/2006/relationships/image" Target="../media/image213.png"/><Relationship Id="rId81" Type="http://schemas.openxmlformats.org/officeDocument/2006/relationships/image" Target="../media/image221.png"/><Relationship Id="rId86" Type="http://schemas.openxmlformats.org/officeDocument/2006/relationships/customXml" Target="../ink/ink223.xml"/><Relationship Id="rId130" Type="http://schemas.openxmlformats.org/officeDocument/2006/relationships/customXml" Target="../ink/ink245.xml"/><Relationship Id="rId135" Type="http://schemas.openxmlformats.org/officeDocument/2006/relationships/image" Target="../media/image248.png"/><Relationship Id="rId13" Type="http://schemas.openxmlformats.org/officeDocument/2006/relationships/image" Target="../media/image187.png"/><Relationship Id="rId18" Type="http://schemas.openxmlformats.org/officeDocument/2006/relationships/customXml" Target="../ink/ink189.xml"/><Relationship Id="rId39" Type="http://schemas.openxmlformats.org/officeDocument/2006/relationships/image" Target="../media/image200.png"/><Relationship Id="rId109" Type="http://schemas.openxmlformats.org/officeDocument/2006/relationships/image" Target="../media/image235.png"/><Relationship Id="rId34" Type="http://schemas.openxmlformats.org/officeDocument/2006/relationships/customXml" Target="../ink/ink197.xml"/><Relationship Id="rId50" Type="http://schemas.openxmlformats.org/officeDocument/2006/relationships/customXml" Target="../ink/ink205.xml"/><Relationship Id="rId55" Type="http://schemas.openxmlformats.org/officeDocument/2006/relationships/image" Target="../media/image208.png"/><Relationship Id="rId76" Type="http://schemas.openxmlformats.org/officeDocument/2006/relationships/customXml" Target="../ink/ink218.xml"/><Relationship Id="rId97" Type="http://schemas.openxmlformats.org/officeDocument/2006/relationships/image" Target="../media/image229.png"/><Relationship Id="rId104" Type="http://schemas.openxmlformats.org/officeDocument/2006/relationships/customXml" Target="../ink/ink232.xml"/><Relationship Id="rId120" Type="http://schemas.openxmlformats.org/officeDocument/2006/relationships/customXml" Target="../ink/ink240.xml"/><Relationship Id="rId125" Type="http://schemas.openxmlformats.org/officeDocument/2006/relationships/image" Target="../media/image243.png"/><Relationship Id="rId7" Type="http://schemas.openxmlformats.org/officeDocument/2006/relationships/image" Target="../media/image184.png"/><Relationship Id="rId71" Type="http://schemas.openxmlformats.org/officeDocument/2006/relationships/image" Target="../media/image216.png"/><Relationship Id="rId92" Type="http://schemas.openxmlformats.org/officeDocument/2006/relationships/customXml" Target="../ink/ink226.xml"/><Relationship Id="rId2" Type="http://schemas.openxmlformats.org/officeDocument/2006/relationships/customXml" Target="../ink/ink181.xml"/><Relationship Id="rId29" Type="http://schemas.openxmlformats.org/officeDocument/2006/relationships/image" Target="../media/image195.png"/><Relationship Id="rId24" Type="http://schemas.openxmlformats.org/officeDocument/2006/relationships/customXml" Target="../ink/ink192.xml"/><Relationship Id="rId40" Type="http://schemas.openxmlformats.org/officeDocument/2006/relationships/customXml" Target="../ink/ink200.xml"/><Relationship Id="rId45" Type="http://schemas.openxmlformats.org/officeDocument/2006/relationships/image" Target="../media/image203.png"/><Relationship Id="rId66" Type="http://schemas.openxmlformats.org/officeDocument/2006/relationships/customXml" Target="../ink/ink213.xml"/><Relationship Id="rId87" Type="http://schemas.openxmlformats.org/officeDocument/2006/relationships/image" Target="../media/image224.png"/><Relationship Id="rId110" Type="http://schemas.openxmlformats.org/officeDocument/2006/relationships/customXml" Target="../ink/ink235.xml"/><Relationship Id="rId115" Type="http://schemas.openxmlformats.org/officeDocument/2006/relationships/image" Target="../media/image238.png"/><Relationship Id="rId131" Type="http://schemas.openxmlformats.org/officeDocument/2006/relationships/image" Target="../media/image246.png"/><Relationship Id="rId136" Type="http://schemas.openxmlformats.org/officeDocument/2006/relationships/customXml" Target="../ink/ink248.xml"/><Relationship Id="rId61" Type="http://schemas.openxmlformats.org/officeDocument/2006/relationships/image" Target="../media/image211.png"/><Relationship Id="rId82" Type="http://schemas.openxmlformats.org/officeDocument/2006/relationships/customXml" Target="../ink/ink221.xml"/><Relationship Id="rId19" Type="http://schemas.openxmlformats.org/officeDocument/2006/relationships/image" Target="../media/image190.png"/><Relationship Id="rId14" Type="http://schemas.openxmlformats.org/officeDocument/2006/relationships/customXml" Target="../ink/ink187.xml"/><Relationship Id="rId30" Type="http://schemas.openxmlformats.org/officeDocument/2006/relationships/customXml" Target="../ink/ink195.xml"/><Relationship Id="rId35" Type="http://schemas.openxmlformats.org/officeDocument/2006/relationships/image" Target="../media/image198.png"/><Relationship Id="rId56" Type="http://schemas.openxmlformats.org/officeDocument/2006/relationships/customXml" Target="../ink/ink208.xml"/><Relationship Id="rId77" Type="http://schemas.openxmlformats.org/officeDocument/2006/relationships/image" Target="../media/image219.png"/><Relationship Id="rId100" Type="http://schemas.openxmlformats.org/officeDocument/2006/relationships/customXml" Target="../ink/ink230.xml"/><Relationship Id="rId105" Type="http://schemas.openxmlformats.org/officeDocument/2006/relationships/image" Target="../media/image233.png"/><Relationship Id="rId126" Type="http://schemas.openxmlformats.org/officeDocument/2006/relationships/customXml" Target="../ink/ink243.xml"/><Relationship Id="rId8" Type="http://schemas.openxmlformats.org/officeDocument/2006/relationships/customXml" Target="../ink/ink184.xml"/><Relationship Id="rId51" Type="http://schemas.openxmlformats.org/officeDocument/2006/relationships/image" Target="../media/image206.png"/><Relationship Id="rId72" Type="http://schemas.openxmlformats.org/officeDocument/2006/relationships/customXml" Target="../ink/ink216.xml"/><Relationship Id="rId93" Type="http://schemas.openxmlformats.org/officeDocument/2006/relationships/image" Target="../media/image227.png"/><Relationship Id="rId98" Type="http://schemas.openxmlformats.org/officeDocument/2006/relationships/customXml" Target="../ink/ink229.xml"/><Relationship Id="rId121" Type="http://schemas.openxmlformats.org/officeDocument/2006/relationships/image" Target="../media/image241.png"/><Relationship Id="rId3" Type="http://schemas.openxmlformats.org/officeDocument/2006/relationships/image" Target="../media/image182.png"/><Relationship Id="rId25" Type="http://schemas.openxmlformats.org/officeDocument/2006/relationships/image" Target="../media/image193.png"/><Relationship Id="rId46" Type="http://schemas.openxmlformats.org/officeDocument/2006/relationships/customXml" Target="../ink/ink203.xml"/><Relationship Id="rId67" Type="http://schemas.openxmlformats.org/officeDocument/2006/relationships/image" Target="../media/image214.png"/><Relationship Id="rId116" Type="http://schemas.openxmlformats.org/officeDocument/2006/relationships/customXml" Target="../ink/ink238.xml"/><Relationship Id="rId137" Type="http://schemas.openxmlformats.org/officeDocument/2006/relationships/image" Target="../media/image249.png"/><Relationship Id="rId20" Type="http://schemas.openxmlformats.org/officeDocument/2006/relationships/customXml" Target="../ink/ink190.xml"/><Relationship Id="rId41" Type="http://schemas.openxmlformats.org/officeDocument/2006/relationships/image" Target="../media/image201.png"/><Relationship Id="rId62" Type="http://schemas.openxmlformats.org/officeDocument/2006/relationships/customXml" Target="../ink/ink211.xml"/><Relationship Id="rId83" Type="http://schemas.openxmlformats.org/officeDocument/2006/relationships/image" Target="../media/image222.png"/><Relationship Id="rId88" Type="http://schemas.openxmlformats.org/officeDocument/2006/relationships/customXml" Target="../ink/ink224.xml"/><Relationship Id="rId111" Type="http://schemas.openxmlformats.org/officeDocument/2006/relationships/image" Target="../media/image236.png"/><Relationship Id="rId132" Type="http://schemas.openxmlformats.org/officeDocument/2006/relationships/customXml" Target="../ink/ink246.xml"/><Relationship Id="rId15" Type="http://schemas.openxmlformats.org/officeDocument/2006/relationships/image" Target="../media/image188.png"/><Relationship Id="rId36" Type="http://schemas.openxmlformats.org/officeDocument/2006/relationships/customXml" Target="../ink/ink198.xml"/><Relationship Id="rId57" Type="http://schemas.openxmlformats.org/officeDocument/2006/relationships/image" Target="../media/image209.png"/><Relationship Id="rId106" Type="http://schemas.openxmlformats.org/officeDocument/2006/relationships/customXml" Target="../ink/ink233.xml"/><Relationship Id="rId127" Type="http://schemas.openxmlformats.org/officeDocument/2006/relationships/image" Target="../media/image244.png"/><Relationship Id="rId10" Type="http://schemas.openxmlformats.org/officeDocument/2006/relationships/customXml" Target="../ink/ink185.xml"/><Relationship Id="rId31" Type="http://schemas.openxmlformats.org/officeDocument/2006/relationships/image" Target="../media/image196.png"/><Relationship Id="rId52" Type="http://schemas.openxmlformats.org/officeDocument/2006/relationships/customXml" Target="../ink/ink206.xml"/><Relationship Id="rId73" Type="http://schemas.openxmlformats.org/officeDocument/2006/relationships/image" Target="../media/image217.png"/><Relationship Id="rId78" Type="http://schemas.openxmlformats.org/officeDocument/2006/relationships/customXml" Target="../ink/ink219.xml"/><Relationship Id="rId94" Type="http://schemas.openxmlformats.org/officeDocument/2006/relationships/customXml" Target="../ink/ink227.xml"/><Relationship Id="rId99" Type="http://schemas.openxmlformats.org/officeDocument/2006/relationships/image" Target="../media/image230.png"/><Relationship Id="rId101" Type="http://schemas.openxmlformats.org/officeDocument/2006/relationships/image" Target="../media/image231.png"/><Relationship Id="rId122" Type="http://schemas.openxmlformats.org/officeDocument/2006/relationships/customXml" Target="../ink/ink241.xml"/><Relationship Id="rId4" Type="http://schemas.openxmlformats.org/officeDocument/2006/relationships/customXml" Target="../ink/ink182.xml"/><Relationship Id="rId9" Type="http://schemas.openxmlformats.org/officeDocument/2006/relationships/image" Target="../media/image185.png"/><Relationship Id="rId26" Type="http://schemas.openxmlformats.org/officeDocument/2006/relationships/customXml" Target="../ink/ink193.xml"/><Relationship Id="rId47" Type="http://schemas.openxmlformats.org/officeDocument/2006/relationships/image" Target="../media/image204.png"/><Relationship Id="rId68" Type="http://schemas.openxmlformats.org/officeDocument/2006/relationships/customXml" Target="../ink/ink214.xml"/><Relationship Id="rId89" Type="http://schemas.openxmlformats.org/officeDocument/2006/relationships/image" Target="../media/image225.png"/><Relationship Id="rId112" Type="http://schemas.openxmlformats.org/officeDocument/2006/relationships/customXml" Target="../ink/ink236.xml"/><Relationship Id="rId133" Type="http://schemas.openxmlformats.org/officeDocument/2006/relationships/image" Target="../media/image247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1.xml"/><Relationship Id="rId21" Type="http://schemas.openxmlformats.org/officeDocument/2006/relationships/image" Target="../media/image259.png"/><Relationship Id="rId42" Type="http://schemas.openxmlformats.org/officeDocument/2006/relationships/customXml" Target="../ink/ink269.xml"/><Relationship Id="rId47" Type="http://schemas.openxmlformats.org/officeDocument/2006/relationships/image" Target="../media/image272.png"/><Relationship Id="rId63" Type="http://schemas.openxmlformats.org/officeDocument/2006/relationships/image" Target="../media/image280.png"/><Relationship Id="rId68" Type="http://schemas.openxmlformats.org/officeDocument/2006/relationships/customXml" Target="../ink/ink282.xml"/><Relationship Id="rId84" Type="http://schemas.openxmlformats.org/officeDocument/2006/relationships/customXml" Target="../ink/ink290.xml"/><Relationship Id="rId89" Type="http://schemas.openxmlformats.org/officeDocument/2006/relationships/image" Target="../media/image293.png"/><Relationship Id="rId16" Type="http://schemas.openxmlformats.org/officeDocument/2006/relationships/customXml" Target="../ink/ink256.xml"/><Relationship Id="rId11" Type="http://schemas.openxmlformats.org/officeDocument/2006/relationships/image" Target="../media/image254.png"/><Relationship Id="rId32" Type="http://schemas.openxmlformats.org/officeDocument/2006/relationships/customXml" Target="../ink/ink264.xml"/><Relationship Id="rId37" Type="http://schemas.openxmlformats.org/officeDocument/2006/relationships/image" Target="../media/image267.png"/><Relationship Id="rId53" Type="http://schemas.openxmlformats.org/officeDocument/2006/relationships/image" Target="../media/image275.png"/><Relationship Id="rId58" Type="http://schemas.openxmlformats.org/officeDocument/2006/relationships/customXml" Target="../ink/ink277.xml"/><Relationship Id="rId74" Type="http://schemas.openxmlformats.org/officeDocument/2006/relationships/customXml" Target="../ink/ink285.xml"/><Relationship Id="rId79" Type="http://schemas.openxmlformats.org/officeDocument/2006/relationships/image" Target="../media/image288.png"/><Relationship Id="rId102" Type="http://schemas.openxmlformats.org/officeDocument/2006/relationships/customXml" Target="../ink/ink299.xml"/><Relationship Id="rId5" Type="http://schemas.openxmlformats.org/officeDocument/2006/relationships/image" Target="../media/image251.png"/><Relationship Id="rId90" Type="http://schemas.openxmlformats.org/officeDocument/2006/relationships/customXml" Target="../ink/ink293.xml"/><Relationship Id="rId95" Type="http://schemas.openxmlformats.org/officeDocument/2006/relationships/image" Target="../media/image296.png"/><Relationship Id="rId22" Type="http://schemas.openxmlformats.org/officeDocument/2006/relationships/customXml" Target="../ink/ink259.xml"/><Relationship Id="rId27" Type="http://schemas.openxmlformats.org/officeDocument/2006/relationships/image" Target="../media/image262.png"/><Relationship Id="rId43" Type="http://schemas.openxmlformats.org/officeDocument/2006/relationships/image" Target="../media/image270.png"/><Relationship Id="rId48" Type="http://schemas.openxmlformats.org/officeDocument/2006/relationships/customXml" Target="../ink/ink272.xml"/><Relationship Id="rId64" Type="http://schemas.openxmlformats.org/officeDocument/2006/relationships/customXml" Target="../ink/ink280.xml"/><Relationship Id="rId69" Type="http://schemas.openxmlformats.org/officeDocument/2006/relationships/image" Target="../media/image283.png"/><Relationship Id="rId80" Type="http://schemas.openxmlformats.org/officeDocument/2006/relationships/customXml" Target="../ink/ink288.xml"/><Relationship Id="rId85" Type="http://schemas.openxmlformats.org/officeDocument/2006/relationships/image" Target="../media/image291.png"/><Relationship Id="rId12" Type="http://schemas.openxmlformats.org/officeDocument/2006/relationships/customXml" Target="../ink/ink254.xml"/><Relationship Id="rId17" Type="http://schemas.openxmlformats.org/officeDocument/2006/relationships/image" Target="../media/image257.png"/><Relationship Id="rId25" Type="http://schemas.openxmlformats.org/officeDocument/2006/relationships/image" Target="../media/image261.png"/><Relationship Id="rId33" Type="http://schemas.openxmlformats.org/officeDocument/2006/relationships/image" Target="../media/image265.png"/><Relationship Id="rId38" Type="http://schemas.openxmlformats.org/officeDocument/2006/relationships/customXml" Target="../ink/ink267.xml"/><Relationship Id="rId46" Type="http://schemas.openxmlformats.org/officeDocument/2006/relationships/customXml" Target="../ink/ink271.xml"/><Relationship Id="rId59" Type="http://schemas.openxmlformats.org/officeDocument/2006/relationships/image" Target="../media/image278.png"/><Relationship Id="rId67" Type="http://schemas.openxmlformats.org/officeDocument/2006/relationships/image" Target="../media/image282.png"/><Relationship Id="rId103" Type="http://schemas.openxmlformats.org/officeDocument/2006/relationships/image" Target="../media/image300.png"/><Relationship Id="rId20" Type="http://schemas.openxmlformats.org/officeDocument/2006/relationships/customXml" Target="../ink/ink258.xml"/><Relationship Id="rId41" Type="http://schemas.openxmlformats.org/officeDocument/2006/relationships/image" Target="../media/image269.png"/><Relationship Id="rId54" Type="http://schemas.openxmlformats.org/officeDocument/2006/relationships/customXml" Target="../ink/ink275.xml"/><Relationship Id="rId62" Type="http://schemas.openxmlformats.org/officeDocument/2006/relationships/customXml" Target="../ink/ink279.xml"/><Relationship Id="rId70" Type="http://schemas.openxmlformats.org/officeDocument/2006/relationships/customXml" Target="../ink/ink283.xml"/><Relationship Id="rId75" Type="http://schemas.openxmlformats.org/officeDocument/2006/relationships/image" Target="../media/image286.png"/><Relationship Id="rId83" Type="http://schemas.openxmlformats.org/officeDocument/2006/relationships/image" Target="../media/image290.png"/><Relationship Id="rId88" Type="http://schemas.openxmlformats.org/officeDocument/2006/relationships/customXml" Target="../ink/ink292.xml"/><Relationship Id="rId91" Type="http://schemas.openxmlformats.org/officeDocument/2006/relationships/image" Target="../media/image294.png"/><Relationship Id="rId96" Type="http://schemas.openxmlformats.org/officeDocument/2006/relationships/customXml" Target="../ink/ink2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1.xml"/><Relationship Id="rId15" Type="http://schemas.openxmlformats.org/officeDocument/2006/relationships/image" Target="../media/image256.png"/><Relationship Id="rId23" Type="http://schemas.openxmlformats.org/officeDocument/2006/relationships/image" Target="../media/image260.png"/><Relationship Id="rId28" Type="http://schemas.openxmlformats.org/officeDocument/2006/relationships/customXml" Target="../ink/ink262.xml"/><Relationship Id="rId36" Type="http://schemas.openxmlformats.org/officeDocument/2006/relationships/customXml" Target="../ink/ink266.xml"/><Relationship Id="rId49" Type="http://schemas.openxmlformats.org/officeDocument/2006/relationships/image" Target="../media/image273.png"/><Relationship Id="rId57" Type="http://schemas.openxmlformats.org/officeDocument/2006/relationships/image" Target="../media/image277.png"/><Relationship Id="rId10" Type="http://schemas.openxmlformats.org/officeDocument/2006/relationships/customXml" Target="../ink/ink253.xml"/><Relationship Id="rId31" Type="http://schemas.openxmlformats.org/officeDocument/2006/relationships/image" Target="../media/image264.png"/><Relationship Id="rId44" Type="http://schemas.openxmlformats.org/officeDocument/2006/relationships/customXml" Target="../ink/ink270.xml"/><Relationship Id="rId52" Type="http://schemas.openxmlformats.org/officeDocument/2006/relationships/customXml" Target="../ink/ink274.xml"/><Relationship Id="rId60" Type="http://schemas.openxmlformats.org/officeDocument/2006/relationships/customXml" Target="../ink/ink278.xml"/><Relationship Id="rId65" Type="http://schemas.openxmlformats.org/officeDocument/2006/relationships/image" Target="../media/image281.png"/><Relationship Id="rId73" Type="http://schemas.openxmlformats.org/officeDocument/2006/relationships/image" Target="../media/image285.png"/><Relationship Id="rId78" Type="http://schemas.openxmlformats.org/officeDocument/2006/relationships/customXml" Target="../ink/ink287.xml"/><Relationship Id="rId81" Type="http://schemas.openxmlformats.org/officeDocument/2006/relationships/image" Target="../media/image289.png"/><Relationship Id="rId86" Type="http://schemas.openxmlformats.org/officeDocument/2006/relationships/customXml" Target="../ink/ink291.xml"/><Relationship Id="rId94" Type="http://schemas.openxmlformats.org/officeDocument/2006/relationships/customXml" Target="../ink/ink295.xml"/><Relationship Id="rId99" Type="http://schemas.openxmlformats.org/officeDocument/2006/relationships/image" Target="../media/image298.png"/><Relationship Id="rId101" Type="http://schemas.openxmlformats.org/officeDocument/2006/relationships/image" Target="../media/image299.png"/><Relationship Id="rId4" Type="http://schemas.openxmlformats.org/officeDocument/2006/relationships/customXml" Target="../ink/ink250.xml"/><Relationship Id="rId9" Type="http://schemas.openxmlformats.org/officeDocument/2006/relationships/image" Target="../media/image253.png"/><Relationship Id="rId13" Type="http://schemas.openxmlformats.org/officeDocument/2006/relationships/image" Target="../media/image255.png"/><Relationship Id="rId18" Type="http://schemas.openxmlformats.org/officeDocument/2006/relationships/customXml" Target="../ink/ink257.xml"/><Relationship Id="rId39" Type="http://schemas.openxmlformats.org/officeDocument/2006/relationships/image" Target="../media/image268.png"/><Relationship Id="rId34" Type="http://schemas.openxmlformats.org/officeDocument/2006/relationships/customXml" Target="../ink/ink265.xml"/><Relationship Id="rId50" Type="http://schemas.openxmlformats.org/officeDocument/2006/relationships/customXml" Target="../ink/ink273.xml"/><Relationship Id="rId55" Type="http://schemas.openxmlformats.org/officeDocument/2006/relationships/image" Target="../media/image276.png"/><Relationship Id="rId76" Type="http://schemas.openxmlformats.org/officeDocument/2006/relationships/customXml" Target="../ink/ink286.xml"/><Relationship Id="rId97" Type="http://schemas.openxmlformats.org/officeDocument/2006/relationships/image" Target="../media/image297.png"/><Relationship Id="rId7" Type="http://schemas.openxmlformats.org/officeDocument/2006/relationships/image" Target="../media/image252.png"/><Relationship Id="rId71" Type="http://schemas.openxmlformats.org/officeDocument/2006/relationships/image" Target="../media/image284.png"/><Relationship Id="rId92" Type="http://schemas.openxmlformats.org/officeDocument/2006/relationships/customXml" Target="../ink/ink294.xml"/><Relationship Id="rId2" Type="http://schemas.openxmlformats.org/officeDocument/2006/relationships/customXml" Target="../ink/ink249.xml"/><Relationship Id="rId29" Type="http://schemas.openxmlformats.org/officeDocument/2006/relationships/image" Target="../media/image263.png"/><Relationship Id="rId24" Type="http://schemas.openxmlformats.org/officeDocument/2006/relationships/customXml" Target="../ink/ink260.xml"/><Relationship Id="rId40" Type="http://schemas.openxmlformats.org/officeDocument/2006/relationships/customXml" Target="../ink/ink268.xml"/><Relationship Id="rId45" Type="http://schemas.openxmlformats.org/officeDocument/2006/relationships/image" Target="../media/image271.png"/><Relationship Id="rId66" Type="http://schemas.openxmlformats.org/officeDocument/2006/relationships/customXml" Target="../ink/ink281.xml"/><Relationship Id="rId87" Type="http://schemas.openxmlformats.org/officeDocument/2006/relationships/image" Target="../media/image292.png"/><Relationship Id="rId61" Type="http://schemas.openxmlformats.org/officeDocument/2006/relationships/image" Target="../media/image279.png"/><Relationship Id="rId82" Type="http://schemas.openxmlformats.org/officeDocument/2006/relationships/customXml" Target="../ink/ink289.xml"/><Relationship Id="rId19" Type="http://schemas.openxmlformats.org/officeDocument/2006/relationships/image" Target="../media/image258.png"/><Relationship Id="rId14" Type="http://schemas.openxmlformats.org/officeDocument/2006/relationships/customXml" Target="../ink/ink255.xml"/><Relationship Id="rId30" Type="http://schemas.openxmlformats.org/officeDocument/2006/relationships/customXml" Target="../ink/ink263.xml"/><Relationship Id="rId35" Type="http://schemas.openxmlformats.org/officeDocument/2006/relationships/image" Target="../media/image266.png"/><Relationship Id="rId56" Type="http://schemas.openxmlformats.org/officeDocument/2006/relationships/customXml" Target="../ink/ink276.xml"/><Relationship Id="rId77" Type="http://schemas.openxmlformats.org/officeDocument/2006/relationships/image" Target="../media/image287.png"/><Relationship Id="rId100" Type="http://schemas.openxmlformats.org/officeDocument/2006/relationships/customXml" Target="../ink/ink298.xml"/><Relationship Id="rId8" Type="http://schemas.openxmlformats.org/officeDocument/2006/relationships/customXml" Target="../ink/ink252.xml"/><Relationship Id="rId51" Type="http://schemas.openxmlformats.org/officeDocument/2006/relationships/image" Target="../media/image274.png"/><Relationship Id="rId72" Type="http://schemas.openxmlformats.org/officeDocument/2006/relationships/customXml" Target="../ink/ink284.xml"/><Relationship Id="rId93" Type="http://schemas.openxmlformats.org/officeDocument/2006/relationships/image" Target="../media/image295.png"/><Relationship Id="rId98" Type="http://schemas.openxmlformats.org/officeDocument/2006/relationships/customXml" Target="../ink/ink297.xml"/><Relationship Id="rId3" Type="http://schemas.openxmlformats.org/officeDocument/2006/relationships/image" Target="../media/image25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8.png"/><Relationship Id="rId21" Type="http://schemas.openxmlformats.org/officeDocument/2006/relationships/image" Target="../media/image310.png"/><Relationship Id="rId42" Type="http://schemas.openxmlformats.org/officeDocument/2006/relationships/customXml" Target="../ink/ink320.xml"/><Relationship Id="rId63" Type="http://schemas.openxmlformats.org/officeDocument/2006/relationships/image" Target="../media/image331.png"/><Relationship Id="rId84" Type="http://schemas.openxmlformats.org/officeDocument/2006/relationships/customXml" Target="../ink/ink341.xml"/><Relationship Id="rId138" Type="http://schemas.openxmlformats.org/officeDocument/2006/relationships/customXml" Target="../ink/ink368.xml"/><Relationship Id="rId107" Type="http://schemas.openxmlformats.org/officeDocument/2006/relationships/image" Target="../media/image353.png"/><Relationship Id="rId11" Type="http://schemas.openxmlformats.org/officeDocument/2006/relationships/image" Target="../media/image305.png"/><Relationship Id="rId32" Type="http://schemas.openxmlformats.org/officeDocument/2006/relationships/customXml" Target="../ink/ink315.xml"/><Relationship Id="rId53" Type="http://schemas.openxmlformats.org/officeDocument/2006/relationships/image" Target="../media/image326.png"/><Relationship Id="rId74" Type="http://schemas.openxmlformats.org/officeDocument/2006/relationships/customXml" Target="../ink/ink336.xml"/><Relationship Id="rId128" Type="http://schemas.openxmlformats.org/officeDocument/2006/relationships/customXml" Target="../ink/ink363.xml"/><Relationship Id="rId5" Type="http://schemas.openxmlformats.org/officeDocument/2006/relationships/image" Target="../media/image302.png"/><Relationship Id="rId90" Type="http://schemas.openxmlformats.org/officeDocument/2006/relationships/customXml" Target="../ink/ink344.xml"/><Relationship Id="rId95" Type="http://schemas.openxmlformats.org/officeDocument/2006/relationships/image" Target="../media/image347.png"/><Relationship Id="rId22" Type="http://schemas.openxmlformats.org/officeDocument/2006/relationships/customXml" Target="../ink/ink310.xml"/><Relationship Id="rId27" Type="http://schemas.openxmlformats.org/officeDocument/2006/relationships/image" Target="../media/image313.png"/><Relationship Id="rId43" Type="http://schemas.openxmlformats.org/officeDocument/2006/relationships/image" Target="../media/image321.png"/><Relationship Id="rId48" Type="http://schemas.openxmlformats.org/officeDocument/2006/relationships/customXml" Target="../ink/ink323.xml"/><Relationship Id="rId64" Type="http://schemas.openxmlformats.org/officeDocument/2006/relationships/customXml" Target="../ink/ink331.xml"/><Relationship Id="rId69" Type="http://schemas.openxmlformats.org/officeDocument/2006/relationships/image" Target="../media/image334.png"/><Relationship Id="rId113" Type="http://schemas.openxmlformats.org/officeDocument/2006/relationships/image" Target="../media/image356.png"/><Relationship Id="rId118" Type="http://schemas.openxmlformats.org/officeDocument/2006/relationships/customXml" Target="../ink/ink358.xml"/><Relationship Id="rId134" Type="http://schemas.openxmlformats.org/officeDocument/2006/relationships/customXml" Target="../ink/ink366.xml"/><Relationship Id="rId139" Type="http://schemas.openxmlformats.org/officeDocument/2006/relationships/image" Target="../media/image369.png"/><Relationship Id="rId80" Type="http://schemas.openxmlformats.org/officeDocument/2006/relationships/customXml" Target="../ink/ink339.xml"/><Relationship Id="rId85" Type="http://schemas.openxmlformats.org/officeDocument/2006/relationships/image" Target="../media/image342.png"/><Relationship Id="rId12" Type="http://schemas.openxmlformats.org/officeDocument/2006/relationships/customXml" Target="../ink/ink305.xml"/><Relationship Id="rId17" Type="http://schemas.openxmlformats.org/officeDocument/2006/relationships/image" Target="../media/image308.png"/><Relationship Id="rId33" Type="http://schemas.openxmlformats.org/officeDocument/2006/relationships/image" Target="../media/image316.png"/><Relationship Id="rId38" Type="http://schemas.openxmlformats.org/officeDocument/2006/relationships/customXml" Target="../ink/ink318.xml"/><Relationship Id="rId59" Type="http://schemas.openxmlformats.org/officeDocument/2006/relationships/image" Target="../media/image329.png"/><Relationship Id="rId103" Type="http://schemas.openxmlformats.org/officeDocument/2006/relationships/image" Target="../media/image351.png"/><Relationship Id="rId108" Type="http://schemas.openxmlformats.org/officeDocument/2006/relationships/customXml" Target="../ink/ink353.xml"/><Relationship Id="rId124" Type="http://schemas.openxmlformats.org/officeDocument/2006/relationships/customXml" Target="../ink/ink361.xml"/><Relationship Id="rId129" Type="http://schemas.openxmlformats.org/officeDocument/2006/relationships/image" Target="../media/image364.png"/><Relationship Id="rId54" Type="http://schemas.openxmlformats.org/officeDocument/2006/relationships/customXml" Target="../ink/ink326.xml"/><Relationship Id="rId70" Type="http://schemas.openxmlformats.org/officeDocument/2006/relationships/customXml" Target="../ink/ink334.xml"/><Relationship Id="rId75" Type="http://schemas.openxmlformats.org/officeDocument/2006/relationships/image" Target="../media/image337.png"/><Relationship Id="rId91" Type="http://schemas.openxmlformats.org/officeDocument/2006/relationships/image" Target="../media/image345.png"/><Relationship Id="rId96" Type="http://schemas.openxmlformats.org/officeDocument/2006/relationships/customXml" Target="../ink/ink347.xml"/><Relationship Id="rId140" Type="http://schemas.openxmlformats.org/officeDocument/2006/relationships/customXml" Target="../ink/ink369.xml"/><Relationship Id="rId145" Type="http://schemas.openxmlformats.org/officeDocument/2006/relationships/image" Target="../media/image3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2.xml"/><Relationship Id="rId23" Type="http://schemas.openxmlformats.org/officeDocument/2006/relationships/image" Target="../media/image311.png"/><Relationship Id="rId28" Type="http://schemas.openxmlformats.org/officeDocument/2006/relationships/customXml" Target="../ink/ink313.xml"/><Relationship Id="rId49" Type="http://schemas.openxmlformats.org/officeDocument/2006/relationships/image" Target="../media/image324.png"/><Relationship Id="rId114" Type="http://schemas.openxmlformats.org/officeDocument/2006/relationships/customXml" Target="../ink/ink356.xml"/><Relationship Id="rId119" Type="http://schemas.openxmlformats.org/officeDocument/2006/relationships/image" Target="../media/image359.png"/><Relationship Id="rId44" Type="http://schemas.openxmlformats.org/officeDocument/2006/relationships/customXml" Target="../ink/ink321.xml"/><Relationship Id="rId60" Type="http://schemas.openxmlformats.org/officeDocument/2006/relationships/customXml" Target="../ink/ink329.xml"/><Relationship Id="rId65" Type="http://schemas.openxmlformats.org/officeDocument/2006/relationships/image" Target="../media/image332.png"/><Relationship Id="rId81" Type="http://schemas.openxmlformats.org/officeDocument/2006/relationships/image" Target="../media/image340.png"/><Relationship Id="rId86" Type="http://schemas.openxmlformats.org/officeDocument/2006/relationships/customXml" Target="../ink/ink342.xml"/><Relationship Id="rId130" Type="http://schemas.openxmlformats.org/officeDocument/2006/relationships/customXml" Target="../ink/ink364.xml"/><Relationship Id="rId135" Type="http://schemas.openxmlformats.org/officeDocument/2006/relationships/image" Target="../media/image367.png"/><Relationship Id="rId13" Type="http://schemas.openxmlformats.org/officeDocument/2006/relationships/image" Target="../media/image306.png"/><Relationship Id="rId18" Type="http://schemas.openxmlformats.org/officeDocument/2006/relationships/customXml" Target="../ink/ink308.xml"/><Relationship Id="rId39" Type="http://schemas.openxmlformats.org/officeDocument/2006/relationships/image" Target="../media/image319.png"/><Relationship Id="rId109" Type="http://schemas.openxmlformats.org/officeDocument/2006/relationships/image" Target="../media/image354.png"/><Relationship Id="rId34" Type="http://schemas.openxmlformats.org/officeDocument/2006/relationships/customXml" Target="../ink/ink316.xml"/><Relationship Id="rId50" Type="http://schemas.openxmlformats.org/officeDocument/2006/relationships/customXml" Target="../ink/ink324.xml"/><Relationship Id="rId55" Type="http://schemas.openxmlformats.org/officeDocument/2006/relationships/image" Target="../media/image327.png"/><Relationship Id="rId76" Type="http://schemas.openxmlformats.org/officeDocument/2006/relationships/customXml" Target="../ink/ink337.xml"/><Relationship Id="rId97" Type="http://schemas.openxmlformats.org/officeDocument/2006/relationships/image" Target="../media/image348.png"/><Relationship Id="rId104" Type="http://schemas.openxmlformats.org/officeDocument/2006/relationships/customXml" Target="../ink/ink351.xml"/><Relationship Id="rId120" Type="http://schemas.openxmlformats.org/officeDocument/2006/relationships/customXml" Target="../ink/ink359.xml"/><Relationship Id="rId125" Type="http://schemas.openxmlformats.org/officeDocument/2006/relationships/image" Target="../media/image362.png"/><Relationship Id="rId141" Type="http://schemas.openxmlformats.org/officeDocument/2006/relationships/image" Target="../media/image370.png"/><Relationship Id="rId7" Type="http://schemas.openxmlformats.org/officeDocument/2006/relationships/image" Target="../media/image303.png"/><Relationship Id="rId71" Type="http://schemas.openxmlformats.org/officeDocument/2006/relationships/image" Target="../media/image335.png"/><Relationship Id="rId92" Type="http://schemas.openxmlformats.org/officeDocument/2006/relationships/customXml" Target="../ink/ink345.xml"/><Relationship Id="rId2" Type="http://schemas.openxmlformats.org/officeDocument/2006/relationships/customXml" Target="../ink/ink300.xml"/><Relationship Id="rId29" Type="http://schemas.openxmlformats.org/officeDocument/2006/relationships/image" Target="../media/image314.png"/><Relationship Id="rId24" Type="http://schemas.openxmlformats.org/officeDocument/2006/relationships/customXml" Target="../ink/ink311.xml"/><Relationship Id="rId40" Type="http://schemas.openxmlformats.org/officeDocument/2006/relationships/customXml" Target="../ink/ink319.xml"/><Relationship Id="rId45" Type="http://schemas.openxmlformats.org/officeDocument/2006/relationships/image" Target="../media/image322.png"/><Relationship Id="rId66" Type="http://schemas.openxmlformats.org/officeDocument/2006/relationships/customXml" Target="../ink/ink332.xml"/><Relationship Id="rId87" Type="http://schemas.openxmlformats.org/officeDocument/2006/relationships/image" Target="../media/image343.png"/><Relationship Id="rId110" Type="http://schemas.openxmlformats.org/officeDocument/2006/relationships/customXml" Target="../ink/ink354.xml"/><Relationship Id="rId115" Type="http://schemas.openxmlformats.org/officeDocument/2006/relationships/image" Target="../media/image357.png"/><Relationship Id="rId131" Type="http://schemas.openxmlformats.org/officeDocument/2006/relationships/image" Target="../media/image365.png"/><Relationship Id="rId136" Type="http://schemas.openxmlformats.org/officeDocument/2006/relationships/customXml" Target="../ink/ink367.xml"/><Relationship Id="rId61" Type="http://schemas.openxmlformats.org/officeDocument/2006/relationships/image" Target="../media/image330.png"/><Relationship Id="rId82" Type="http://schemas.openxmlformats.org/officeDocument/2006/relationships/customXml" Target="../ink/ink340.xml"/><Relationship Id="rId19" Type="http://schemas.openxmlformats.org/officeDocument/2006/relationships/image" Target="../media/image309.png"/><Relationship Id="rId14" Type="http://schemas.openxmlformats.org/officeDocument/2006/relationships/customXml" Target="../ink/ink306.xml"/><Relationship Id="rId30" Type="http://schemas.openxmlformats.org/officeDocument/2006/relationships/customXml" Target="../ink/ink314.xml"/><Relationship Id="rId35" Type="http://schemas.openxmlformats.org/officeDocument/2006/relationships/image" Target="../media/image317.png"/><Relationship Id="rId56" Type="http://schemas.openxmlformats.org/officeDocument/2006/relationships/customXml" Target="../ink/ink327.xml"/><Relationship Id="rId77" Type="http://schemas.openxmlformats.org/officeDocument/2006/relationships/image" Target="../media/image338.png"/><Relationship Id="rId100" Type="http://schemas.openxmlformats.org/officeDocument/2006/relationships/customXml" Target="../ink/ink349.xml"/><Relationship Id="rId105" Type="http://schemas.openxmlformats.org/officeDocument/2006/relationships/image" Target="../media/image352.png"/><Relationship Id="rId126" Type="http://schemas.openxmlformats.org/officeDocument/2006/relationships/customXml" Target="../ink/ink362.xml"/><Relationship Id="rId8" Type="http://schemas.openxmlformats.org/officeDocument/2006/relationships/customXml" Target="../ink/ink303.xml"/><Relationship Id="rId51" Type="http://schemas.openxmlformats.org/officeDocument/2006/relationships/image" Target="../media/image325.png"/><Relationship Id="rId72" Type="http://schemas.openxmlformats.org/officeDocument/2006/relationships/customXml" Target="../ink/ink335.xml"/><Relationship Id="rId93" Type="http://schemas.openxmlformats.org/officeDocument/2006/relationships/image" Target="../media/image346.png"/><Relationship Id="rId98" Type="http://schemas.openxmlformats.org/officeDocument/2006/relationships/customXml" Target="../ink/ink348.xml"/><Relationship Id="rId121" Type="http://schemas.openxmlformats.org/officeDocument/2006/relationships/image" Target="../media/image360.png"/><Relationship Id="rId142" Type="http://schemas.openxmlformats.org/officeDocument/2006/relationships/customXml" Target="../ink/ink370.xml"/><Relationship Id="rId3" Type="http://schemas.openxmlformats.org/officeDocument/2006/relationships/image" Target="../media/image301.png"/><Relationship Id="rId25" Type="http://schemas.openxmlformats.org/officeDocument/2006/relationships/image" Target="../media/image312.png"/><Relationship Id="rId46" Type="http://schemas.openxmlformats.org/officeDocument/2006/relationships/customXml" Target="../ink/ink322.xml"/><Relationship Id="rId67" Type="http://schemas.openxmlformats.org/officeDocument/2006/relationships/image" Target="../media/image333.png"/><Relationship Id="rId116" Type="http://schemas.openxmlformats.org/officeDocument/2006/relationships/customXml" Target="../ink/ink357.xml"/><Relationship Id="rId137" Type="http://schemas.openxmlformats.org/officeDocument/2006/relationships/image" Target="../media/image368.png"/><Relationship Id="rId20" Type="http://schemas.openxmlformats.org/officeDocument/2006/relationships/customXml" Target="../ink/ink309.xml"/><Relationship Id="rId41" Type="http://schemas.openxmlformats.org/officeDocument/2006/relationships/image" Target="../media/image320.png"/><Relationship Id="rId62" Type="http://schemas.openxmlformats.org/officeDocument/2006/relationships/customXml" Target="../ink/ink330.xml"/><Relationship Id="rId83" Type="http://schemas.openxmlformats.org/officeDocument/2006/relationships/image" Target="../media/image341.png"/><Relationship Id="rId88" Type="http://schemas.openxmlformats.org/officeDocument/2006/relationships/customXml" Target="../ink/ink343.xml"/><Relationship Id="rId111" Type="http://schemas.openxmlformats.org/officeDocument/2006/relationships/image" Target="../media/image355.png"/><Relationship Id="rId132" Type="http://schemas.openxmlformats.org/officeDocument/2006/relationships/customXml" Target="../ink/ink365.xml"/><Relationship Id="rId15" Type="http://schemas.openxmlformats.org/officeDocument/2006/relationships/image" Target="../media/image307.png"/><Relationship Id="rId36" Type="http://schemas.openxmlformats.org/officeDocument/2006/relationships/customXml" Target="../ink/ink317.xml"/><Relationship Id="rId57" Type="http://schemas.openxmlformats.org/officeDocument/2006/relationships/image" Target="../media/image328.png"/><Relationship Id="rId106" Type="http://schemas.openxmlformats.org/officeDocument/2006/relationships/customXml" Target="../ink/ink352.xml"/><Relationship Id="rId127" Type="http://schemas.openxmlformats.org/officeDocument/2006/relationships/image" Target="../media/image363.png"/><Relationship Id="rId10" Type="http://schemas.openxmlformats.org/officeDocument/2006/relationships/customXml" Target="../ink/ink304.xml"/><Relationship Id="rId31" Type="http://schemas.openxmlformats.org/officeDocument/2006/relationships/image" Target="../media/image315.png"/><Relationship Id="rId52" Type="http://schemas.openxmlformats.org/officeDocument/2006/relationships/customXml" Target="../ink/ink325.xml"/><Relationship Id="rId73" Type="http://schemas.openxmlformats.org/officeDocument/2006/relationships/image" Target="../media/image336.png"/><Relationship Id="rId78" Type="http://schemas.openxmlformats.org/officeDocument/2006/relationships/customXml" Target="../ink/ink338.xml"/><Relationship Id="rId94" Type="http://schemas.openxmlformats.org/officeDocument/2006/relationships/customXml" Target="../ink/ink346.xml"/><Relationship Id="rId99" Type="http://schemas.openxmlformats.org/officeDocument/2006/relationships/image" Target="../media/image349.png"/><Relationship Id="rId101" Type="http://schemas.openxmlformats.org/officeDocument/2006/relationships/image" Target="../media/image350.png"/><Relationship Id="rId122" Type="http://schemas.openxmlformats.org/officeDocument/2006/relationships/customXml" Target="../ink/ink360.xml"/><Relationship Id="rId143" Type="http://schemas.openxmlformats.org/officeDocument/2006/relationships/image" Target="../media/image371.png"/><Relationship Id="rId4" Type="http://schemas.openxmlformats.org/officeDocument/2006/relationships/customXml" Target="../ink/ink301.xml"/><Relationship Id="rId9" Type="http://schemas.openxmlformats.org/officeDocument/2006/relationships/image" Target="../media/image304.png"/><Relationship Id="rId26" Type="http://schemas.openxmlformats.org/officeDocument/2006/relationships/customXml" Target="../ink/ink312.xml"/><Relationship Id="rId47" Type="http://schemas.openxmlformats.org/officeDocument/2006/relationships/image" Target="../media/image323.png"/><Relationship Id="rId68" Type="http://schemas.openxmlformats.org/officeDocument/2006/relationships/customXml" Target="../ink/ink333.xml"/><Relationship Id="rId89" Type="http://schemas.openxmlformats.org/officeDocument/2006/relationships/image" Target="../media/image344.png"/><Relationship Id="rId112" Type="http://schemas.openxmlformats.org/officeDocument/2006/relationships/customXml" Target="../ink/ink355.xml"/><Relationship Id="rId133" Type="http://schemas.openxmlformats.org/officeDocument/2006/relationships/image" Target="../media/image366.png"/><Relationship Id="rId16" Type="http://schemas.openxmlformats.org/officeDocument/2006/relationships/customXml" Target="../ink/ink307.xml"/><Relationship Id="rId37" Type="http://schemas.openxmlformats.org/officeDocument/2006/relationships/image" Target="../media/image318.png"/><Relationship Id="rId58" Type="http://schemas.openxmlformats.org/officeDocument/2006/relationships/customXml" Target="../ink/ink328.xml"/><Relationship Id="rId79" Type="http://schemas.openxmlformats.org/officeDocument/2006/relationships/image" Target="../media/image339.png"/><Relationship Id="rId102" Type="http://schemas.openxmlformats.org/officeDocument/2006/relationships/customXml" Target="../ink/ink350.xml"/><Relationship Id="rId123" Type="http://schemas.openxmlformats.org/officeDocument/2006/relationships/image" Target="../media/image361.png"/><Relationship Id="rId144" Type="http://schemas.openxmlformats.org/officeDocument/2006/relationships/customXml" Target="../ink/ink37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0.png"/><Relationship Id="rId21" Type="http://schemas.openxmlformats.org/officeDocument/2006/relationships/image" Target="../media/image382.png"/><Relationship Id="rId42" Type="http://schemas.openxmlformats.org/officeDocument/2006/relationships/customXml" Target="../ink/ink392.xml"/><Relationship Id="rId63" Type="http://schemas.openxmlformats.org/officeDocument/2006/relationships/image" Target="../media/image403.png"/><Relationship Id="rId84" Type="http://schemas.openxmlformats.org/officeDocument/2006/relationships/customXml" Target="../ink/ink413.xml"/><Relationship Id="rId138" Type="http://schemas.openxmlformats.org/officeDocument/2006/relationships/customXml" Target="../ink/ink440.xml"/><Relationship Id="rId159" Type="http://schemas.openxmlformats.org/officeDocument/2006/relationships/image" Target="../media/image451.png"/><Relationship Id="rId170" Type="http://schemas.openxmlformats.org/officeDocument/2006/relationships/customXml" Target="../ink/ink456.xml"/><Relationship Id="rId191" Type="http://schemas.openxmlformats.org/officeDocument/2006/relationships/image" Target="../media/image467.png"/><Relationship Id="rId205" Type="http://schemas.openxmlformats.org/officeDocument/2006/relationships/image" Target="../media/image474.png"/><Relationship Id="rId107" Type="http://schemas.openxmlformats.org/officeDocument/2006/relationships/image" Target="../media/image425.png"/><Relationship Id="rId11" Type="http://schemas.openxmlformats.org/officeDocument/2006/relationships/image" Target="../media/image377.png"/><Relationship Id="rId32" Type="http://schemas.openxmlformats.org/officeDocument/2006/relationships/customXml" Target="../ink/ink387.xml"/><Relationship Id="rId53" Type="http://schemas.openxmlformats.org/officeDocument/2006/relationships/image" Target="../media/image398.png"/><Relationship Id="rId74" Type="http://schemas.openxmlformats.org/officeDocument/2006/relationships/customXml" Target="../ink/ink408.xml"/><Relationship Id="rId128" Type="http://schemas.openxmlformats.org/officeDocument/2006/relationships/customXml" Target="../ink/ink435.xml"/><Relationship Id="rId149" Type="http://schemas.openxmlformats.org/officeDocument/2006/relationships/image" Target="../media/image446.png"/><Relationship Id="rId5" Type="http://schemas.openxmlformats.org/officeDocument/2006/relationships/image" Target="../media/image374.png"/><Relationship Id="rId95" Type="http://schemas.openxmlformats.org/officeDocument/2006/relationships/image" Target="../media/image419.png"/><Relationship Id="rId160" Type="http://schemas.openxmlformats.org/officeDocument/2006/relationships/customXml" Target="../ink/ink451.xml"/><Relationship Id="rId181" Type="http://schemas.openxmlformats.org/officeDocument/2006/relationships/image" Target="../media/image462.png"/><Relationship Id="rId22" Type="http://schemas.openxmlformats.org/officeDocument/2006/relationships/customXml" Target="../ink/ink382.xml"/><Relationship Id="rId43" Type="http://schemas.openxmlformats.org/officeDocument/2006/relationships/image" Target="../media/image393.png"/><Relationship Id="rId64" Type="http://schemas.openxmlformats.org/officeDocument/2006/relationships/customXml" Target="../ink/ink403.xml"/><Relationship Id="rId118" Type="http://schemas.openxmlformats.org/officeDocument/2006/relationships/customXml" Target="../ink/ink430.xml"/><Relationship Id="rId139" Type="http://schemas.openxmlformats.org/officeDocument/2006/relationships/image" Target="../media/image441.png"/><Relationship Id="rId85" Type="http://schemas.openxmlformats.org/officeDocument/2006/relationships/image" Target="../media/image414.png"/><Relationship Id="rId150" Type="http://schemas.openxmlformats.org/officeDocument/2006/relationships/customXml" Target="../ink/ink446.xml"/><Relationship Id="rId171" Type="http://schemas.openxmlformats.org/officeDocument/2006/relationships/image" Target="../media/image457.png"/><Relationship Id="rId192" Type="http://schemas.openxmlformats.org/officeDocument/2006/relationships/customXml" Target="../ink/ink467.xml"/><Relationship Id="rId206" Type="http://schemas.openxmlformats.org/officeDocument/2006/relationships/customXml" Target="../ink/ink474.xml"/><Relationship Id="rId12" Type="http://schemas.openxmlformats.org/officeDocument/2006/relationships/customXml" Target="../ink/ink377.xml"/><Relationship Id="rId33" Type="http://schemas.openxmlformats.org/officeDocument/2006/relationships/image" Target="../media/image388.png"/><Relationship Id="rId108" Type="http://schemas.openxmlformats.org/officeDocument/2006/relationships/customXml" Target="../ink/ink425.xml"/><Relationship Id="rId129" Type="http://schemas.openxmlformats.org/officeDocument/2006/relationships/image" Target="../media/image436.png"/><Relationship Id="rId54" Type="http://schemas.openxmlformats.org/officeDocument/2006/relationships/customXml" Target="../ink/ink398.xml"/><Relationship Id="rId75" Type="http://schemas.openxmlformats.org/officeDocument/2006/relationships/image" Target="../media/image409.png"/><Relationship Id="rId96" Type="http://schemas.openxmlformats.org/officeDocument/2006/relationships/customXml" Target="../ink/ink419.xml"/><Relationship Id="rId140" Type="http://schemas.openxmlformats.org/officeDocument/2006/relationships/customXml" Target="../ink/ink441.xml"/><Relationship Id="rId161" Type="http://schemas.openxmlformats.org/officeDocument/2006/relationships/image" Target="../media/image452.png"/><Relationship Id="rId182" Type="http://schemas.openxmlformats.org/officeDocument/2006/relationships/customXml" Target="../ink/ink462.xml"/><Relationship Id="rId6" Type="http://schemas.openxmlformats.org/officeDocument/2006/relationships/customXml" Target="../ink/ink374.xml"/><Relationship Id="rId23" Type="http://schemas.openxmlformats.org/officeDocument/2006/relationships/image" Target="../media/image383.png"/><Relationship Id="rId119" Type="http://schemas.openxmlformats.org/officeDocument/2006/relationships/image" Target="../media/image431.png"/><Relationship Id="rId44" Type="http://schemas.openxmlformats.org/officeDocument/2006/relationships/customXml" Target="../ink/ink393.xml"/><Relationship Id="rId65" Type="http://schemas.openxmlformats.org/officeDocument/2006/relationships/image" Target="../media/image404.png"/><Relationship Id="rId86" Type="http://schemas.openxmlformats.org/officeDocument/2006/relationships/customXml" Target="../ink/ink414.xml"/><Relationship Id="rId130" Type="http://schemas.openxmlformats.org/officeDocument/2006/relationships/customXml" Target="../ink/ink436.xml"/><Relationship Id="rId151" Type="http://schemas.openxmlformats.org/officeDocument/2006/relationships/image" Target="../media/image447.png"/><Relationship Id="rId172" Type="http://schemas.openxmlformats.org/officeDocument/2006/relationships/customXml" Target="../ink/ink457.xml"/><Relationship Id="rId193" Type="http://schemas.openxmlformats.org/officeDocument/2006/relationships/image" Target="../media/image468.png"/><Relationship Id="rId207" Type="http://schemas.openxmlformats.org/officeDocument/2006/relationships/image" Target="../media/image475.png"/><Relationship Id="rId13" Type="http://schemas.openxmlformats.org/officeDocument/2006/relationships/image" Target="../media/image378.png"/><Relationship Id="rId109" Type="http://schemas.openxmlformats.org/officeDocument/2006/relationships/image" Target="../media/image426.png"/><Relationship Id="rId34" Type="http://schemas.openxmlformats.org/officeDocument/2006/relationships/customXml" Target="../ink/ink388.xml"/><Relationship Id="rId55" Type="http://schemas.openxmlformats.org/officeDocument/2006/relationships/image" Target="../media/image399.png"/><Relationship Id="rId76" Type="http://schemas.openxmlformats.org/officeDocument/2006/relationships/customXml" Target="../ink/ink409.xml"/><Relationship Id="rId97" Type="http://schemas.openxmlformats.org/officeDocument/2006/relationships/image" Target="../media/image420.png"/><Relationship Id="rId120" Type="http://schemas.openxmlformats.org/officeDocument/2006/relationships/customXml" Target="../ink/ink431.xml"/><Relationship Id="rId141" Type="http://schemas.openxmlformats.org/officeDocument/2006/relationships/image" Target="../media/image442.png"/><Relationship Id="rId7" Type="http://schemas.openxmlformats.org/officeDocument/2006/relationships/image" Target="../media/image375.png"/><Relationship Id="rId162" Type="http://schemas.openxmlformats.org/officeDocument/2006/relationships/customXml" Target="../ink/ink452.xml"/><Relationship Id="rId183" Type="http://schemas.openxmlformats.org/officeDocument/2006/relationships/image" Target="../media/image463.png"/><Relationship Id="rId24" Type="http://schemas.openxmlformats.org/officeDocument/2006/relationships/customXml" Target="../ink/ink383.xml"/><Relationship Id="rId45" Type="http://schemas.openxmlformats.org/officeDocument/2006/relationships/image" Target="../media/image394.png"/><Relationship Id="rId66" Type="http://schemas.openxmlformats.org/officeDocument/2006/relationships/customXml" Target="../ink/ink404.xml"/><Relationship Id="rId87" Type="http://schemas.openxmlformats.org/officeDocument/2006/relationships/image" Target="../media/image415.png"/><Relationship Id="rId110" Type="http://schemas.openxmlformats.org/officeDocument/2006/relationships/customXml" Target="../ink/ink426.xml"/><Relationship Id="rId131" Type="http://schemas.openxmlformats.org/officeDocument/2006/relationships/image" Target="../media/image437.png"/><Relationship Id="rId152" Type="http://schemas.openxmlformats.org/officeDocument/2006/relationships/customXml" Target="../ink/ink447.xml"/><Relationship Id="rId173" Type="http://schemas.openxmlformats.org/officeDocument/2006/relationships/image" Target="../media/image458.png"/><Relationship Id="rId194" Type="http://schemas.openxmlformats.org/officeDocument/2006/relationships/customXml" Target="../ink/ink468.xml"/><Relationship Id="rId208" Type="http://schemas.openxmlformats.org/officeDocument/2006/relationships/customXml" Target="../ink/ink475.xml"/><Relationship Id="rId19" Type="http://schemas.openxmlformats.org/officeDocument/2006/relationships/image" Target="../media/image381.png"/><Relationship Id="rId14" Type="http://schemas.openxmlformats.org/officeDocument/2006/relationships/customXml" Target="../ink/ink378.xml"/><Relationship Id="rId30" Type="http://schemas.openxmlformats.org/officeDocument/2006/relationships/customXml" Target="../ink/ink386.xml"/><Relationship Id="rId35" Type="http://schemas.openxmlformats.org/officeDocument/2006/relationships/image" Target="../media/image389.png"/><Relationship Id="rId56" Type="http://schemas.openxmlformats.org/officeDocument/2006/relationships/customXml" Target="../ink/ink399.xml"/><Relationship Id="rId77" Type="http://schemas.openxmlformats.org/officeDocument/2006/relationships/image" Target="../media/image410.png"/><Relationship Id="rId100" Type="http://schemas.openxmlformats.org/officeDocument/2006/relationships/customXml" Target="../ink/ink421.xml"/><Relationship Id="rId105" Type="http://schemas.openxmlformats.org/officeDocument/2006/relationships/image" Target="../media/image424.png"/><Relationship Id="rId126" Type="http://schemas.openxmlformats.org/officeDocument/2006/relationships/customXml" Target="../ink/ink434.xml"/><Relationship Id="rId147" Type="http://schemas.openxmlformats.org/officeDocument/2006/relationships/image" Target="../media/image445.png"/><Relationship Id="rId168" Type="http://schemas.openxmlformats.org/officeDocument/2006/relationships/customXml" Target="../ink/ink455.xml"/><Relationship Id="rId8" Type="http://schemas.openxmlformats.org/officeDocument/2006/relationships/customXml" Target="../ink/ink375.xml"/><Relationship Id="rId51" Type="http://schemas.openxmlformats.org/officeDocument/2006/relationships/image" Target="../media/image397.png"/><Relationship Id="rId72" Type="http://schemas.openxmlformats.org/officeDocument/2006/relationships/customXml" Target="../ink/ink407.xml"/><Relationship Id="rId93" Type="http://schemas.openxmlformats.org/officeDocument/2006/relationships/image" Target="../media/image418.png"/><Relationship Id="rId98" Type="http://schemas.openxmlformats.org/officeDocument/2006/relationships/customXml" Target="../ink/ink420.xml"/><Relationship Id="rId121" Type="http://schemas.openxmlformats.org/officeDocument/2006/relationships/image" Target="../media/image432.png"/><Relationship Id="rId142" Type="http://schemas.openxmlformats.org/officeDocument/2006/relationships/customXml" Target="../ink/ink442.xml"/><Relationship Id="rId163" Type="http://schemas.openxmlformats.org/officeDocument/2006/relationships/image" Target="../media/image453.png"/><Relationship Id="rId184" Type="http://schemas.openxmlformats.org/officeDocument/2006/relationships/customXml" Target="../ink/ink463.xml"/><Relationship Id="rId189" Type="http://schemas.openxmlformats.org/officeDocument/2006/relationships/image" Target="../media/image466.png"/><Relationship Id="rId3" Type="http://schemas.openxmlformats.org/officeDocument/2006/relationships/image" Target="../media/image373.png"/><Relationship Id="rId214" Type="http://schemas.openxmlformats.org/officeDocument/2006/relationships/customXml" Target="../ink/ink478.xml"/><Relationship Id="rId25" Type="http://schemas.openxmlformats.org/officeDocument/2006/relationships/image" Target="../media/image384.png"/><Relationship Id="rId46" Type="http://schemas.openxmlformats.org/officeDocument/2006/relationships/customXml" Target="../ink/ink394.xml"/><Relationship Id="rId67" Type="http://schemas.openxmlformats.org/officeDocument/2006/relationships/image" Target="../media/image405.png"/><Relationship Id="rId116" Type="http://schemas.openxmlformats.org/officeDocument/2006/relationships/customXml" Target="../ink/ink429.xml"/><Relationship Id="rId137" Type="http://schemas.openxmlformats.org/officeDocument/2006/relationships/image" Target="../media/image440.png"/><Relationship Id="rId158" Type="http://schemas.openxmlformats.org/officeDocument/2006/relationships/customXml" Target="../ink/ink450.xml"/><Relationship Id="rId20" Type="http://schemas.openxmlformats.org/officeDocument/2006/relationships/customXml" Target="../ink/ink381.xml"/><Relationship Id="rId41" Type="http://schemas.openxmlformats.org/officeDocument/2006/relationships/image" Target="../media/image392.png"/><Relationship Id="rId62" Type="http://schemas.openxmlformats.org/officeDocument/2006/relationships/customXml" Target="../ink/ink402.xml"/><Relationship Id="rId83" Type="http://schemas.openxmlformats.org/officeDocument/2006/relationships/image" Target="../media/image413.png"/><Relationship Id="rId88" Type="http://schemas.openxmlformats.org/officeDocument/2006/relationships/customXml" Target="../ink/ink415.xml"/><Relationship Id="rId111" Type="http://schemas.openxmlformats.org/officeDocument/2006/relationships/image" Target="../media/image427.png"/><Relationship Id="rId132" Type="http://schemas.openxmlformats.org/officeDocument/2006/relationships/customXml" Target="../ink/ink437.xml"/><Relationship Id="rId153" Type="http://schemas.openxmlformats.org/officeDocument/2006/relationships/image" Target="../media/image448.png"/><Relationship Id="rId174" Type="http://schemas.openxmlformats.org/officeDocument/2006/relationships/customXml" Target="../ink/ink458.xml"/><Relationship Id="rId179" Type="http://schemas.openxmlformats.org/officeDocument/2006/relationships/image" Target="../media/image461.png"/><Relationship Id="rId195" Type="http://schemas.openxmlformats.org/officeDocument/2006/relationships/image" Target="../media/image469.png"/><Relationship Id="rId209" Type="http://schemas.openxmlformats.org/officeDocument/2006/relationships/image" Target="../media/image476.png"/><Relationship Id="rId190" Type="http://schemas.openxmlformats.org/officeDocument/2006/relationships/customXml" Target="../ink/ink466.xml"/><Relationship Id="rId204" Type="http://schemas.openxmlformats.org/officeDocument/2006/relationships/customXml" Target="../ink/ink473.xml"/><Relationship Id="rId15" Type="http://schemas.openxmlformats.org/officeDocument/2006/relationships/image" Target="../media/image379.png"/><Relationship Id="rId36" Type="http://schemas.openxmlformats.org/officeDocument/2006/relationships/customXml" Target="../ink/ink389.xml"/><Relationship Id="rId57" Type="http://schemas.openxmlformats.org/officeDocument/2006/relationships/image" Target="../media/image400.png"/><Relationship Id="rId106" Type="http://schemas.openxmlformats.org/officeDocument/2006/relationships/customXml" Target="../ink/ink424.xml"/><Relationship Id="rId127" Type="http://schemas.openxmlformats.org/officeDocument/2006/relationships/image" Target="../media/image435.png"/><Relationship Id="rId10" Type="http://schemas.openxmlformats.org/officeDocument/2006/relationships/customXml" Target="../ink/ink376.xml"/><Relationship Id="rId31" Type="http://schemas.openxmlformats.org/officeDocument/2006/relationships/image" Target="../media/image387.png"/><Relationship Id="rId52" Type="http://schemas.openxmlformats.org/officeDocument/2006/relationships/customXml" Target="../ink/ink397.xml"/><Relationship Id="rId73" Type="http://schemas.openxmlformats.org/officeDocument/2006/relationships/image" Target="../media/image408.png"/><Relationship Id="rId78" Type="http://schemas.openxmlformats.org/officeDocument/2006/relationships/customXml" Target="../ink/ink410.xml"/><Relationship Id="rId94" Type="http://schemas.openxmlformats.org/officeDocument/2006/relationships/customXml" Target="../ink/ink418.xml"/><Relationship Id="rId99" Type="http://schemas.openxmlformats.org/officeDocument/2006/relationships/image" Target="../media/image421.png"/><Relationship Id="rId101" Type="http://schemas.openxmlformats.org/officeDocument/2006/relationships/image" Target="../media/image422.png"/><Relationship Id="rId122" Type="http://schemas.openxmlformats.org/officeDocument/2006/relationships/customXml" Target="../ink/ink432.xml"/><Relationship Id="rId143" Type="http://schemas.openxmlformats.org/officeDocument/2006/relationships/image" Target="../media/image443.png"/><Relationship Id="rId148" Type="http://schemas.openxmlformats.org/officeDocument/2006/relationships/customXml" Target="../ink/ink445.xml"/><Relationship Id="rId164" Type="http://schemas.openxmlformats.org/officeDocument/2006/relationships/customXml" Target="../ink/ink453.xml"/><Relationship Id="rId169" Type="http://schemas.openxmlformats.org/officeDocument/2006/relationships/image" Target="../media/image456.png"/><Relationship Id="rId185" Type="http://schemas.openxmlformats.org/officeDocument/2006/relationships/image" Target="../media/image464.png"/><Relationship Id="rId4" Type="http://schemas.openxmlformats.org/officeDocument/2006/relationships/customXml" Target="../ink/ink373.xml"/><Relationship Id="rId9" Type="http://schemas.openxmlformats.org/officeDocument/2006/relationships/image" Target="../media/image376.png"/><Relationship Id="rId180" Type="http://schemas.openxmlformats.org/officeDocument/2006/relationships/customXml" Target="../ink/ink461.xml"/><Relationship Id="rId210" Type="http://schemas.openxmlformats.org/officeDocument/2006/relationships/customXml" Target="../ink/ink476.xml"/><Relationship Id="rId215" Type="http://schemas.openxmlformats.org/officeDocument/2006/relationships/image" Target="../media/image479.png"/><Relationship Id="rId26" Type="http://schemas.openxmlformats.org/officeDocument/2006/relationships/customXml" Target="../ink/ink384.xml"/><Relationship Id="rId47" Type="http://schemas.openxmlformats.org/officeDocument/2006/relationships/image" Target="../media/image395.png"/><Relationship Id="rId68" Type="http://schemas.openxmlformats.org/officeDocument/2006/relationships/customXml" Target="../ink/ink405.xml"/><Relationship Id="rId89" Type="http://schemas.openxmlformats.org/officeDocument/2006/relationships/image" Target="../media/image416.png"/><Relationship Id="rId112" Type="http://schemas.openxmlformats.org/officeDocument/2006/relationships/customXml" Target="../ink/ink427.xml"/><Relationship Id="rId133" Type="http://schemas.openxmlformats.org/officeDocument/2006/relationships/image" Target="../media/image438.png"/><Relationship Id="rId154" Type="http://schemas.openxmlformats.org/officeDocument/2006/relationships/customXml" Target="../ink/ink448.xml"/><Relationship Id="rId175" Type="http://schemas.openxmlformats.org/officeDocument/2006/relationships/image" Target="../media/image459.png"/><Relationship Id="rId196" Type="http://schemas.openxmlformats.org/officeDocument/2006/relationships/customXml" Target="../ink/ink469.xml"/><Relationship Id="rId200" Type="http://schemas.openxmlformats.org/officeDocument/2006/relationships/customXml" Target="../ink/ink471.xml"/><Relationship Id="rId16" Type="http://schemas.openxmlformats.org/officeDocument/2006/relationships/customXml" Target="../ink/ink379.xml"/><Relationship Id="rId37" Type="http://schemas.openxmlformats.org/officeDocument/2006/relationships/image" Target="../media/image390.png"/><Relationship Id="rId58" Type="http://schemas.openxmlformats.org/officeDocument/2006/relationships/customXml" Target="../ink/ink400.xml"/><Relationship Id="rId79" Type="http://schemas.openxmlformats.org/officeDocument/2006/relationships/image" Target="../media/image411.png"/><Relationship Id="rId102" Type="http://schemas.openxmlformats.org/officeDocument/2006/relationships/customXml" Target="../ink/ink422.xml"/><Relationship Id="rId123" Type="http://schemas.openxmlformats.org/officeDocument/2006/relationships/image" Target="../media/image433.png"/><Relationship Id="rId144" Type="http://schemas.openxmlformats.org/officeDocument/2006/relationships/customXml" Target="../ink/ink443.xml"/><Relationship Id="rId90" Type="http://schemas.openxmlformats.org/officeDocument/2006/relationships/customXml" Target="../ink/ink416.xml"/><Relationship Id="rId165" Type="http://schemas.openxmlformats.org/officeDocument/2006/relationships/image" Target="../media/image454.png"/><Relationship Id="rId186" Type="http://schemas.openxmlformats.org/officeDocument/2006/relationships/customXml" Target="../ink/ink464.xml"/><Relationship Id="rId211" Type="http://schemas.openxmlformats.org/officeDocument/2006/relationships/image" Target="../media/image477.png"/><Relationship Id="rId27" Type="http://schemas.openxmlformats.org/officeDocument/2006/relationships/image" Target="../media/image385.png"/><Relationship Id="rId48" Type="http://schemas.openxmlformats.org/officeDocument/2006/relationships/customXml" Target="../ink/ink395.xml"/><Relationship Id="rId69" Type="http://schemas.openxmlformats.org/officeDocument/2006/relationships/image" Target="../media/image406.png"/><Relationship Id="rId113" Type="http://schemas.openxmlformats.org/officeDocument/2006/relationships/image" Target="../media/image428.png"/><Relationship Id="rId134" Type="http://schemas.openxmlformats.org/officeDocument/2006/relationships/customXml" Target="../ink/ink438.xml"/><Relationship Id="rId80" Type="http://schemas.openxmlformats.org/officeDocument/2006/relationships/customXml" Target="../ink/ink411.xml"/><Relationship Id="rId155" Type="http://schemas.openxmlformats.org/officeDocument/2006/relationships/image" Target="../media/image449.png"/><Relationship Id="rId176" Type="http://schemas.openxmlformats.org/officeDocument/2006/relationships/customXml" Target="../ink/ink459.xml"/><Relationship Id="rId197" Type="http://schemas.openxmlformats.org/officeDocument/2006/relationships/image" Target="../media/image470.png"/><Relationship Id="rId201" Type="http://schemas.openxmlformats.org/officeDocument/2006/relationships/image" Target="../media/image472.png"/><Relationship Id="rId17" Type="http://schemas.openxmlformats.org/officeDocument/2006/relationships/image" Target="../media/image380.png"/><Relationship Id="rId38" Type="http://schemas.openxmlformats.org/officeDocument/2006/relationships/customXml" Target="../ink/ink390.xml"/><Relationship Id="rId59" Type="http://schemas.openxmlformats.org/officeDocument/2006/relationships/image" Target="../media/image401.png"/><Relationship Id="rId103" Type="http://schemas.openxmlformats.org/officeDocument/2006/relationships/image" Target="../media/image423.png"/><Relationship Id="rId124" Type="http://schemas.openxmlformats.org/officeDocument/2006/relationships/customXml" Target="../ink/ink433.xml"/><Relationship Id="rId70" Type="http://schemas.openxmlformats.org/officeDocument/2006/relationships/customXml" Target="../ink/ink406.xml"/><Relationship Id="rId91" Type="http://schemas.openxmlformats.org/officeDocument/2006/relationships/image" Target="../media/image417.png"/><Relationship Id="rId145" Type="http://schemas.openxmlformats.org/officeDocument/2006/relationships/image" Target="../media/image444.png"/><Relationship Id="rId166" Type="http://schemas.openxmlformats.org/officeDocument/2006/relationships/customXml" Target="../ink/ink454.xml"/><Relationship Id="rId187" Type="http://schemas.openxmlformats.org/officeDocument/2006/relationships/image" Target="../media/image4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77.xml"/><Relationship Id="rId28" Type="http://schemas.openxmlformats.org/officeDocument/2006/relationships/customXml" Target="../ink/ink385.xml"/><Relationship Id="rId49" Type="http://schemas.openxmlformats.org/officeDocument/2006/relationships/image" Target="../media/image396.png"/><Relationship Id="rId114" Type="http://schemas.openxmlformats.org/officeDocument/2006/relationships/customXml" Target="../ink/ink428.xml"/><Relationship Id="rId60" Type="http://schemas.openxmlformats.org/officeDocument/2006/relationships/customXml" Target="../ink/ink401.xml"/><Relationship Id="rId81" Type="http://schemas.openxmlformats.org/officeDocument/2006/relationships/image" Target="../media/image412.png"/><Relationship Id="rId135" Type="http://schemas.openxmlformats.org/officeDocument/2006/relationships/image" Target="../media/image439.png"/><Relationship Id="rId156" Type="http://schemas.openxmlformats.org/officeDocument/2006/relationships/customXml" Target="../ink/ink449.xml"/><Relationship Id="rId177" Type="http://schemas.openxmlformats.org/officeDocument/2006/relationships/image" Target="../media/image460.png"/><Relationship Id="rId198" Type="http://schemas.openxmlformats.org/officeDocument/2006/relationships/customXml" Target="../ink/ink470.xml"/><Relationship Id="rId202" Type="http://schemas.openxmlformats.org/officeDocument/2006/relationships/customXml" Target="../ink/ink472.xml"/><Relationship Id="rId18" Type="http://schemas.openxmlformats.org/officeDocument/2006/relationships/customXml" Target="../ink/ink380.xml"/><Relationship Id="rId39" Type="http://schemas.openxmlformats.org/officeDocument/2006/relationships/image" Target="../media/image391.png"/><Relationship Id="rId50" Type="http://schemas.openxmlformats.org/officeDocument/2006/relationships/customXml" Target="../ink/ink396.xml"/><Relationship Id="rId104" Type="http://schemas.openxmlformats.org/officeDocument/2006/relationships/customXml" Target="../ink/ink423.xml"/><Relationship Id="rId125" Type="http://schemas.openxmlformats.org/officeDocument/2006/relationships/image" Target="../media/image434.png"/><Relationship Id="rId146" Type="http://schemas.openxmlformats.org/officeDocument/2006/relationships/customXml" Target="../ink/ink444.xml"/><Relationship Id="rId167" Type="http://schemas.openxmlformats.org/officeDocument/2006/relationships/image" Target="../media/image455.png"/><Relationship Id="rId188" Type="http://schemas.openxmlformats.org/officeDocument/2006/relationships/customXml" Target="../ink/ink465.xml"/><Relationship Id="rId71" Type="http://schemas.openxmlformats.org/officeDocument/2006/relationships/image" Target="../media/image407.png"/><Relationship Id="rId92" Type="http://schemas.openxmlformats.org/officeDocument/2006/relationships/customXml" Target="../ink/ink417.xml"/><Relationship Id="rId213" Type="http://schemas.openxmlformats.org/officeDocument/2006/relationships/image" Target="../media/image478.png"/><Relationship Id="rId2" Type="http://schemas.openxmlformats.org/officeDocument/2006/relationships/customXml" Target="../ink/ink372.xml"/><Relationship Id="rId29" Type="http://schemas.openxmlformats.org/officeDocument/2006/relationships/image" Target="../media/image386.png"/><Relationship Id="rId40" Type="http://schemas.openxmlformats.org/officeDocument/2006/relationships/customXml" Target="../ink/ink391.xml"/><Relationship Id="rId115" Type="http://schemas.openxmlformats.org/officeDocument/2006/relationships/image" Target="../media/image429.png"/><Relationship Id="rId136" Type="http://schemas.openxmlformats.org/officeDocument/2006/relationships/customXml" Target="../ink/ink439.xml"/><Relationship Id="rId157" Type="http://schemas.openxmlformats.org/officeDocument/2006/relationships/image" Target="../media/image450.png"/><Relationship Id="rId178" Type="http://schemas.openxmlformats.org/officeDocument/2006/relationships/customXml" Target="../ink/ink460.xml"/><Relationship Id="rId61" Type="http://schemas.openxmlformats.org/officeDocument/2006/relationships/image" Target="../media/image402.png"/><Relationship Id="rId82" Type="http://schemas.openxmlformats.org/officeDocument/2006/relationships/customXml" Target="../ink/ink412.xml"/><Relationship Id="rId199" Type="http://schemas.openxmlformats.org/officeDocument/2006/relationships/image" Target="../media/image471.png"/><Relationship Id="rId203" Type="http://schemas.openxmlformats.org/officeDocument/2006/relationships/image" Target="../media/image4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6C8884-FF2E-5433-0088-7842AF94E497}"/>
                  </a:ext>
                </a:extLst>
              </p14:cNvPr>
              <p14:cNvContentPartPr/>
              <p14:nvPr/>
            </p14:nvContentPartPr>
            <p14:xfrm>
              <a:off x="2207635" y="317900"/>
              <a:ext cx="743760" cy="1319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6C8884-FF2E-5433-0088-7842AF94E4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8635" y="308900"/>
                <a:ext cx="761400" cy="13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8CDBB8-EF15-6C7E-91DC-66CF00E2D260}"/>
                  </a:ext>
                </a:extLst>
              </p14:cNvPr>
              <p14:cNvContentPartPr/>
              <p14:nvPr/>
            </p14:nvContentPartPr>
            <p14:xfrm>
              <a:off x="2173075" y="461540"/>
              <a:ext cx="119160" cy="1243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8CDBB8-EF15-6C7E-91DC-66CF00E2D2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4435" y="452900"/>
                <a:ext cx="136800" cy="12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CD02C6-EE6A-D00D-860E-0C8E93C8A58C}"/>
                  </a:ext>
                </a:extLst>
              </p14:cNvPr>
              <p14:cNvContentPartPr/>
              <p14:nvPr/>
            </p14:nvContentPartPr>
            <p14:xfrm>
              <a:off x="3122395" y="1035740"/>
              <a:ext cx="8640" cy="331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CD02C6-EE6A-D00D-860E-0C8E93C8A5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13755" y="1027100"/>
                <a:ext cx="262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E39728-09EC-58CE-FF94-9CB5E151BED8}"/>
                  </a:ext>
                </a:extLst>
              </p14:cNvPr>
              <p14:cNvContentPartPr/>
              <p14:nvPr/>
            </p14:nvContentPartPr>
            <p14:xfrm>
              <a:off x="3116275" y="751700"/>
              <a:ext cx="82440" cy="65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E39728-09EC-58CE-FF94-9CB5E151BE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7635" y="742700"/>
                <a:ext cx="1000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0C7B46-EFF4-442C-EDAC-F929ED7ABC03}"/>
                  </a:ext>
                </a:extLst>
              </p14:cNvPr>
              <p14:cNvContentPartPr/>
              <p14:nvPr/>
            </p14:nvContentPartPr>
            <p14:xfrm>
              <a:off x="3638635" y="587540"/>
              <a:ext cx="60120" cy="621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0C7B46-EFF4-442C-EDAC-F929ED7ABC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29635" y="578900"/>
                <a:ext cx="7776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36AFCA-BEB9-746B-9845-1B7486D8E07F}"/>
                  </a:ext>
                </a:extLst>
              </p14:cNvPr>
              <p14:cNvContentPartPr/>
              <p14:nvPr/>
            </p14:nvContentPartPr>
            <p14:xfrm>
              <a:off x="3249115" y="917660"/>
              <a:ext cx="430920" cy="181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36AFCA-BEB9-746B-9845-1B7486D8E07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40115" y="908660"/>
                <a:ext cx="4485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B0D2CAC-8179-7495-BB24-60A95056AAC6}"/>
                  </a:ext>
                </a:extLst>
              </p14:cNvPr>
              <p14:cNvContentPartPr/>
              <p14:nvPr/>
            </p14:nvContentPartPr>
            <p14:xfrm>
              <a:off x="4926355" y="631100"/>
              <a:ext cx="96840" cy="89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B0D2CAC-8179-7495-BB24-60A95056AAC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17355" y="622100"/>
                <a:ext cx="1144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7031F0-51C2-8758-ADAD-1524EB547419}"/>
                  </a:ext>
                </a:extLst>
              </p14:cNvPr>
              <p14:cNvContentPartPr/>
              <p14:nvPr/>
            </p14:nvContentPartPr>
            <p14:xfrm>
              <a:off x="4134355" y="898220"/>
              <a:ext cx="465480" cy="358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7031F0-51C2-8758-ADAD-1524EB54741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25715" y="889220"/>
                <a:ext cx="48312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45F96A-A9CE-903B-38D7-0ACFDBE43368}"/>
                  </a:ext>
                </a:extLst>
              </p14:cNvPr>
              <p14:cNvContentPartPr/>
              <p14:nvPr/>
            </p14:nvContentPartPr>
            <p14:xfrm>
              <a:off x="4780555" y="1131500"/>
              <a:ext cx="42480" cy="128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45F96A-A9CE-903B-38D7-0ACFDBE4336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71555" y="1122500"/>
                <a:ext cx="601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9AF882-6AB0-878B-69B1-72C818937DF3}"/>
                  </a:ext>
                </a:extLst>
              </p14:cNvPr>
              <p14:cNvContentPartPr/>
              <p14:nvPr/>
            </p14:nvContentPartPr>
            <p14:xfrm>
              <a:off x="5138755" y="896420"/>
              <a:ext cx="1101240" cy="424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9AF882-6AB0-878B-69B1-72C818937DF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29755" y="887420"/>
                <a:ext cx="111888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98DF4A1-5A44-F30D-21F3-A81AE892B2EE}"/>
                  </a:ext>
                </a:extLst>
              </p14:cNvPr>
              <p14:cNvContentPartPr/>
              <p14:nvPr/>
            </p14:nvContentPartPr>
            <p14:xfrm>
              <a:off x="6456355" y="1000100"/>
              <a:ext cx="30600" cy="12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98DF4A1-5A44-F30D-21F3-A81AE892B2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47715" y="991100"/>
                <a:ext cx="482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7CD9C1D-30D0-96F6-FAEF-314573210002}"/>
                  </a:ext>
                </a:extLst>
              </p14:cNvPr>
              <p14:cNvContentPartPr/>
              <p14:nvPr/>
            </p14:nvContentPartPr>
            <p14:xfrm>
              <a:off x="4370515" y="3659420"/>
              <a:ext cx="259920" cy="5065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7CD9C1D-30D0-96F6-FAEF-31457321000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61515" y="3650420"/>
                <a:ext cx="2775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604C6AA-A95F-5C2C-5FCA-3DFD4C98B576}"/>
                  </a:ext>
                </a:extLst>
              </p14:cNvPr>
              <p14:cNvContentPartPr/>
              <p14:nvPr/>
            </p14:nvContentPartPr>
            <p14:xfrm>
              <a:off x="7019755" y="3922580"/>
              <a:ext cx="97920" cy="3801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604C6AA-A95F-5C2C-5FCA-3DFD4C98B5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10755" y="3913580"/>
                <a:ext cx="11556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28F05B8-620B-8BCC-1087-DD66A1C05D56}"/>
                  </a:ext>
                </a:extLst>
              </p14:cNvPr>
              <p14:cNvContentPartPr/>
              <p14:nvPr/>
            </p14:nvContentPartPr>
            <p14:xfrm>
              <a:off x="7044595" y="5103020"/>
              <a:ext cx="254160" cy="253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28F05B8-620B-8BCC-1087-DD66A1C05D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35595" y="5094380"/>
                <a:ext cx="271800" cy="27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F6ACBB40-F549-C90D-267B-E65BE68DA1D1}"/>
              </a:ext>
            </a:extLst>
          </p:cNvPr>
          <p:cNvGrpSpPr/>
          <p:nvPr/>
        </p:nvGrpSpPr>
        <p:grpSpPr>
          <a:xfrm>
            <a:off x="2000635" y="2298260"/>
            <a:ext cx="7917480" cy="4442760"/>
            <a:chOff x="2000635" y="2298260"/>
            <a:chExt cx="7917480" cy="444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6E6869-E416-1EBD-410E-2661DCC58BBD}"/>
                    </a:ext>
                  </a:extLst>
                </p14:cNvPr>
                <p14:cNvContentPartPr/>
                <p14:nvPr/>
              </p14:nvContentPartPr>
              <p14:xfrm>
                <a:off x="2042755" y="2676620"/>
                <a:ext cx="264240" cy="270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6E6869-E416-1EBD-410E-2661DCC58BB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34115" y="2667980"/>
                  <a:ext cx="281880" cy="27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8BA142-50E4-12DB-3F5F-36419A3FFCC1}"/>
                    </a:ext>
                  </a:extLst>
                </p14:cNvPr>
                <p14:cNvContentPartPr/>
                <p14:nvPr/>
              </p14:nvContentPartPr>
              <p14:xfrm>
                <a:off x="2123035" y="2298260"/>
                <a:ext cx="7563960" cy="2677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8BA142-50E4-12DB-3F5F-36419A3FFC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14035" y="2289260"/>
                  <a:ext cx="7581600" cy="26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5F8105-60BE-43D6-7189-082DF302813D}"/>
                    </a:ext>
                  </a:extLst>
                </p14:cNvPr>
                <p14:cNvContentPartPr/>
                <p14:nvPr/>
              </p14:nvContentPartPr>
              <p14:xfrm>
                <a:off x="2000635" y="5026340"/>
                <a:ext cx="7355880" cy="52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5F8105-60BE-43D6-7189-082DF30281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91995" y="5017340"/>
                  <a:ext cx="73735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66F063-9805-2F33-337B-A799086BA11F}"/>
                    </a:ext>
                  </a:extLst>
                </p14:cNvPr>
                <p14:cNvContentPartPr/>
                <p14:nvPr/>
              </p14:nvContentPartPr>
              <p14:xfrm>
                <a:off x="9152755" y="4934180"/>
                <a:ext cx="101520" cy="255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66F063-9805-2F33-337B-A799086BA1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43755" y="4925180"/>
                  <a:ext cx="1191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7225575-56B1-700E-504C-5459E2C94DA4}"/>
                    </a:ext>
                  </a:extLst>
                </p14:cNvPr>
                <p14:cNvContentPartPr/>
                <p14:nvPr/>
              </p14:nvContentPartPr>
              <p14:xfrm>
                <a:off x="3763915" y="2679860"/>
                <a:ext cx="273960" cy="2325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225575-56B1-700E-504C-5459E2C94DA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55275" y="2671220"/>
                  <a:ext cx="291600" cy="23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35E1D68-A62E-BA4B-DD25-430CF770AFB1}"/>
                    </a:ext>
                  </a:extLst>
                </p14:cNvPr>
                <p14:cNvContentPartPr/>
                <p14:nvPr/>
              </p14:nvContentPartPr>
              <p14:xfrm>
                <a:off x="5149915" y="2604980"/>
                <a:ext cx="252000" cy="280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35E1D68-A62E-BA4B-DD25-430CF770AF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40915" y="2596340"/>
                  <a:ext cx="269640" cy="28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30F88E-D49B-0D75-4565-E280BF1933B1}"/>
                    </a:ext>
                  </a:extLst>
                </p14:cNvPr>
                <p14:cNvContentPartPr/>
                <p14:nvPr/>
              </p14:nvContentPartPr>
              <p14:xfrm>
                <a:off x="3726475" y="4925180"/>
                <a:ext cx="64800" cy="857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30F88E-D49B-0D75-4565-E280BF1933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17835" y="4916180"/>
                  <a:ext cx="8244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B8D697-0B0D-22C6-7CAD-A61C5EFA9068}"/>
                    </a:ext>
                  </a:extLst>
                </p14:cNvPr>
                <p14:cNvContentPartPr/>
                <p14:nvPr/>
              </p14:nvContentPartPr>
              <p14:xfrm>
                <a:off x="6828955" y="2537660"/>
                <a:ext cx="113760" cy="1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B8D697-0B0D-22C6-7CAD-A61C5EFA906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0315" y="2529020"/>
                  <a:ext cx="131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3094B49-26BE-5AFB-CB6D-4422EB30047F}"/>
                    </a:ext>
                  </a:extLst>
                </p14:cNvPr>
                <p14:cNvContentPartPr/>
                <p14:nvPr/>
              </p14:nvContentPartPr>
              <p14:xfrm>
                <a:off x="6346195" y="2571140"/>
                <a:ext cx="396720" cy="2954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3094B49-26BE-5AFB-CB6D-4422EB3004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37195" y="2562500"/>
                  <a:ext cx="414360" cy="29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D457526-B273-421C-E593-A361B0ADD92E}"/>
                    </a:ext>
                  </a:extLst>
                </p14:cNvPr>
                <p14:cNvContentPartPr/>
                <p14:nvPr/>
              </p14:nvContentPartPr>
              <p14:xfrm>
                <a:off x="7566955" y="2545580"/>
                <a:ext cx="359640" cy="3089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D457526-B273-421C-E593-A361B0ADD92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58315" y="2536580"/>
                  <a:ext cx="377280" cy="31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68D4226-C291-1ADD-FF6E-62A38368EA91}"/>
                    </a:ext>
                  </a:extLst>
                </p14:cNvPr>
                <p14:cNvContentPartPr/>
                <p14:nvPr/>
              </p14:nvContentPartPr>
              <p14:xfrm>
                <a:off x="2322835" y="3424340"/>
                <a:ext cx="7595280" cy="335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68D4226-C291-1ADD-FF6E-62A38368EA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14195" y="3415700"/>
                  <a:ext cx="76129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84F0832-2188-8AD0-0930-9CE0EC5ACC6C}"/>
                    </a:ext>
                  </a:extLst>
                </p14:cNvPr>
                <p14:cNvContentPartPr/>
                <p14:nvPr/>
              </p14:nvContentPartPr>
              <p14:xfrm>
                <a:off x="2279635" y="4245860"/>
                <a:ext cx="7295400" cy="186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84F0832-2188-8AD0-0930-9CE0EC5ACC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70635" y="4237220"/>
                  <a:ext cx="7313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90080DC-D9C4-C532-F4A6-0E588C4CB78C}"/>
                    </a:ext>
                  </a:extLst>
                </p14:cNvPr>
                <p14:cNvContentPartPr/>
                <p14:nvPr/>
              </p14:nvContentPartPr>
              <p14:xfrm>
                <a:off x="2108635" y="4772540"/>
                <a:ext cx="6938640" cy="16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90080DC-D9C4-C532-F4A6-0E588C4CB7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99635" y="4763540"/>
                  <a:ext cx="6956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EF6CE58-28E4-28A6-93CF-B256E7F35700}"/>
                    </a:ext>
                  </a:extLst>
                </p14:cNvPr>
                <p14:cNvContentPartPr/>
                <p14:nvPr/>
              </p14:nvContentPartPr>
              <p14:xfrm>
                <a:off x="2867155" y="2865620"/>
                <a:ext cx="21600" cy="46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EF6CE58-28E4-28A6-93CF-B256E7F3570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58155" y="2856620"/>
                  <a:ext cx="39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C14F45-6970-E580-F459-C30F09697281}"/>
                    </a:ext>
                  </a:extLst>
                </p14:cNvPr>
                <p14:cNvContentPartPr/>
                <p14:nvPr/>
              </p14:nvContentPartPr>
              <p14:xfrm>
                <a:off x="2751595" y="2671940"/>
                <a:ext cx="361440" cy="2678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C14F45-6970-E580-F459-C30F096972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42955" y="2663300"/>
                  <a:ext cx="379080" cy="26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E3079B8-4619-751B-13D7-A4720D18ED9D}"/>
                    </a:ext>
                  </a:extLst>
                </p14:cNvPr>
                <p14:cNvContentPartPr/>
                <p14:nvPr/>
              </p14:nvContentPartPr>
              <p14:xfrm>
                <a:off x="2569075" y="2887940"/>
                <a:ext cx="283680" cy="225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E3079B8-4619-751B-13D7-A4720D18ED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60075" y="2879300"/>
                  <a:ext cx="301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CAFC98-2013-FCC4-9688-62F129D08691}"/>
                    </a:ext>
                  </a:extLst>
                </p14:cNvPr>
                <p14:cNvContentPartPr/>
                <p14:nvPr/>
              </p14:nvContentPartPr>
              <p14:xfrm>
                <a:off x="3343795" y="2902340"/>
                <a:ext cx="250200" cy="477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CAFC98-2013-FCC4-9688-62F129D086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35155" y="2893700"/>
                  <a:ext cx="26784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3FCCED-0428-8550-C267-854DDC9EC695}"/>
                    </a:ext>
                  </a:extLst>
                </p14:cNvPr>
                <p14:cNvContentPartPr/>
                <p14:nvPr/>
              </p14:nvContentPartPr>
              <p14:xfrm>
                <a:off x="4229395" y="2916380"/>
                <a:ext cx="433080" cy="249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83FCCED-0428-8550-C267-854DDC9EC6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20395" y="2907740"/>
                  <a:ext cx="450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F0208F-6B59-EEA3-FB0E-CEB1D2D5A4EE}"/>
                    </a:ext>
                  </a:extLst>
                </p14:cNvPr>
                <p14:cNvContentPartPr/>
                <p14:nvPr/>
              </p14:nvContentPartPr>
              <p14:xfrm>
                <a:off x="4635115" y="2822780"/>
                <a:ext cx="167400" cy="24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F0208F-6B59-EEA3-FB0E-CEB1D2D5A4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26475" y="2814140"/>
                  <a:ext cx="185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073D241-9CD8-5FBE-A238-75D5A17FCA0D}"/>
                    </a:ext>
                  </a:extLst>
                </p14:cNvPr>
                <p14:cNvContentPartPr/>
                <p14:nvPr/>
              </p14:nvContentPartPr>
              <p14:xfrm>
                <a:off x="4684435" y="2882900"/>
                <a:ext cx="61200" cy="249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073D241-9CD8-5FBE-A238-75D5A17FCA0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75795" y="2874260"/>
                  <a:ext cx="788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AB8821A-581A-510C-3B89-EF28AAE0FA85}"/>
                    </a:ext>
                  </a:extLst>
                </p14:cNvPr>
                <p14:cNvContentPartPr/>
                <p14:nvPr/>
              </p14:nvContentPartPr>
              <p14:xfrm>
                <a:off x="4896835" y="2814500"/>
                <a:ext cx="196200" cy="595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AB8821A-581A-510C-3B89-EF28AAE0FA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87835" y="2805860"/>
                  <a:ext cx="21384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CDB6399-4C7B-3178-5F69-4AE66308A088}"/>
                    </a:ext>
                  </a:extLst>
                </p14:cNvPr>
                <p14:cNvContentPartPr/>
                <p14:nvPr/>
              </p14:nvContentPartPr>
              <p14:xfrm>
                <a:off x="5648155" y="2905580"/>
                <a:ext cx="381600" cy="316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CDB6399-4C7B-3178-5F69-4AE66308A0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39515" y="2896940"/>
                  <a:ext cx="3992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E8E9D0-B492-E43D-2088-9520E9430EAB}"/>
                    </a:ext>
                  </a:extLst>
                </p14:cNvPr>
                <p14:cNvContentPartPr/>
                <p14:nvPr/>
              </p14:nvContentPartPr>
              <p14:xfrm>
                <a:off x="6092395" y="2919980"/>
                <a:ext cx="77400" cy="27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E8E9D0-B492-E43D-2088-9520E9430EA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83395" y="2910980"/>
                  <a:ext cx="95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E0EC84-8B03-CCA7-EF4B-F153B4E2DB33}"/>
                    </a:ext>
                  </a:extLst>
                </p14:cNvPr>
                <p14:cNvContentPartPr/>
                <p14:nvPr/>
              </p14:nvContentPartPr>
              <p14:xfrm>
                <a:off x="6246475" y="2906660"/>
                <a:ext cx="198360" cy="947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E0EC84-8B03-CCA7-EF4B-F153B4E2DB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37475" y="2898020"/>
                  <a:ext cx="21600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DCA42F0-302F-6749-40E1-DEAFBDD771DC}"/>
                    </a:ext>
                  </a:extLst>
                </p14:cNvPr>
                <p14:cNvContentPartPr/>
                <p14:nvPr/>
              </p14:nvContentPartPr>
              <p14:xfrm>
                <a:off x="6052435" y="2899100"/>
                <a:ext cx="84600" cy="390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DCA42F0-302F-6749-40E1-DEAFBDD771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43795" y="2890460"/>
                  <a:ext cx="1022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D91AF9-F1BE-8907-2822-13F61C89E1CD}"/>
                    </a:ext>
                  </a:extLst>
                </p14:cNvPr>
                <p14:cNvContentPartPr/>
                <p14:nvPr/>
              </p14:nvContentPartPr>
              <p14:xfrm>
                <a:off x="6863875" y="2935100"/>
                <a:ext cx="372960" cy="259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D91AF9-F1BE-8907-2822-13F61C89E1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55235" y="2926100"/>
                  <a:ext cx="390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4259D-F933-5A11-CA9D-7831EEC0153A}"/>
                    </a:ext>
                  </a:extLst>
                </p14:cNvPr>
                <p14:cNvContentPartPr/>
                <p14:nvPr/>
              </p14:nvContentPartPr>
              <p14:xfrm>
                <a:off x="7215235" y="2896580"/>
                <a:ext cx="209520" cy="411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4259D-F933-5A11-CA9D-7831EEC015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06235" y="2887580"/>
                  <a:ext cx="2271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D801A7-AF08-D6BD-793F-F4DD19ADCABE}"/>
                    </a:ext>
                  </a:extLst>
                </p14:cNvPr>
                <p14:cNvContentPartPr/>
                <p14:nvPr/>
              </p14:nvContentPartPr>
              <p14:xfrm>
                <a:off x="7447075" y="2922140"/>
                <a:ext cx="190080" cy="798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D801A7-AF08-D6BD-793F-F4DD19ADCAB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38075" y="2913140"/>
                  <a:ext cx="20772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3E85E6-43F9-F35D-7571-EB3DC50E8A6F}"/>
                    </a:ext>
                  </a:extLst>
                </p14:cNvPr>
                <p14:cNvContentPartPr/>
                <p14:nvPr/>
              </p14:nvContentPartPr>
              <p14:xfrm>
                <a:off x="2492395" y="3683180"/>
                <a:ext cx="253800" cy="363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3E85E6-43F9-F35D-7571-EB3DC50E8A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83395" y="3674180"/>
                  <a:ext cx="2714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A9DD5F3-918D-6142-26CD-F569991DFE73}"/>
                    </a:ext>
                  </a:extLst>
                </p14:cNvPr>
                <p14:cNvContentPartPr/>
                <p14:nvPr/>
              </p14:nvContentPartPr>
              <p14:xfrm>
                <a:off x="3255955" y="3708740"/>
                <a:ext cx="30600" cy="402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A9DD5F3-918D-6142-26CD-F569991DFE7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47315" y="3700100"/>
                  <a:ext cx="482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A547ED7-6313-6474-290E-831C4304C37C}"/>
                    </a:ext>
                  </a:extLst>
                </p14:cNvPr>
                <p14:cNvContentPartPr/>
                <p14:nvPr/>
              </p14:nvContentPartPr>
              <p14:xfrm>
                <a:off x="2517235" y="4503260"/>
                <a:ext cx="102960" cy="351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A547ED7-6313-6474-290E-831C4304C37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08235" y="4494260"/>
                  <a:ext cx="1206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215FB3A-E8A6-5893-8210-0E9FD65BD3FB}"/>
                    </a:ext>
                  </a:extLst>
                </p14:cNvPr>
                <p14:cNvContentPartPr/>
                <p14:nvPr/>
              </p14:nvContentPartPr>
              <p14:xfrm>
                <a:off x="3220315" y="4443500"/>
                <a:ext cx="226080" cy="302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215FB3A-E8A6-5893-8210-0E9FD65BD3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11315" y="4434860"/>
                  <a:ext cx="243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F5B0F2-0A52-68B4-7A16-E1052F1013B6}"/>
                    </a:ext>
                  </a:extLst>
                </p14:cNvPr>
                <p14:cNvContentPartPr/>
                <p14:nvPr/>
              </p14:nvContentPartPr>
              <p14:xfrm>
                <a:off x="2487715" y="5111300"/>
                <a:ext cx="239760" cy="281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F5B0F2-0A52-68B4-7A16-E1052F1013B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8715" y="5102300"/>
                  <a:ext cx="257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ADE2F9-32BD-CF2F-EB2E-C6F096B906EE}"/>
                    </a:ext>
                  </a:extLst>
                </p14:cNvPr>
                <p14:cNvContentPartPr/>
                <p14:nvPr/>
              </p14:nvContentPartPr>
              <p14:xfrm>
                <a:off x="3076675" y="5040380"/>
                <a:ext cx="271800" cy="229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ADE2F9-32BD-CF2F-EB2E-C6F096B906E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67675" y="5031740"/>
                  <a:ext cx="289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42E3B62-4633-C053-693A-2EF7D51D5FED}"/>
                    </a:ext>
                  </a:extLst>
                </p14:cNvPr>
                <p14:cNvContentPartPr/>
                <p14:nvPr/>
              </p14:nvContentPartPr>
              <p14:xfrm>
                <a:off x="2371795" y="5631500"/>
                <a:ext cx="84240" cy="448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42E3B62-4633-C053-693A-2EF7D51D5FE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63155" y="5622500"/>
                  <a:ext cx="1018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8668611-09C0-3E79-8852-E8C34989705A}"/>
                    </a:ext>
                  </a:extLst>
                </p14:cNvPr>
                <p14:cNvContentPartPr/>
                <p14:nvPr/>
              </p14:nvContentPartPr>
              <p14:xfrm>
                <a:off x="3140395" y="5746700"/>
                <a:ext cx="116280" cy="389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8668611-09C0-3E79-8852-E8C34989705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31755" y="5738060"/>
                  <a:ext cx="13392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E769B8F-73AA-76E0-EC23-D429FFAF2141}"/>
                    </a:ext>
                  </a:extLst>
                </p14:cNvPr>
                <p14:cNvContentPartPr/>
                <p14:nvPr/>
              </p14:nvContentPartPr>
              <p14:xfrm>
                <a:off x="2055355" y="5412620"/>
                <a:ext cx="7299360" cy="1091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E769B8F-73AA-76E0-EC23-D429FFAF214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46355" y="5403620"/>
                  <a:ext cx="731700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70BAD7-17A5-3E09-367F-609AB72042F3}"/>
                    </a:ext>
                  </a:extLst>
                </p14:cNvPr>
                <p14:cNvContentPartPr/>
                <p14:nvPr/>
              </p14:nvContentPartPr>
              <p14:xfrm>
                <a:off x="8956195" y="5074940"/>
                <a:ext cx="289800" cy="1397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70BAD7-17A5-3E09-367F-609AB72042F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47195" y="5066300"/>
                  <a:ext cx="307440" cy="14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24026AF-EC05-561D-1ED2-8FF4099D277F}"/>
                    </a:ext>
                  </a:extLst>
                </p14:cNvPr>
                <p14:cNvContentPartPr/>
                <p14:nvPr/>
              </p14:nvContentPartPr>
              <p14:xfrm>
                <a:off x="3470875" y="5591540"/>
                <a:ext cx="273600" cy="1149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24026AF-EC05-561D-1ED2-8FF4099D277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62235" y="5582900"/>
                  <a:ext cx="291240" cy="11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6D0406-7CCF-24D6-A1D9-122B029D6BB8}"/>
                    </a:ext>
                  </a:extLst>
                </p14:cNvPr>
                <p14:cNvContentPartPr/>
                <p14:nvPr/>
              </p14:nvContentPartPr>
              <p14:xfrm>
                <a:off x="5045515" y="5267180"/>
                <a:ext cx="235800" cy="1423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6D0406-7CCF-24D6-A1D9-122B029D6BB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36515" y="5258180"/>
                  <a:ext cx="253440" cy="14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D7D1E52-E16E-487B-7DA7-26EA95BFD8DD}"/>
                    </a:ext>
                  </a:extLst>
                </p14:cNvPr>
                <p14:cNvContentPartPr/>
                <p14:nvPr/>
              </p14:nvContentPartPr>
              <p14:xfrm>
                <a:off x="6417475" y="5412620"/>
                <a:ext cx="26280" cy="1149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D7D1E52-E16E-487B-7DA7-26EA95BFD8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08475" y="5403980"/>
                  <a:ext cx="43920" cy="11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0AA999B-7932-F1EF-6201-257B7553ABFE}"/>
                    </a:ext>
                  </a:extLst>
                </p14:cNvPr>
                <p14:cNvContentPartPr/>
                <p14:nvPr/>
              </p14:nvContentPartPr>
              <p14:xfrm>
                <a:off x="7445275" y="5409380"/>
                <a:ext cx="130680" cy="953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0AA999B-7932-F1EF-6201-257B7553ABF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36275" y="5400740"/>
                  <a:ext cx="148320" cy="9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EEB985-1198-19AD-82C0-8981C1A8BE7D}"/>
                    </a:ext>
                  </a:extLst>
                </p14:cNvPr>
                <p14:cNvContentPartPr/>
                <p14:nvPr/>
              </p14:nvContentPartPr>
              <p14:xfrm>
                <a:off x="2435155" y="3740420"/>
                <a:ext cx="64440" cy="14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EEB985-1198-19AD-82C0-8981C1A8BE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26155" y="3731420"/>
                  <a:ext cx="82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AB486D4-47A5-65CA-AB13-280809130178}"/>
                    </a:ext>
                  </a:extLst>
                </p14:cNvPr>
                <p14:cNvContentPartPr/>
                <p14:nvPr/>
              </p14:nvContentPartPr>
              <p14:xfrm>
                <a:off x="3674635" y="3958220"/>
                <a:ext cx="3960" cy="1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AB486D4-47A5-65CA-AB13-2808091301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65995" y="3949580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35DECF8-D762-E939-72C3-BFE3B79EDA98}"/>
                    </a:ext>
                  </a:extLst>
                </p14:cNvPr>
                <p14:cNvContentPartPr/>
                <p14:nvPr/>
              </p14:nvContentPartPr>
              <p14:xfrm>
                <a:off x="5753635" y="3861740"/>
                <a:ext cx="142560" cy="536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35DECF8-D762-E939-72C3-BFE3B79EDA9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44635" y="3853100"/>
                  <a:ext cx="16020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7A13127-C5C6-7E9D-0510-4A7B5BBEFDD8}"/>
                    </a:ext>
                  </a:extLst>
                </p14:cNvPr>
                <p14:cNvContentPartPr/>
                <p14:nvPr/>
              </p14:nvContentPartPr>
              <p14:xfrm>
                <a:off x="7301635" y="3845900"/>
                <a:ext cx="33480" cy="8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7A13127-C5C6-7E9D-0510-4A7B5BBEFDD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92995" y="3836900"/>
                  <a:ext cx="51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5707473-8EAF-8BA2-FEC9-C2A907E103E1}"/>
                    </a:ext>
                  </a:extLst>
                </p14:cNvPr>
                <p14:cNvContentPartPr/>
                <p14:nvPr/>
              </p14:nvContentPartPr>
              <p14:xfrm>
                <a:off x="4385995" y="4421180"/>
                <a:ext cx="286560" cy="432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5707473-8EAF-8BA2-FEC9-C2A907E103E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76995" y="4412180"/>
                  <a:ext cx="3042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E014D8-3462-8849-D74F-1DDB9D9ADD5F}"/>
                    </a:ext>
                  </a:extLst>
                </p14:cNvPr>
                <p14:cNvContentPartPr/>
                <p14:nvPr/>
              </p14:nvContentPartPr>
              <p14:xfrm>
                <a:off x="5827795" y="4467260"/>
                <a:ext cx="47880" cy="252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E014D8-3462-8849-D74F-1DDB9D9ADD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19155" y="4458260"/>
                  <a:ext cx="65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491D881-043A-7764-3A59-46947832311C}"/>
                    </a:ext>
                  </a:extLst>
                </p14:cNvPr>
                <p14:cNvContentPartPr/>
                <p14:nvPr/>
              </p14:nvContentPartPr>
              <p14:xfrm>
                <a:off x="7159435" y="4532420"/>
                <a:ext cx="136440" cy="352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491D881-043A-7764-3A59-46947832311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50795" y="4523780"/>
                  <a:ext cx="1540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A7489B-D567-EEF6-45CA-D39317580098}"/>
                    </a:ext>
                  </a:extLst>
                </p14:cNvPr>
                <p14:cNvContentPartPr/>
                <p14:nvPr/>
              </p14:nvContentPartPr>
              <p14:xfrm>
                <a:off x="4550875" y="5037500"/>
                <a:ext cx="364680" cy="417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A7489B-D567-EEF6-45CA-D3931758009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41875" y="5028860"/>
                  <a:ext cx="3823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449E29C-F0AE-B880-1ED2-801360211A9C}"/>
                    </a:ext>
                  </a:extLst>
                </p14:cNvPr>
                <p14:cNvContentPartPr/>
                <p14:nvPr/>
              </p14:nvContentPartPr>
              <p14:xfrm>
                <a:off x="5852275" y="5070620"/>
                <a:ext cx="277200" cy="349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449E29C-F0AE-B880-1ED2-801360211A9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43635" y="5061620"/>
                  <a:ext cx="294840" cy="36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1102A4D-ECE2-A935-2BC7-30E4903061CD}"/>
                  </a:ext>
                </a:extLst>
              </p14:cNvPr>
              <p14:cNvContentPartPr/>
              <p14:nvPr/>
            </p14:nvContentPartPr>
            <p14:xfrm>
              <a:off x="4473115" y="5761100"/>
              <a:ext cx="219960" cy="8143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1102A4D-ECE2-A935-2BC7-30E4903061C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464115" y="5752460"/>
                <a:ext cx="237600" cy="83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A96D1F3-3DB2-2CE2-4322-0AE848ED3825}"/>
                  </a:ext>
                </a:extLst>
              </p14:cNvPr>
              <p14:cNvContentPartPr/>
              <p14:nvPr/>
            </p14:nvContentPartPr>
            <p14:xfrm>
              <a:off x="5753635" y="5569940"/>
              <a:ext cx="54000" cy="6681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A96D1F3-3DB2-2CE2-4322-0AE848ED382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744635" y="5561300"/>
                <a:ext cx="7164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FFC01C8-0379-A4E2-3237-9160583BCF04}"/>
                  </a:ext>
                </a:extLst>
              </p14:cNvPr>
              <p14:cNvContentPartPr/>
              <p14:nvPr/>
            </p14:nvContentPartPr>
            <p14:xfrm>
              <a:off x="7081315" y="5611340"/>
              <a:ext cx="247680" cy="4089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FFC01C8-0379-A4E2-3237-9160583BCF0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072315" y="5602700"/>
                <a:ext cx="265320" cy="42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210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itwise operators">
            <a:extLst>
              <a:ext uri="{FF2B5EF4-FFF2-40B4-BE49-F238E27FC236}">
                <a16:creationId xmlns:a16="http://schemas.microsoft.com/office/drawing/2014/main" id="{48906ACC-C9B4-1E8A-F38F-5131AFC98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113" y="2424113"/>
            <a:ext cx="35337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4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7B9B532-488B-BDFA-2DC7-6F8B3391A735}"/>
              </a:ext>
            </a:extLst>
          </p:cNvPr>
          <p:cNvGrpSpPr/>
          <p:nvPr/>
        </p:nvGrpSpPr>
        <p:grpSpPr>
          <a:xfrm>
            <a:off x="864475" y="469460"/>
            <a:ext cx="1924200" cy="1119600"/>
            <a:chOff x="864475" y="469460"/>
            <a:chExt cx="1924200" cy="11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28F5824-981B-FEF7-FBC9-57C1211C457B}"/>
                    </a:ext>
                  </a:extLst>
                </p14:cNvPr>
                <p14:cNvContentPartPr/>
                <p14:nvPr/>
              </p14:nvContentPartPr>
              <p14:xfrm>
                <a:off x="2047795" y="520580"/>
                <a:ext cx="434880" cy="1068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28F5824-981B-FEF7-FBC9-57C1211C45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38795" y="511580"/>
                  <a:ext cx="452520" cy="10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52C492B-0E2E-4B09-034B-0E706E62AD36}"/>
                    </a:ext>
                  </a:extLst>
                </p14:cNvPr>
                <p14:cNvContentPartPr/>
                <p14:nvPr/>
              </p14:nvContentPartPr>
              <p14:xfrm>
                <a:off x="2153995" y="469460"/>
                <a:ext cx="634680" cy="111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52C492B-0E2E-4B09-034B-0E706E62AD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44995" y="460820"/>
                  <a:ext cx="652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232F23-3629-5894-B948-532813906B55}"/>
                    </a:ext>
                  </a:extLst>
                </p14:cNvPr>
                <p14:cNvContentPartPr/>
                <p14:nvPr/>
              </p14:nvContentPartPr>
              <p14:xfrm>
                <a:off x="864475" y="925220"/>
                <a:ext cx="799920" cy="502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232F23-3629-5894-B948-532813906B5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5475" y="916580"/>
                  <a:ext cx="817560" cy="51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1F521-63DC-B22C-7697-6F8D3C133BE4}"/>
              </a:ext>
            </a:extLst>
          </p:cNvPr>
          <p:cNvGrpSpPr/>
          <p:nvPr/>
        </p:nvGrpSpPr>
        <p:grpSpPr>
          <a:xfrm>
            <a:off x="3547195" y="1014500"/>
            <a:ext cx="545040" cy="421200"/>
            <a:chOff x="3547195" y="1014500"/>
            <a:chExt cx="54504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11CB00-9C7B-F580-0607-67E357981D56}"/>
                    </a:ext>
                  </a:extLst>
                </p14:cNvPr>
                <p14:cNvContentPartPr/>
                <p14:nvPr/>
              </p14:nvContentPartPr>
              <p14:xfrm>
                <a:off x="3547195" y="1014500"/>
                <a:ext cx="383760" cy="96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11CB00-9C7B-F580-0607-67E357981D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38195" y="1005860"/>
                  <a:ext cx="401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85AEF1-E2E3-4A38-A3D9-9B483BDF268F}"/>
                    </a:ext>
                  </a:extLst>
                </p14:cNvPr>
                <p14:cNvContentPartPr/>
                <p14:nvPr/>
              </p14:nvContentPartPr>
              <p14:xfrm>
                <a:off x="3825475" y="1320140"/>
                <a:ext cx="266760" cy="115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85AEF1-E2E3-4A38-A3D9-9B483BDF26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16475" y="1311500"/>
                  <a:ext cx="28440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9C2CCE-6809-46FB-7BFA-9A5496599C5D}"/>
                  </a:ext>
                </a:extLst>
              </p14:cNvPr>
              <p14:cNvContentPartPr/>
              <p14:nvPr/>
            </p14:nvContentPartPr>
            <p14:xfrm>
              <a:off x="5091595" y="968420"/>
              <a:ext cx="453600" cy="82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9C2CCE-6809-46FB-7BFA-9A5496599C5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82595" y="959420"/>
                <a:ext cx="47124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DF704D7-EE3F-BD65-EE85-10FE56DB4E9A}"/>
              </a:ext>
            </a:extLst>
          </p:cNvPr>
          <p:cNvGrpSpPr/>
          <p:nvPr/>
        </p:nvGrpSpPr>
        <p:grpSpPr>
          <a:xfrm>
            <a:off x="5963515" y="464060"/>
            <a:ext cx="1460160" cy="904320"/>
            <a:chOff x="5963515" y="464060"/>
            <a:chExt cx="1460160" cy="90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7356D8-E846-C080-D2C0-0837D7FFB7D6}"/>
                    </a:ext>
                  </a:extLst>
                </p14:cNvPr>
                <p14:cNvContentPartPr/>
                <p14:nvPr/>
              </p14:nvContentPartPr>
              <p14:xfrm>
                <a:off x="5963515" y="464060"/>
                <a:ext cx="339120" cy="881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7356D8-E846-C080-D2C0-0837D7FFB7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54515" y="455060"/>
                  <a:ext cx="356760" cy="89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CAE6103-3215-3DE9-AE3F-77F6522EA4B1}"/>
                    </a:ext>
                  </a:extLst>
                </p14:cNvPr>
                <p14:cNvContentPartPr/>
                <p14:nvPr/>
              </p14:nvContentPartPr>
              <p14:xfrm>
                <a:off x="6481915" y="574940"/>
                <a:ext cx="293400" cy="79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CAE6103-3215-3DE9-AE3F-77F6522EA4B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72915" y="566300"/>
                  <a:ext cx="31104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743B715-1D81-28C1-34B8-BC1208CB79B2}"/>
                    </a:ext>
                  </a:extLst>
                </p14:cNvPr>
                <p14:cNvContentPartPr/>
                <p14:nvPr/>
              </p14:nvContentPartPr>
              <p14:xfrm>
                <a:off x="6771355" y="518060"/>
                <a:ext cx="275400" cy="21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43B715-1D81-28C1-34B8-BC1208CB79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62355" y="509420"/>
                  <a:ext cx="293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54B52C3-433E-5363-4BFB-41EAD447FC78}"/>
                    </a:ext>
                  </a:extLst>
                </p14:cNvPr>
                <p14:cNvContentPartPr/>
                <p14:nvPr/>
              </p14:nvContentPartPr>
              <p14:xfrm>
                <a:off x="7152235" y="529220"/>
                <a:ext cx="154080" cy="602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54B52C3-433E-5363-4BFB-41EAD447FC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43595" y="520220"/>
                  <a:ext cx="17172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7FA17F8-1DC1-2C9B-6D34-E8728613FF8E}"/>
                    </a:ext>
                  </a:extLst>
                </p14:cNvPr>
                <p14:cNvContentPartPr/>
                <p14:nvPr/>
              </p14:nvContentPartPr>
              <p14:xfrm>
                <a:off x="7097875" y="834140"/>
                <a:ext cx="325800" cy="105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7FA17F8-1DC1-2C9B-6D34-E8728613FF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89235" y="825140"/>
                  <a:ext cx="34344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AC7FF-FBB8-4F48-ECB0-06DA91401C4E}"/>
              </a:ext>
            </a:extLst>
          </p:cNvPr>
          <p:cNvGrpSpPr/>
          <p:nvPr/>
        </p:nvGrpSpPr>
        <p:grpSpPr>
          <a:xfrm>
            <a:off x="7825435" y="411140"/>
            <a:ext cx="671400" cy="1145160"/>
            <a:chOff x="7825435" y="411140"/>
            <a:chExt cx="671400" cy="11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6C7B34-5FB0-95FF-2EAE-F6482296D9F3}"/>
                    </a:ext>
                  </a:extLst>
                </p14:cNvPr>
                <p14:cNvContentPartPr/>
                <p14:nvPr/>
              </p14:nvContentPartPr>
              <p14:xfrm>
                <a:off x="7825435" y="561980"/>
                <a:ext cx="74880" cy="518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6C7B34-5FB0-95FF-2EAE-F6482296D9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16435" y="553340"/>
                  <a:ext cx="9252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7BB5A4D-8346-C62D-EF55-95A62E08CB6E}"/>
                    </a:ext>
                  </a:extLst>
                </p14:cNvPr>
                <p14:cNvContentPartPr/>
                <p14:nvPr/>
              </p14:nvContentPartPr>
              <p14:xfrm>
                <a:off x="8186875" y="411140"/>
                <a:ext cx="309960" cy="1145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7BB5A4D-8346-C62D-EF55-95A62E08CB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77875" y="402140"/>
                  <a:ext cx="327600" cy="11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69934D-4DB2-270E-BEA7-7965EA3F0E57}"/>
              </a:ext>
            </a:extLst>
          </p:cNvPr>
          <p:cNvGrpSpPr/>
          <p:nvPr/>
        </p:nvGrpSpPr>
        <p:grpSpPr>
          <a:xfrm>
            <a:off x="9097315" y="861140"/>
            <a:ext cx="516240" cy="520200"/>
            <a:chOff x="9097315" y="861140"/>
            <a:chExt cx="5162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E8CF038-A27B-DD5A-12DF-055C596C2FA1}"/>
                    </a:ext>
                  </a:extLst>
                </p14:cNvPr>
                <p14:cNvContentPartPr/>
                <p14:nvPr/>
              </p14:nvContentPartPr>
              <p14:xfrm>
                <a:off x="9097315" y="861140"/>
                <a:ext cx="486360" cy="146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E8CF038-A27B-DD5A-12DF-055C596C2F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88315" y="852500"/>
                  <a:ext cx="5040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B3CE95-9FD7-1218-C2CB-25FF4240EFA1}"/>
                    </a:ext>
                  </a:extLst>
                </p14:cNvPr>
                <p14:cNvContentPartPr/>
                <p14:nvPr/>
              </p14:nvContentPartPr>
              <p14:xfrm>
                <a:off x="9346795" y="1238780"/>
                <a:ext cx="266760" cy="142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B3CE95-9FD7-1218-C2CB-25FF4240EFA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38155" y="1230140"/>
                  <a:ext cx="28440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5AF717F-3233-051B-17E0-4F5B53DD86E4}"/>
                  </a:ext>
                </a:extLst>
              </p14:cNvPr>
              <p14:cNvContentPartPr/>
              <p14:nvPr/>
            </p14:nvContentPartPr>
            <p14:xfrm>
              <a:off x="10081915" y="974180"/>
              <a:ext cx="320400" cy="99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5AF717F-3233-051B-17E0-4F5B53DD86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072915" y="965180"/>
                <a:ext cx="3380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147EDEF-AD2E-A62C-5EC0-E407BE19A37C}"/>
                  </a:ext>
                </a:extLst>
              </p14:cNvPr>
              <p14:cNvContentPartPr/>
              <p14:nvPr/>
            </p14:nvContentPartPr>
            <p14:xfrm>
              <a:off x="10796875" y="509060"/>
              <a:ext cx="271440" cy="859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147EDEF-AD2E-A62C-5EC0-E407BE19A37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88235" y="500420"/>
                <a:ext cx="289080" cy="8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79EE15F-8F3E-8D08-7ADE-23EDD1036982}"/>
                  </a:ext>
                </a:extLst>
              </p14:cNvPr>
              <p14:cNvContentPartPr/>
              <p14:nvPr/>
            </p14:nvContentPartPr>
            <p14:xfrm>
              <a:off x="11490595" y="926300"/>
              <a:ext cx="6480" cy="37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79EE15F-8F3E-8D08-7ADE-23EDD103698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481955" y="917300"/>
                <a:ext cx="2412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DF9FE34C-1AB3-07B3-A563-59944777C445}"/>
              </a:ext>
            </a:extLst>
          </p:cNvPr>
          <p:cNvGrpSpPr/>
          <p:nvPr/>
        </p:nvGrpSpPr>
        <p:grpSpPr>
          <a:xfrm>
            <a:off x="623995" y="1719740"/>
            <a:ext cx="10630800" cy="3535560"/>
            <a:chOff x="623995" y="1719740"/>
            <a:chExt cx="10630800" cy="353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A818C7A-D73E-0918-375A-BAFB9F588AA1}"/>
                    </a:ext>
                  </a:extLst>
                </p14:cNvPr>
                <p14:cNvContentPartPr/>
                <p14:nvPr/>
              </p14:nvContentPartPr>
              <p14:xfrm>
                <a:off x="958795" y="2470700"/>
                <a:ext cx="768960" cy="1182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A818C7A-D73E-0918-375A-BAFB9F588AA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0155" y="2461700"/>
                  <a:ext cx="786600" cy="11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1E377B-6087-889A-075C-1F94810E2F76}"/>
                    </a:ext>
                  </a:extLst>
                </p14:cNvPr>
                <p14:cNvContentPartPr/>
                <p14:nvPr/>
              </p14:nvContentPartPr>
              <p14:xfrm>
                <a:off x="2177755" y="2531180"/>
                <a:ext cx="340200" cy="682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1E377B-6087-889A-075C-1F94810E2F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68755" y="2522540"/>
                  <a:ext cx="35784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80F8D4-2540-E600-1F2A-C4198204ED12}"/>
                    </a:ext>
                  </a:extLst>
                </p14:cNvPr>
                <p14:cNvContentPartPr/>
                <p14:nvPr/>
              </p14:nvContentPartPr>
              <p14:xfrm>
                <a:off x="2210875" y="2736380"/>
                <a:ext cx="90720" cy="725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80F8D4-2540-E600-1F2A-C4198204ED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1875" y="2727740"/>
                  <a:ext cx="10836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A0CA686-5071-2289-74F4-2745C3C9489D}"/>
                    </a:ext>
                  </a:extLst>
                </p14:cNvPr>
                <p14:cNvContentPartPr/>
                <p14:nvPr/>
              </p14:nvContentPartPr>
              <p14:xfrm>
                <a:off x="3116635" y="2310860"/>
                <a:ext cx="327240" cy="984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A0CA686-5071-2289-74F4-2745C3C948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07995" y="2301860"/>
                  <a:ext cx="344880" cy="10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AAAA1C-D307-56A6-978F-FFC596996D45}"/>
                    </a:ext>
                  </a:extLst>
                </p14:cNvPr>
                <p14:cNvContentPartPr/>
                <p14:nvPr/>
              </p14:nvContentPartPr>
              <p14:xfrm>
                <a:off x="4042555" y="2585540"/>
                <a:ext cx="287280" cy="202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AAAA1C-D307-56A6-978F-FFC596996D4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33555" y="2576900"/>
                  <a:ext cx="3049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1F4E61-581F-B4D3-82AB-9AADCB740DC8}"/>
                    </a:ext>
                  </a:extLst>
                </p14:cNvPr>
                <p14:cNvContentPartPr/>
                <p14:nvPr/>
              </p14:nvContentPartPr>
              <p14:xfrm>
                <a:off x="4167835" y="2973980"/>
                <a:ext cx="549360" cy="233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1F4E61-581F-B4D3-82AB-9AADCB740DC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58835" y="2965340"/>
                  <a:ext cx="567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4DE3B1-0F92-E010-D02C-6C8AA351762A}"/>
                    </a:ext>
                  </a:extLst>
                </p14:cNvPr>
                <p14:cNvContentPartPr/>
                <p14:nvPr/>
              </p14:nvContentPartPr>
              <p14:xfrm>
                <a:off x="6088435" y="2116100"/>
                <a:ext cx="1312560" cy="987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4DE3B1-0F92-E010-D02C-6C8AA35176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79435" y="2107100"/>
                  <a:ext cx="1330200" cy="10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2713BC-D45E-B7B5-6E65-C3568CDD11EE}"/>
                    </a:ext>
                  </a:extLst>
                </p14:cNvPr>
                <p14:cNvContentPartPr/>
                <p14:nvPr/>
              </p14:nvContentPartPr>
              <p14:xfrm>
                <a:off x="1474315" y="4282940"/>
                <a:ext cx="634320" cy="972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2713BC-D45E-B7B5-6E65-C3568CDD11E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65315" y="4273940"/>
                  <a:ext cx="651960" cy="9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FAFD785-E10A-24DD-C491-EE009FF9D60A}"/>
                    </a:ext>
                  </a:extLst>
                </p14:cNvPr>
                <p14:cNvContentPartPr/>
                <p14:nvPr/>
              </p14:nvContentPartPr>
              <p14:xfrm>
                <a:off x="2776795" y="4229660"/>
                <a:ext cx="97200" cy="737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FAFD785-E10A-24DD-C491-EE009FF9D6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67795" y="4221020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CADCE60-89E4-DEBF-A5B0-DF9E2C955711}"/>
                    </a:ext>
                  </a:extLst>
                </p14:cNvPr>
                <p14:cNvContentPartPr/>
                <p14:nvPr/>
              </p14:nvContentPartPr>
              <p14:xfrm>
                <a:off x="3422635" y="3917900"/>
                <a:ext cx="608400" cy="945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CADCE60-89E4-DEBF-A5B0-DF9E2C95571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13995" y="3908900"/>
                  <a:ext cx="626040" cy="9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44F9A8F-FB09-929B-1112-C9DAC4EBB44F}"/>
                    </a:ext>
                  </a:extLst>
                </p14:cNvPr>
                <p14:cNvContentPartPr/>
                <p14:nvPr/>
              </p14:nvContentPartPr>
              <p14:xfrm>
                <a:off x="4784155" y="4050740"/>
                <a:ext cx="154800" cy="145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44F9A8F-FB09-929B-1112-C9DAC4EBB44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75155" y="4041740"/>
                  <a:ext cx="172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862B61C-FA7E-74EB-F4A9-F0456818A353}"/>
                    </a:ext>
                  </a:extLst>
                </p14:cNvPr>
                <p14:cNvContentPartPr/>
                <p14:nvPr/>
              </p14:nvContentPartPr>
              <p14:xfrm>
                <a:off x="4952995" y="4431620"/>
                <a:ext cx="270360" cy="155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862B61C-FA7E-74EB-F4A9-F0456818A3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43995" y="4422620"/>
                  <a:ext cx="288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3A2EA51-B276-77E5-16FB-4D3CE36DEFD7}"/>
                    </a:ext>
                  </a:extLst>
                </p14:cNvPr>
                <p14:cNvContentPartPr/>
                <p14:nvPr/>
              </p14:nvContentPartPr>
              <p14:xfrm>
                <a:off x="6624115" y="3770660"/>
                <a:ext cx="636840" cy="790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3A2EA51-B276-77E5-16FB-4D3CE36DEF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15115" y="3761660"/>
                  <a:ext cx="654480" cy="80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724EDC-0065-3B4D-CD18-334D1EF74D7B}"/>
                    </a:ext>
                  </a:extLst>
                </p14:cNvPr>
                <p14:cNvContentPartPr/>
                <p14:nvPr/>
              </p14:nvContentPartPr>
              <p14:xfrm>
                <a:off x="7014715" y="4158020"/>
                <a:ext cx="737280" cy="400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724EDC-0065-3B4D-CD18-334D1EF74D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06075" y="4149380"/>
                  <a:ext cx="7549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B618BD8-A58F-8028-925C-8D2582CBEACA}"/>
                    </a:ext>
                  </a:extLst>
                </p14:cNvPr>
                <p14:cNvContentPartPr/>
                <p14:nvPr/>
              </p14:nvContentPartPr>
              <p14:xfrm>
                <a:off x="623995" y="1719740"/>
                <a:ext cx="10630800" cy="563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B618BD8-A58F-8028-925C-8D2582CBEAC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5355" y="1710740"/>
                  <a:ext cx="1064844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7D5694-7BAB-5EE4-E965-58FAEE89F0A8}"/>
                    </a:ext>
                  </a:extLst>
                </p14:cNvPr>
                <p14:cNvContentPartPr/>
                <p14:nvPr/>
              </p14:nvContentPartPr>
              <p14:xfrm>
                <a:off x="875995" y="3707660"/>
                <a:ext cx="2789280" cy="342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7D5694-7BAB-5EE4-E965-58FAEE89F0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7355" y="3699020"/>
                  <a:ext cx="2806920" cy="36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7E51D36-615F-7A37-D207-87961CCCEF28}"/>
                  </a:ext>
                </a:extLst>
              </p14:cNvPr>
              <p14:cNvContentPartPr/>
              <p14:nvPr/>
            </p14:nvContentPartPr>
            <p14:xfrm>
              <a:off x="1208995" y="5338820"/>
              <a:ext cx="3439440" cy="1350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7E51D36-615F-7A37-D207-87961CCCEF2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99995" y="5329820"/>
                <a:ext cx="3457080" cy="1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399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61F19FB-2E34-BE24-0A94-F6953D32ECDE}"/>
                  </a:ext>
                </a:extLst>
              </p14:cNvPr>
              <p14:cNvContentPartPr/>
              <p14:nvPr/>
            </p14:nvContentPartPr>
            <p14:xfrm>
              <a:off x="3762835" y="1602380"/>
              <a:ext cx="290880" cy="798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61F19FB-2E34-BE24-0A94-F6953D32EC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4195" y="1593380"/>
                <a:ext cx="308520" cy="8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E61C777-4CD3-0F00-DEF4-0CAAF48532D1}"/>
                  </a:ext>
                </a:extLst>
              </p14:cNvPr>
              <p14:cNvContentPartPr/>
              <p14:nvPr/>
            </p14:nvContentPartPr>
            <p14:xfrm>
              <a:off x="2615875" y="3693620"/>
              <a:ext cx="78840" cy="66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E61C777-4CD3-0F00-DEF4-0CAAF48532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7235" y="3684620"/>
                <a:ext cx="964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BCA5EF4-AF6A-9BF7-3E75-5C65AD128075}"/>
                  </a:ext>
                </a:extLst>
              </p14:cNvPr>
              <p14:cNvContentPartPr/>
              <p14:nvPr/>
            </p14:nvContentPartPr>
            <p14:xfrm>
              <a:off x="6514315" y="3976940"/>
              <a:ext cx="122400" cy="7959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BCA5EF4-AF6A-9BF7-3E75-5C65AD1280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5315" y="3967940"/>
                <a:ext cx="140040" cy="8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02CAE91-7D94-23D6-78DE-3DC3084C12DC}"/>
                  </a:ext>
                </a:extLst>
              </p14:cNvPr>
              <p14:cNvContentPartPr/>
              <p14:nvPr/>
            </p14:nvContentPartPr>
            <p14:xfrm>
              <a:off x="7410355" y="3989540"/>
              <a:ext cx="25920" cy="5691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02CAE91-7D94-23D6-78DE-3DC3084C12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01715" y="3980900"/>
                <a:ext cx="4356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B6177DD-4448-CBDF-50AD-6607253F0E1D}"/>
                  </a:ext>
                </a:extLst>
              </p14:cNvPr>
              <p14:cNvContentPartPr/>
              <p14:nvPr/>
            </p14:nvContentPartPr>
            <p14:xfrm>
              <a:off x="9338155" y="3803060"/>
              <a:ext cx="480240" cy="675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B6177DD-4448-CBDF-50AD-6607253F0E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29515" y="3794420"/>
                <a:ext cx="497880" cy="6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DF49CED-2BCF-32E3-6B70-5E17D3A0DBDF}"/>
                  </a:ext>
                </a:extLst>
              </p14:cNvPr>
              <p14:cNvContentPartPr/>
              <p14:nvPr/>
            </p14:nvContentPartPr>
            <p14:xfrm>
              <a:off x="7845595" y="5162060"/>
              <a:ext cx="85680" cy="628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DF49CED-2BCF-32E3-6B70-5E17D3A0DB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36595" y="5153060"/>
                <a:ext cx="10332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5D65F85-E063-B995-5358-60FA6B254AC2}"/>
                  </a:ext>
                </a:extLst>
              </p14:cNvPr>
              <p14:cNvContentPartPr/>
              <p14:nvPr/>
            </p14:nvContentPartPr>
            <p14:xfrm>
              <a:off x="9756835" y="4863620"/>
              <a:ext cx="134640" cy="737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5D65F85-E063-B995-5358-60FA6B254A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47835" y="4854620"/>
                <a:ext cx="152280" cy="75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2FDBB9E-5C50-9372-5D15-775660125494}"/>
                  </a:ext>
                </a:extLst>
              </p14:cNvPr>
              <p14:cNvContentPartPr/>
              <p14:nvPr/>
            </p14:nvContentPartPr>
            <p14:xfrm>
              <a:off x="6293275" y="5412620"/>
              <a:ext cx="381240" cy="5569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2FDBB9E-5C50-9372-5D15-7756601254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84635" y="5403620"/>
                <a:ext cx="39888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6602527-F0FA-9E6C-C09B-749EF704DB3B}"/>
                  </a:ext>
                </a:extLst>
              </p14:cNvPr>
              <p14:cNvContentPartPr/>
              <p14:nvPr/>
            </p14:nvContentPartPr>
            <p14:xfrm>
              <a:off x="5702875" y="5711060"/>
              <a:ext cx="5569920" cy="487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6602527-F0FA-9E6C-C09B-749EF704DB3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93875" y="5702060"/>
                <a:ext cx="558756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15C4B47-6F63-7146-493C-925916373C8F}"/>
                  </a:ext>
                </a:extLst>
              </p14:cNvPr>
              <p14:cNvContentPartPr/>
              <p14:nvPr/>
            </p14:nvContentPartPr>
            <p14:xfrm>
              <a:off x="7313155" y="6260060"/>
              <a:ext cx="351360" cy="3607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15C4B47-6F63-7146-493C-925916373C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04155" y="6251420"/>
                <a:ext cx="36900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728724F-6FAE-A6E4-9DE3-1C841EBA1B59}"/>
                  </a:ext>
                </a:extLst>
              </p14:cNvPr>
              <p14:cNvContentPartPr/>
              <p14:nvPr/>
            </p14:nvContentPartPr>
            <p14:xfrm>
              <a:off x="10023235" y="6059540"/>
              <a:ext cx="215640" cy="4824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728724F-6FAE-A6E4-9DE3-1C841EBA1B5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14595" y="6050900"/>
                <a:ext cx="23328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AC44597-D8D8-D450-7F3C-7F50D1FE1BC1}"/>
                  </a:ext>
                </a:extLst>
              </p14:cNvPr>
              <p14:cNvContentPartPr/>
              <p14:nvPr/>
            </p14:nvContentPartPr>
            <p14:xfrm>
              <a:off x="8439955" y="6101660"/>
              <a:ext cx="153360" cy="498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AC44597-D8D8-D450-7F3C-7F50D1FE1B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31315" y="6093020"/>
                <a:ext cx="17100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8C34A1B-2C44-0AA6-D8B0-5A14453FD5C0}"/>
                  </a:ext>
                </a:extLst>
              </p14:cNvPr>
              <p14:cNvContentPartPr/>
              <p14:nvPr/>
            </p14:nvContentPartPr>
            <p14:xfrm>
              <a:off x="8732995" y="6584780"/>
              <a:ext cx="1554840" cy="80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8C34A1B-2C44-0AA6-D8B0-5A14453FD5C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24355" y="6575780"/>
                <a:ext cx="15724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A9BCCE1-00CA-D8A2-4404-8E691D154401}"/>
                  </a:ext>
                </a:extLst>
              </p14:cNvPr>
              <p14:cNvContentPartPr/>
              <p14:nvPr/>
            </p14:nvContentPartPr>
            <p14:xfrm>
              <a:off x="8552275" y="6656420"/>
              <a:ext cx="43920" cy="252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A9BCCE1-00CA-D8A2-4404-8E691D15440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43275" y="6647420"/>
                <a:ext cx="615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117DA6A-5000-E8DD-2665-59D23802BE6A}"/>
                  </a:ext>
                </a:extLst>
              </p14:cNvPr>
              <p14:cNvContentPartPr/>
              <p14:nvPr/>
            </p14:nvContentPartPr>
            <p14:xfrm>
              <a:off x="8513755" y="6655340"/>
              <a:ext cx="52200" cy="396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117DA6A-5000-E8DD-2665-59D23802BE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04755" y="6646340"/>
                <a:ext cx="698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FAF0DA7-A4BA-2F04-2ECF-1643F5176675}"/>
                  </a:ext>
                </a:extLst>
              </p14:cNvPr>
              <p14:cNvContentPartPr/>
              <p14:nvPr/>
            </p14:nvContentPartPr>
            <p14:xfrm>
              <a:off x="9639835" y="6634460"/>
              <a:ext cx="74880" cy="63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FAF0DA7-A4BA-2F04-2ECF-1643F517667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30835" y="6625820"/>
                <a:ext cx="925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C0AD2FC-1053-0DD8-3E81-C2A00B4C5009}"/>
                  </a:ext>
                </a:extLst>
              </p14:cNvPr>
              <p14:cNvContentPartPr/>
              <p14:nvPr/>
            </p14:nvContentPartPr>
            <p14:xfrm>
              <a:off x="9645955" y="4000700"/>
              <a:ext cx="20880" cy="428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C0AD2FC-1053-0DD8-3E81-C2A00B4C50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36955" y="3992060"/>
                <a:ext cx="385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30443FC-E71A-1585-4820-D5189B4DB274}"/>
                  </a:ext>
                </a:extLst>
              </p14:cNvPr>
              <p14:cNvContentPartPr/>
              <p14:nvPr/>
            </p14:nvContentPartPr>
            <p14:xfrm>
              <a:off x="9783475" y="5550500"/>
              <a:ext cx="10080" cy="327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30443FC-E71A-1585-4820-D5189B4DB27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74475" y="5541500"/>
                <a:ext cx="27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6ACF9E0-8F4A-E654-D96E-33BF2F831ED9}"/>
                  </a:ext>
                </a:extLst>
              </p14:cNvPr>
              <p14:cNvContentPartPr/>
              <p14:nvPr/>
            </p14:nvContentPartPr>
            <p14:xfrm>
              <a:off x="7548955" y="1602380"/>
              <a:ext cx="1463040" cy="1965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6ACF9E0-8F4A-E654-D96E-33BF2F831ED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39955" y="1593380"/>
                <a:ext cx="1480680" cy="19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D885CE-6446-1FF2-1B14-080D07833A1F}"/>
                  </a:ext>
                </a:extLst>
              </p14:cNvPr>
              <p14:cNvContentPartPr/>
              <p14:nvPr/>
            </p14:nvContentPartPr>
            <p14:xfrm>
              <a:off x="10472875" y="6313340"/>
              <a:ext cx="624960" cy="604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D885CE-6446-1FF2-1B14-080D07833A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464235" y="6304700"/>
                <a:ext cx="6426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EB1F6D4-955A-25E2-9EEA-1FE4B5737372}"/>
                  </a:ext>
                </a:extLst>
              </p14:cNvPr>
              <p14:cNvContentPartPr/>
              <p14:nvPr/>
            </p14:nvContentPartPr>
            <p14:xfrm>
              <a:off x="11305195" y="5884940"/>
              <a:ext cx="241560" cy="475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EB1F6D4-955A-25E2-9EEA-1FE4B57373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296195" y="5876300"/>
                <a:ext cx="25920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5310EDB-CA47-B47D-1B63-D529B721064E}"/>
                  </a:ext>
                </a:extLst>
              </p14:cNvPr>
              <p14:cNvContentPartPr/>
              <p14:nvPr/>
            </p14:nvContentPartPr>
            <p14:xfrm>
              <a:off x="11465035" y="5765420"/>
              <a:ext cx="219960" cy="207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5310EDB-CA47-B47D-1B63-D529B72106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456395" y="5756420"/>
                <a:ext cx="237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1469495-DF52-A178-DAFE-EB4F6FEF6B33}"/>
                  </a:ext>
                </a:extLst>
              </p14:cNvPr>
              <p14:cNvContentPartPr/>
              <p14:nvPr/>
            </p14:nvContentPartPr>
            <p14:xfrm>
              <a:off x="9164275" y="6114620"/>
              <a:ext cx="426240" cy="3366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1469495-DF52-A178-DAFE-EB4F6FEF6B3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155635" y="6105980"/>
                <a:ext cx="44388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D33072A-F808-77A3-1410-B966ECCB3E1E}"/>
                  </a:ext>
                </a:extLst>
              </p14:cNvPr>
              <p14:cNvContentPartPr/>
              <p14:nvPr/>
            </p14:nvContentPartPr>
            <p14:xfrm>
              <a:off x="9784195" y="5449700"/>
              <a:ext cx="349200" cy="5508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D33072A-F808-77A3-1410-B966ECCB3E1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775195" y="5440700"/>
                <a:ext cx="36684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4A0F1D-BBCE-5114-2797-B2EB09C4D5BA}"/>
                  </a:ext>
                </a:extLst>
              </p14:cNvPr>
              <p14:cNvContentPartPr/>
              <p14:nvPr/>
            </p14:nvContentPartPr>
            <p14:xfrm>
              <a:off x="2194675" y="383420"/>
              <a:ext cx="291600" cy="861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4A0F1D-BBCE-5114-2797-B2EB09C4D5B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85675" y="374420"/>
                <a:ext cx="309240" cy="87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1658AA-3CA4-6DFB-DD78-B70A42B7BD88}"/>
                  </a:ext>
                </a:extLst>
              </p14:cNvPr>
              <p14:cNvContentPartPr/>
              <p14:nvPr/>
            </p14:nvContentPartPr>
            <p14:xfrm>
              <a:off x="1545235" y="246260"/>
              <a:ext cx="268920" cy="2983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1658AA-3CA4-6DFB-DD78-B70A42B7BD8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36235" y="237260"/>
                <a:ext cx="286560" cy="30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125847-F8B4-E734-B22B-50CC58BF7FE2}"/>
                  </a:ext>
                </a:extLst>
              </p14:cNvPr>
              <p14:cNvContentPartPr/>
              <p14:nvPr/>
            </p14:nvContentPartPr>
            <p14:xfrm>
              <a:off x="3203395" y="401420"/>
              <a:ext cx="273960" cy="266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125847-F8B4-E734-B22B-50CC58BF7F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94395" y="392420"/>
                <a:ext cx="291600" cy="268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E1250D-3785-CEC5-42CE-7D9BADC12A06}"/>
                  </a:ext>
                </a:extLst>
              </p14:cNvPr>
              <p14:cNvContentPartPr/>
              <p14:nvPr/>
            </p14:nvContentPartPr>
            <p14:xfrm>
              <a:off x="132955" y="1123940"/>
              <a:ext cx="4503240" cy="859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E1250D-3785-CEC5-42CE-7D9BADC12A0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3955" y="1114940"/>
                <a:ext cx="4520880" cy="8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00BF7F-30A0-CB3D-5C48-0E34A444C032}"/>
                  </a:ext>
                </a:extLst>
              </p14:cNvPr>
              <p14:cNvContentPartPr/>
              <p14:nvPr/>
            </p14:nvContentPartPr>
            <p14:xfrm>
              <a:off x="762595" y="672500"/>
              <a:ext cx="588960" cy="643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00BF7F-30A0-CB3D-5C48-0E34A444C03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3955" y="663860"/>
                <a:ext cx="60660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8A55E78-36BC-C811-1FFD-0956802BAFDA}"/>
                  </a:ext>
                </a:extLst>
              </p14:cNvPr>
              <p14:cNvContentPartPr/>
              <p14:nvPr/>
            </p14:nvContentPartPr>
            <p14:xfrm>
              <a:off x="2579875" y="1784900"/>
              <a:ext cx="246600" cy="695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8A55E78-36BC-C811-1FFD-0956802BAFD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70875" y="1776260"/>
                <a:ext cx="26424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ABA8D34-F0C3-4CBF-8B57-6D417EDBB7AE}"/>
                  </a:ext>
                </a:extLst>
              </p14:cNvPr>
              <p14:cNvContentPartPr/>
              <p14:nvPr/>
            </p14:nvContentPartPr>
            <p14:xfrm>
              <a:off x="3724315" y="645140"/>
              <a:ext cx="222480" cy="518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ABA8D34-F0C3-4CBF-8B57-6D417EDBB7A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715315" y="636500"/>
                <a:ext cx="24012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4CC0A6-8E67-702B-1212-E1EABC09C259}"/>
                  </a:ext>
                </a:extLst>
              </p14:cNvPr>
              <p14:cNvContentPartPr/>
              <p14:nvPr/>
            </p14:nvContentPartPr>
            <p14:xfrm>
              <a:off x="877795" y="2067860"/>
              <a:ext cx="3675600" cy="1099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4CC0A6-8E67-702B-1212-E1EABC09C25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8795" y="2059220"/>
                <a:ext cx="3693240" cy="11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F387E2-D9B5-1A41-6961-AA34309D77B6}"/>
                  </a:ext>
                </a:extLst>
              </p14:cNvPr>
              <p14:cNvContentPartPr/>
              <p14:nvPr/>
            </p14:nvContentPartPr>
            <p14:xfrm>
              <a:off x="841075" y="2214740"/>
              <a:ext cx="725040" cy="654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F387E2-D9B5-1A41-6961-AA34309D77B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2075" y="2206100"/>
                <a:ext cx="742680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BEF656B-CAF5-7B55-7F04-429E80E2F250}"/>
                  </a:ext>
                </a:extLst>
              </p14:cNvPr>
              <p14:cNvContentPartPr/>
              <p14:nvPr/>
            </p14:nvContentPartPr>
            <p14:xfrm>
              <a:off x="2754835" y="2991620"/>
              <a:ext cx="34200" cy="799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BEF656B-CAF5-7B55-7F04-429E80E2F25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745835" y="2982620"/>
                <a:ext cx="51840" cy="81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EAABB84-0C74-AA21-FC3F-46F1FB4B1F63}"/>
                  </a:ext>
                </a:extLst>
              </p14:cNvPr>
              <p14:cNvContentPartPr/>
              <p14:nvPr/>
            </p14:nvContentPartPr>
            <p14:xfrm>
              <a:off x="4578235" y="4959740"/>
              <a:ext cx="424440" cy="6537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EAABB84-0C74-AA21-FC3F-46F1FB4B1F6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569595" y="4951100"/>
                <a:ext cx="44208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9458C4-142D-5AEA-A549-99BFC6B45805}"/>
                  </a:ext>
                </a:extLst>
              </p14:cNvPr>
              <p14:cNvContentPartPr/>
              <p14:nvPr/>
            </p14:nvContentPartPr>
            <p14:xfrm>
              <a:off x="4805755" y="5076020"/>
              <a:ext cx="48600" cy="721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9458C4-142D-5AEA-A549-99BFC6B4580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796755" y="5067380"/>
                <a:ext cx="66240" cy="73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5E8E7A7-4968-6F5B-BFEC-EEBF3E922B8B}"/>
                  </a:ext>
                </a:extLst>
              </p14:cNvPr>
              <p14:cNvContentPartPr/>
              <p14:nvPr/>
            </p14:nvContentPartPr>
            <p14:xfrm>
              <a:off x="665395" y="4718900"/>
              <a:ext cx="206280" cy="538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5E8E7A7-4968-6F5B-BFEC-EEBF3E922B8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56395" y="4709900"/>
                <a:ext cx="22392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4890AED-5C59-919C-AE7B-48A9C40C5371}"/>
                  </a:ext>
                </a:extLst>
              </p14:cNvPr>
              <p14:cNvContentPartPr/>
              <p14:nvPr/>
            </p14:nvContentPartPr>
            <p14:xfrm>
              <a:off x="981115" y="4766780"/>
              <a:ext cx="470520" cy="189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4890AED-5C59-919C-AE7B-48A9C40C537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72115" y="4758140"/>
                <a:ext cx="4881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C1D3C46-6396-6D34-2717-D0F76764FF0C}"/>
                  </a:ext>
                </a:extLst>
              </p14:cNvPr>
              <p14:cNvContentPartPr/>
              <p14:nvPr/>
            </p14:nvContentPartPr>
            <p14:xfrm>
              <a:off x="1223395" y="4662740"/>
              <a:ext cx="313920" cy="472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C1D3C46-6396-6D34-2717-D0F76764FF0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14395" y="4654100"/>
                <a:ext cx="33156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D5D18BF-6DE1-6ED3-ACBD-27FB6CBFDEDA}"/>
                  </a:ext>
                </a:extLst>
              </p14:cNvPr>
              <p14:cNvContentPartPr/>
              <p14:nvPr/>
            </p14:nvContentPartPr>
            <p14:xfrm>
              <a:off x="1564675" y="4523420"/>
              <a:ext cx="392400" cy="533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D5D18BF-6DE1-6ED3-ACBD-27FB6CBFDED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55675" y="4514420"/>
                <a:ext cx="41004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93DC248-9FB5-E588-338B-519E9C6ED625}"/>
                  </a:ext>
                </a:extLst>
              </p14:cNvPr>
              <p14:cNvContentPartPr/>
              <p14:nvPr/>
            </p14:nvContentPartPr>
            <p14:xfrm>
              <a:off x="1832155" y="4142900"/>
              <a:ext cx="196920" cy="4194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93DC248-9FB5-E588-338B-519E9C6ED62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23515" y="4133900"/>
                <a:ext cx="21456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3AE1DF2-162D-10FB-A12B-53A0903C9C2D}"/>
                  </a:ext>
                </a:extLst>
              </p14:cNvPr>
              <p14:cNvContentPartPr/>
              <p14:nvPr/>
            </p14:nvContentPartPr>
            <p14:xfrm>
              <a:off x="2385835" y="4189700"/>
              <a:ext cx="639360" cy="4248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3AE1DF2-162D-10FB-A12B-53A0903C9C2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376835" y="4180700"/>
                <a:ext cx="65700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4D9B195-E6B6-4A9C-D392-8BCEA8D0B331}"/>
                  </a:ext>
                </a:extLst>
              </p14:cNvPr>
              <p14:cNvContentPartPr/>
              <p14:nvPr/>
            </p14:nvContentPartPr>
            <p14:xfrm>
              <a:off x="2869315" y="4147220"/>
              <a:ext cx="77400" cy="4464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4D9B195-E6B6-4A9C-D392-8BCEA8D0B33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860675" y="4138220"/>
                <a:ext cx="9504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1FF4B05-1904-A06B-D1FA-E160FE43A604}"/>
                  </a:ext>
                </a:extLst>
              </p14:cNvPr>
              <p14:cNvContentPartPr/>
              <p14:nvPr/>
            </p14:nvContentPartPr>
            <p14:xfrm>
              <a:off x="3480595" y="3823580"/>
              <a:ext cx="192240" cy="4575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1FF4B05-1904-A06B-D1FA-E160FE43A60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471595" y="3814580"/>
                <a:ext cx="20988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CC216DC-185C-5A32-9FBE-A0E82B93EA41}"/>
                  </a:ext>
                </a:extLst>
              </p14:cNvPr>
              <p14:cNvContentPartPr/>
              <p14:nvPr/>
            </p14:nvContentPartPr>
            <p14:xfrm>
              <a:off x="3914755" y="3843380"/>
              <a:ext cx="258480" cy="514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CC216DC-185C-5A32-9FBE-A0E82B93EA4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905755" y="3834380"/>
                <a:ext cx="27612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F9D20E7-2E3E-9434-FA88-D194FEDF2A78}"/>
                  </a:ext>
                </a:extLst>
              </p14:cNvPr>
              <p14:cNvContentPartPr/>
              <p14:nvPr/>
            </p14:nvContentPartPr>
            <p14:xfrm>
              <a:off x="3905035" y="3830420"/>
              <a:ext cx="218520" cy="220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F9D20E7-2E3E-9434-FA88-D194FEDF2A7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96035" y="3821420"/>
                <a:ext cx="2361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B12EE6F-2491-0D8C-D672-1AC0B390E862}"/>
                  </a:ext>
                </a:extLst>
              </p14:cNvPr>
              <p14:cNvContentPartPr/>
              <p14:nvPr/>
            </p14:nvContentPartPr>
            <p14:xfrm>
              <a:off x="4275115" y="3322460"/>
              <a:ext cx="407880" cy="4917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B12EE6F-2491-0D8C-D672-1AC0B390E86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266475" y="3313820"/>
                <a:ext cx="42552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E4AE312-7007-86BB-1E64-B76C8CF23886}"/>
                  </a:ext>
                </a:extLst>
              </p14:cNvPr>
              <p14:cNvContentPartPr/>
              <p14:nvPr/>
            </p14:nvContentPartPr>
            <p14:xfrm>
              <a:off x="4651315" y="2832860"/>
              <a:ext cx="240480" cy="2797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E4AE312-7007-86BB-1E64-B76C8CF2388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42675" y="2824220"/>
                <a:ext cx="25812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4FF1CF2-8ACD-80CC-6219-FBB17D06AB41}"/>
                  </a:ext>
                </a:extLst>
              </p14:cNvPr>
              <p14:cNvContentPartPr/>
              <p14:nvPr/>
            </p14:nvContentPartPr>
            <p14:xfrm>
              <a:off x="10251115" y="6429260"/>
              <a:ext cx="2880" cy="68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4FF1CF2-8ACD-80CC-6219-FBB17D06AB4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242475" y="6420620"/>
                <a:ext cx="205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7242696-A8E8-40D6-DF16-76E754C1A61C}"/>
                  </a:ext>
                </a:extLst>
              </p14:cNvPr>
              <p14:cNvContentPartPr/>
              <p14:nvPr/>
            </p14:nvContentPartPr>
            <p14:xfrm>
              <a:off x="3353875" y="3836540"/>
              <a:ext cx="282960" cy="523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7242696-A8E8-40D6-DF16-76E754C1A61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45235" y="3827540"/>
                <a:ext cx="30060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7FBEB87-F2E7-341D-0FB6-C77C6A526EFC}"/>
                  </a:ext>
                </a:extLst>
              </p14:cNvPr>
              <p14:cNvContentPartPr/>
              <p14:nvPr/>
            </p14:nvContentPartPr>
            <p14:xfrm>
              <a:off x="1194235" y="6011660"/>
              <a:ext cx="211320" cy="1782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7FBEB87-F2E7-341D-0FB6-C77C6A526EF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85595" y="6002660"/>
                <a:ext cx="2289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16A08E0-7DFB-D752-A86F-CB586D8A6938}"/>
                  </a:ext>
                </a:extLst>
              </p14:cNvPr>
              <p14:cNvContentPartPr/>
              <p14:nvPr/>
            </p14:nvContentPartPr>
            <p14:xfrm>
              <a:off x="1553875" y="6053780"/>
              <a:ext cx="173880" cy="2606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16A08E0-7DFB-D752-A86F-CB586D8A693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544875" y="6045140"/>
                <a:ext cx="191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674E64E-F356-68DC-1567-104DFD1327B1}"/>
                  </a:ext>
                </a:extLst>
              </p14:cNvPr>
              <p14:cNvContentPartPr/>
              <p14:nvPr/>
            </p14:nvContentPartPr>
            <p14:xfrm>
              <a:off x="1823875" y="5459420"/>
              <a:ext cx="931320" cy="5832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674E64E-F356-68DC-1567-104DFD1327B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815235" y="5450780"/>
                <a:ext cx="94896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DB18D17-E0FA-8FE0-C70A-3649F7863951}"/>
                  </a:ext>
                </a:extLst>
              </p14:cNvPr>
              <p14:cNvContentPartPr/>
              <p14:nvPr/>
            </p14:nvContentPartPr>
            <p14:xfrm>
              <a:off x="2783635" y="5065220"/>
              <a:ext cx="458640" cy="4039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DB18D17-E0FA-8FE0-C70A-3649F786395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774635" y="5056580"/>
                <a:ext cx="47628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87BB2C5-7B96-A8BC-13C8-F0161FAE850C}"/>
                  </a:ext>
                </a:extLst>
              </p14:cNvPr>
              <p14:cNvContentPartPr/>
              <p14:nvPr/>
            </p14:nvContentPartPr>
            <p14:xfrm>
              <a:off x="3081355" y="5090420"/>
              <a:ext cx="138960" cy="3596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87BB2C5-7B96-A8BC-13C8-F0161FAE850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072715" y="5081420"/>
                <a:ext cx="1566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28C2EAD-33A1-0113-1158-74C926F33338}"/>
                  </a:ext>
                </a:extLst>
              </p14:cNvPr>
              <p14:cNvContentPartPr/>
              <p14:nvPr/>
            </p14:nvContentPartPr>
            <p14:xfrm>
              <a:off x="3577795" y="4828340"/>
              <a:ext cx="311760" cy="3078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28C2EAD-33A1-0113-1158-74C926F3333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69155" y="4819700"/>
                <a:ext cx="3294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91C4D68-ECF1-19B1-C69A-C3FE00C17083}"/>
                  </a:ext>
                </a:extLst>
              </p14:cNvPr>
              <p14:cNvContentPartPr/>
              <p14:nvPr/>
            </p14:nvContentPartPr>
            <p14:xfrm>
              <a:off x="4219675" y="4491380"/>
              <a:ext cx="218520" cy="590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91C4D68-ECF1-19B1-C69A-C3FE00C1708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211035" y="4482380"/>
                <a:ext cx="23616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E155851-E172-A14A-E4E6-F3D983309491}"/>
                  </a:ext>
                </a:extLst>
              </p14:cNvPr>
              <p14:cNvContentPartPr/>
              <p14:nvPr/>
            </p14:nvContentPartPr>
            <p14:xfrm>
              <a:off x="4533235" y="4702700"/>
              <a:ext cx="107640" cy="936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E155851-E172-A14A-E4E6-F3D98330949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524235" y="4694060"/>
                <a:ext cx="1252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3AACE61-1277-5E14-EFB0-4258B1175237}"/>
                  </a:ext>
                </a:extLst>
              </p14:cNvPr>
              <p14:cNvContentPartPr/>
              <p14:nvPr/>
            </p14:nvContentPartPr>
            <p14:xfrm>
              <a:off x="5049475" y="4001780"/>
              <a:ext cx="409680" cy="4669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3AACE61-1277-5E14-EFB0-4258B117523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40475" y="3993140"/>
                <a:ext cx="42732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1239D2C-405A-627B-4B7D-4120719E7BB0}"/>
                  </a:ext>
                </a:extLst>
              </p14:cNvPr>
              <p14:cNvContentPartPr/>
              <p14:nvPr/>
            </p14:nvContentPartPr>
            <p14:xfrm>
              <a:off x="5792155" y="3943100"/>
              <a:ext cx="41400" cy="130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1239D2C-405A-627B-4B7D-4120719E7BB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783155" y="3934460"/>
                <a:ext cx="5904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39F7A4C-61E6-A324-DF39-0BB730410209}"/>
                  </a:ext>
                </a:extLst>
              </p14:cNvPr>
              <p14:cNvContentPartPr/>
              <p14:nvPr/>
            </p14:nvContentPartPr>
            <p14:xfrm>
              <a:off x="4827355" y="3836180"/>
              <a:ext cx="1139760" cy="8024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39F7A4C-61E6-A324-DF39-0BB73041020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818715" y="3827180"/>
                <a:ext cx="1157400" cy="8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E60BC9F-FE2F-F9C6-DE97-D15193B0B641}"/>
                  </a:ext>
                </a:extLst>
              </p14:cNvPr>
              <p14:cNvContentPartPr/>
              <p14:nvPr/>
            </p14:nvContentPartPr>
            <p14:xfrm>
              <a:off x="5526835" y="4256660"/>
              <a:ext cx="73800" cy="406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E60BC9F-FE2F-F9C6-DE97-D15193B0B64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17835" y="4248020"/>
                <a:ext cx="914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3517055-4F7E-D832-5C46-A17CF0578704}"/>
                  </a:ext>
                </a:extLst>
              </p14:cNvPr>
              <p14:cNvContentPartPr/>
              <p14:nvPr/>
            </p14:nvContentPartPr>
            <p14:xfrm>
              <a:off x="4489675" y="5693780"/>
              <a:ext cx="1453320" cy="6717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3517055-4F7E-D832-5C46-A17CF057870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481035" y="5684780"/>
                <a:ext cx="147096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DEF55DC-B166-89C1-F2FD-9D12601214A6}"/>
                  </a:ext>
                </a:extLst>
              </p14:cNvPr>
              <p14:cNvContentPartPr/>
              <p14:nvPr/>
            </p14:nvContentPartPr>
            <p14:xfrm>
              <a:off x="4291675" y="5724020"/>
              <a:ext cx="1225800" cy="5428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DEF55DC-B166-89C1-F2FD-9D12601214A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282675" y="5715380"/>
                <a:ext cx="124344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D6EA908-CFA6-AC6F-523E-2DD307D27350}"/>
                  </a:ext>
                </a:extLst>
              </p14:cNvPr>
              <p14:cNvContentPartPr/>
              <p14:nvPr/>
            </p14:nvContentPartPr>
            <p14:xfrm>
              <a:off x="5090155" y="5875940"/>
              <a:ext cx="1038600" cy="4366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D6EA908-CFA6-AC6F-523E-2DD307D2735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081515" y="5867300"/>
                <a:ext cx="1056240" cy="45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7A3446E-3A6C-D2B9-F487-1920482EFEE3}"/>
              </a:ext>
            </a:extLst>
          </p:cNvPr>
          <p:cNvGrpSpPr/>
          <p:nvPr/>
        </p:nvGrpSpPr>
        <p:grpSpPr>
          <a:xfrm>
            <a:off x="5811235" y="231860"/>
            <a:ext cx="5577480" cy="2582640"/>
            <a:chOff x="5811235" y="231860"/>
            <a:chExt cx="5577480" cy="258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1CD447-BFAD-ED24-4A82-A1D06160EB52}"/>
                    </a:ext>
                  </a:extLst>
                </p14:cNvPr>
                <p14:cNvContentPartPr/>
                <p14:nvPr/>
              </p14:nvContentPartPr>
              <p14:xfrm>
                <a:off x="8080675" y="381260"/>
                <a:ext cx="439200" cy="810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1CD447-BFAD-ED24-4A82-A1D06160EB5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72035" y="372620"/>
                  <a:ext cx="45684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01F777-B97D-2EC6-4458-E46286E824E0}"/>
                    </a:ext>
                  </a:extLst>
                </p14:cNvPr>
                <p14:cNvContentPartPr/>
                <p14:nvPr/>
              </p14:nvContentPartPr>
              <p14:xfrm>
                <a:off x="7435915" y="231860"/>
                <a:ext cx="543600" cy="2582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01F777-B97D-2EC6-4458-E46286E824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26915" y="223220"/>
                  <a:ext cx="561240" cy="26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F3EB66-2A34-D406-22C5-734A4180EC24}"/>
                    </a:ext>
                  </a:extLst>
                </p14:cNvPr>
                <p14:cNvContentPartPr/>
                <p14:nvPr/>
              </p14:nvContentPartPr>
              <p14:xfrm>
                <a:off x="8717515" y="289100"/>
                <a:ext cx="554400" cy="2356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F3EB66-2A34-D406-22C5-734A4180EC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08515" y="280460"/>
                  <a:ext cx="572040" cy="23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3773620-275C-4D7C-EEE5-6057972DEFD4}"/>
                    </a:ext>
                  </a:extLst>
                </p14:cNvPr>
                <p14:cNvContentPartPr/>
                <p14:nvPr/>
              </p14:nvContentPartPr>
              <p14:xfrm>
                <a:off x="5811235" y="1692380"/>
                <a:ext cx="3940200" cy="298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3773620-275C-4D7C-EEE5-6057972DEFD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02595" y="1683740"/>
                  <a:ext cx="39578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99184D8-468A-83C1-3EAD-3F70AEC35EB1}"/>
                    </a:ext>
                  </a:extLst>
                </p14:cNvPr>
                <p14:cNvContentPartPr/>
                <p14:nvPr/>
              </p14:nvContentPartPr>
              <p14:xfrm>
                <a:off x="6853075" y="718220"/>
                <a:ext cx="762480" cy="555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99184D8-468A-83C1-3EAD-3F70AEC35E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44435" y="709580"/>
                  <a:ext cx="78012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7CCE5B2-93E5-9FB4-B122-1F31769776FF}"/>
                    </a:ext>
                  </a:extLst>
                </p14:cNvPr>
                <p14:cNvContentPartPr/>
                <p14:nvPr/>
              </p14:nvContentPartPr>
              <p14:xfrm>
                <a:off x="8215675" y="2229500"/>
                <a:ext cx="79560" cy="51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7CCE5B2-93E5-9FB4-B122-1F31769776F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07035" y="2220860"/>
                  <a:ext cx="9720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79D54A-F9C9-E059-7FCB-08C976D0A49A}"/>
                    </a:ext>
                  </a:extLst>
                </p14:cNvPr>
                <p14:cNvContentPartPr/>
                <p14:nvPr/>
              </p14:nvContentPartPr>
              <p14:xfrm>
                <a:off x="9808675" y="723260"/>
                <a:ext cx="208800" cy="66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79D54A-F9C9-E059-7FCB-08C976D0A4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799675" y="714620"/>
                  <a:ext cx="22644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A976AA3-5358-3DA0-445D-086650415818}"/>
                    </a:ext>
                  </a:extLst>
                </p14:cNvPr>
                <p14:cNvContentPartPr/>
                <p14:nvPr/>
              </p14:nvContentPartPr>
              <p14:xfrm>
                <a:off x="9600235" y="1617500"/>
                <a:ext cx="329760" cy="651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A976AA3-5358-3DA0-445D-08665041581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91595" y="1608860"/>
                  <a:ext cx="34740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C5B62B1-9EC3-7D6A-A3D3-5BD330BACF24}"/>
                    </a:ext>
                  </a:extLst>
                </p14:cNvPr>
                <p14:cNvContentPartPr/>
                <p14:nvPr/>
              </p14:nvContentPartPr>
              <p14:xfrm>
                <a:off x="10136995" y="1431020"/>
                <a:ext cx="494640" cy="385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C5B62B1-9EC3-7D6A-A3D3-5BD330BACF2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127995" y="1422020"/>
                  <a:ext cx="5122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6819B19-436C-F40C-7128-582660DAA3F8}"/>
                    </a:ext>
                  </a:extLst>
                </p14:cNvPr>
                <p14:cNvContentPartPr/>
                <p14:nvPr/>
              </p14:nvContentPartPr>
              <p14:xfrm>
                <a:off x="10610395" y="1645940"/>
                <a:ext cx="43920" cy="117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6819B19-436C-F40C-7128-582660DAA3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01755" y="1636940"/>
                  <a:ext cx="61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D6A04BD-6274-7777-1682-451BD92D0B39}"/>
                    </a:ext>
                  </a:extLst>
                </p14:cNvPr>
                <p14:cNvContentPartPr/>
                <p14:nvPr/>
              </p14:nvContentPartPr>
              <p14:xfrm>
                <a:off x="11048155" y="916220"/>
                <a:ext cx="326520" cy="1013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D6A04BD-6274-7777-1682-451BD92D0B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039515" y="907220"/>
                  <a:ext cx="344160" cy="10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4A2E174-A79E-131D-D7BE-56C305203CC3}"/>
                    </a:ext>
                  </a:extLst>
                </p14:cNvPr>
                <p14:cNvContentPartPr/>
                <p14:nvPr/>
              </p14:nvContentPartPr>
              <p14:xfrm>
                <a:off x="9659275" y="2273060"/>
                <a:ext cx="1729440" cy="429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4A2E174-A79E-131D-D7BE-56C305203CC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650275" y="2264060"/>
                  <a:ext cx="1747080" cy="44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9400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58AD6D1-4EAC-FC03-3B8D-0FB1CA2BB8AF}"/>
              </a:ext>
            </a:extLst>
          </p:cNvPr>
          <p:cNvGrpSpPr/>
          <p:nvPr/>
        </p:nvGrpSpPr>
        <p:grpSpPr>
          <a:xfrm>
            <a:off x="827035" y="344180"/>
            <a:ext cx="1898640" cy="864360"/>
            <a:chOff x="827035" y="344180"/>
            <a:chExt cx="1898640" cy="86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0D2AFC6-3CAB-0ECE-5931-086B423E7FF9}"/>
                    </a:ext>
                  </a:extLst>
                </p14:cNvPr>
                <p14:cNvContentPartPr/>
                <p14:nvPr/>
              </p14:nvContentPartPr>
              <p14:xfrm>
                <a:off x="827035" y="447140"/>
                <a:ext cx="420840" cy="754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0D2AFC6-3CAB-0ECE-5931-086B423E7F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395" y="438500"/>
                  <a:ext cx="43848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A36B4B1-9347-07D1-90ED-89F75F2668F1}"/>
                    </a:ext>
                  </a:extLst>
                </p14:cNvPr>
                <p14:cNvContentPartPr/>
                <p14:nvPr/>
              </p14:nvContentPartPr>
              <p14:xfrm>
                <a:off x="1701115" y="347780"/>
                <a:ext cx="52200" cy="858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A36B4B1-9347-07D1-90ED-89F75F2668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92115" y="339140"/>
                  <a:ext cx="69840" cy="87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B10A03-1C5D-B7A4-5C20-16AB370E586A}"/>
                    </a:ext>
                  </a:extLst>
                </p14:cNvPr>
                <p14:cNvContentPartPr/>
                <p14:nvPr/>
              </p14:nvContentPartPr>
              <p14:xfrm>
                <a:off x="2175955" y="344180"/>
                <a:ext cx="549720" cy="864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B10A03-1C5D-B7A4-5C20-16AB370E58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66955" y="335540"/>
                  <a:ext cx="567360" cy="88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210AB1-DF5C-3550-9C5A-6971D90DC899}"/>
                  </a:ext>
                </a:extLst>
              </p14:cNvPr>
              <p14:cNvContentPartPr/>
              <p14:nvPr/>
            </p14:nvContentPartPr>
            <p14:xfrm>
              <a:off x="5976115" y="753860"/>
              <a:ext cx="131040" cy="693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210AB1-DF5C-3550-9C5A-6971D90DC8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67475" y="744860"/>
                <a:ext cx="148680" cy="71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7261763-7159-6226-D1D4-13F77C8A1C72}"/>
                  </a:ext>
                </a:extLst>
              </p14:cNvPr>
              <p14:cNvContentPartPr/>
              <p14:nvPr/>
            </p14:nvContentPartPr>
            <p14:xfrm>
              <a:off x="6530515" y="863300"/>
              <a:ext cx="86760" cy="604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7261763-7159-6226-D1D4-13F77C8A1C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21515" y="854660"/>
                <a:ext cx="10440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821CCB-7ED1-A1EE-854D-3F26DD8FDF6B}"/>
                  </a:ext>
                </a:extLst>
              </p14:cNvPr>
              <p14:cNvContentPartPr/>
              <p14:nvPr/>
            </p14:nvContentPartPr>
            <p14:xfrm>
              <a:off x="7416475" y="708500"/>
              <a:ext cx="535680" cy="636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821CCB-7ED1-A1EE-854D-3F26DD8FDF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07475" y="699500"/>
                <a:ext cx="553320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13035FC-D82B-A533-447D-B146A83FDECD}"/>
                  </a:ext>
                </a:extLst>
              </p14:cNvPr>
              <p14:cNvContentPartPr/>
              <p14:nvPr/>
            </p14:nvContentPartPr>
            <p14:xfrm>
              <a:off x="7599715" y="885980"/>
              <a:ext cx="59400" cy="504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13035FC-D82B-A533-447D-B146A83FDE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90715" y="877340"/>
                <a:ext cx="7704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66CFD86F-0118-4A5C-639E-1EC83D6454D9}"/>
              </a:ext>
            </a:extLst>
          </p:cNvPr>
          <p:cNvGrpSpPr/>
          <p:nvPr/>
        </p:nvGrpSpPr>
        <p:grpSpPr>
          <a:xfrm>
            <a:off x="109915" y="1825940"/>
            <a:ext cx="10888920" cy="4931640"/>
            <a:chOff x="109915" y="1825940"/>
            <a:chExt cx="10888920" cy="49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0547A8-E75F-6423-56A3-8A69561B1CA4}"/>
                    </a:ext>
                  </a:extLst>
                </p14:cNvPr>
                <p14:cNvContentPartPr/>
                <p14:nvPr/>
              </p14:nvContentPartPr>
              <p14:xfrm>
                <a:off x="7873315" y="1825940"/>
                <a:ext cx="346320" cy="881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0547A8-E75F-6423-56A3-8A69561B1CA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64315" y="1816940"/>
                  <a:ext cx="363960" cy="89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24C689-012F-899F-2903-F69B1843DD7F}"/>
                    </a:ext>
                  </a:extLst>
                </p14:cNvPr>
                <p14:cNvContentPartPr/>
                <p14:nvPr/>
              </p14:nvContentPartPr>
              <p14:xfrm>
                <a:off x="6823555" y="1891820"/>
                <a:ext cx="155160" cy="76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24C689-012F-899F-2903-F69B1843DD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14915" y="1882820"/>
                  <a:ext cx="17280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71A150-13AF-92A5-4FDB-36F0AFD1B19C}"/>
                    </a:ext>
                  </a:extLst>
                </p14:cNvPr>
                <p14:cNvContentPartPr/>
                <p14:nvPr/>
              </p14:nvContentPartPr>
              <p14:xfrm>
                <a:off x="5492995" y="1870580"/>
                <a:ext cx="486360" cy="71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71A150-13AF-92A5-4FDB-36F0AFD1B1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84355" y="1861580"/>
                  <a:ext cx="50400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2EFDEB-35B7-CD5A-F787-2F4F9889D75C}"/>
                    </a:ext>
                  </a:extLst>
                </p14:cNvPr>
                <p14:cNvContentPartPr/>
                <p14:nvPr/>
              </p14:nvContentPartPr>
              <p14:xfrm>
                <a:off x="3240475" y="3139220"/>
                <a:ext cx="5931000" cy="426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2EFDEB-35B7-CD5A-F787-2F4F9889D7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1835" y="3130220"/>
                  <a:ext cx="59486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0C3C94-7D74-7685-2A15-845AC9559BBC}"/>
                    </a:ext>
                  </a:extLst>
                </p14:cNvPr>
                <p14:cNvContentPartPr/>
                <p14:nvPr/>
              </p14:nvContentPartPr>
              <p14:xfrm>
                <a:off x="8496835" y="3987380"/>
                <a:ext cx="261000" cy="86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0C3C94-7D74-7685-2A15-845AC9559B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87835" y="3978740"/>
                  <a:ext cx="27864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8E0BB6-7FE9-4D14-B43C-F2BFB25FF0EE}"/>
                    </a:ext>
                  </a:extLst>
                </p14:cNvPr>
                <p14:cNvContentPartPr/>
                <p14:nvPr/>
              </p14:nvContentPartPr>
              <p14:xfrm>
                <a:off x="7012195" y="3893420"/>
                <a:ext cx="144000" cy="714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8E0BB6-7FE9-4D14-B43C-F2BFB25FF0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03555" y="3884420"/>
                  <a:ext cx="16164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6A3479-FCA7-6414-E56D-49DF868D288D}"/>
                    </a:ext>
                  </a:extLst>
                </p14:cNvPr>
                <p14:cNvContentPartPr/>
                <p14:nvPr/>
              </p14:nvContentPartPr>
              <p14:xfrm>
                <a:off x="5543755" y="4025180"/>
                <a:ext cx="90720" cy="767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6A3479-FCA7-6414-E56D-49DF868D28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34755" y="4016540"/>
                  <a:ext cx="108360" cy="78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DF9477-8D6D-CB5A-8D26-3F07BCB86E86}"/>
                    </a:ext>
                  </a:extLst>
                </p14:cNvPr>
                <p14:cNvContentPartPr/>
                <p14:nvPr/>
              </p14:nvContentPartPr>
              <p14:xfrm>
                <a:off x="3692995" y="5599100"/>
                <a:ext cx="5812200" cy="331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DF9477-8D6D-CB5A-8D26-3F07BCB86E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83995" y="5590460"/>
                  <a:ext cx="58298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65497E-2DB2-69C1-08A9-1054A2FE68DA}"/>
                    </a:ext>
                  </a:extLst>
                </p14:cNvPr>
                <p14:cNvContentPartPr/>
                <p14:nvPr/>
              </p14:nvContentPartPr>
              <p14:xfrm>
                <a:off x="8552635" y="4893140"/>
                <a:ext cx="1555560" cy="474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65497E-2DB2-69C1-08A9-1054A2FE68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43995" y="4884140"/>
                  <a:ext cx="157320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A4C6571-6A8D-B26B-3C17-881E85082858}"/>
                    </a:ext>
                  </a:extLst>
                </p14:cNvPr>
                <p14:cNvContentPartPr/>
                <p14:nvPr/>
              </p14:nvContentPartPr>
              <p14:xfrm>
                <a:off x="10286755" y="4534580"/>
                <a:ext cx="501480" cy="621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A4C6571-6A8D-B26B-3C17-881E8508285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77755" y="4525940"/>
                  <a:ext cx="51912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A5DDAA-0CD7-9A20-2F4D-E4A6C2A00B46}"/>
                    </a:ext>
                  </a:extLst>
                </p14:cNvPr>
                <p14:cNvContentPartPr/>
                <p14:nvPr/>
              </p14:nvContentPartPr>
              <p14:xfrm>
                <a:off x="10760515" y="4099340"/>
                <a:ext cx="238320" cy="316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A5DDAA-0CD7-9A20-2F4D-E4A6C2A00B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51875" y="4090700"/>
                  <a:ext cx="2559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FD8118-B02A-9F57-D44E-21820F268B78}"/>
                    </a:ext>
                  </a:extLst>
                </p14:cNvPr>
                <p14:cNvContentPartPr/>
                <p14:nvPr/>
              </p14:nvContentPartPr>
              <p14:xfrm>
                <a:off x="6999235" y="4822220"/>
                <a:ext cx="295560" cy="625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FD8118-B02A-9F57-D44E-21820F268B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595" y="4813220"/>
                  <a:ext cx="31320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E4A739-30BC-2319-F47D-3B3CBA24B953}"/>
                    </a:ext>
                  </a:extLst>
                </p14:cNvPr>
                <p14:cNvContentPartPr/>
                <p14:nvPr/>
              </p14:nvContentPartPr>
              <p14:xfrm>
                <a:off x="7522315" y="4460780"/>
                <a:ext cx="81000" cy="387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E4A739-30BC-2319-F47D-3B3CBA24B95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13675" y="4452140"/>
                  <a:ext cx="986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0076258-5BE3-77B8-DFBF-3BCFBC41D3CC}"/>
                    </a:ext>
                  </a:extLst>
                </p14:cNvPr>
                <p14:cNvContentPartPr/>
                <p14:nvPr/>
              </p14:nvContentPartPr>
              <p14:xfrm>
                <a:off x="5284915" y="5090780"/>
                <a:ext cx="420840" cy="577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0076258-5BE3-77B8-DFBF-3BCFBC41D3C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75915" y="5082140"/>
                  <a:ext cx="43848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7BD7178-6602-0C25-E291-C1DDAF623C0C}"/>
                    </a:ext>
                  </a:extLst>
                </p14:cNvPr>
                <p14:cNvContentPartPr/>
                <p14:nvPr/>
              </p14:nvContentPartPr>
              <p14:xfrm>
                <a:off x="5857675" y="5331260"/>
                <a:ext cx="244800" cy="405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7BD7178-6602-0C25-E291-C1DDAF623C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49035" y="5322260"/>
                  <a:ext cx="2624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73CE1A-EFF2-5314-FA21-D20863D065EC}"/>
                    </a:ext>
                  </a:extLst>
                </p14:cNvPr>
                <p14:cNvContentPartPr/>
                <p14:nvPr/>
              </p14:nvContentPartPr>
              <p14:xfrm>
                <a:off x="5982595" y="5009420"/>
                <a:ext cx="252360" cy="215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73CE1A-EFF2-5314-FA21-D20863D065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73955" y="5000780"/>
                  <a:ext cx="270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84D24E-BBAE-D2E5-09BC-86C1DC251A2A}"/>
                    </a:ext>
                  </a:extLst>
                </p14:cNvPr>
                <p14:cNvContentPartPr/>
                <p14:nvPr/>
              </p14:nvContentPartPr>
              <p14:xfrm>
                <a:off x="5787115" y="5704580"/>
                <a:ext cx="77400" cy="46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84D24E-BBAE-D2E5-09BC-86C1DC251A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78475" y="5695580"/>
                  <a:ext cx="95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D5AF062-6F9C-2C87-510D-F88273FB5E3A}"/>
                    </a:ext>
                  </a:extLst>
                </p14:cNvPr>
                <p14:cNvContentPartPr/>
                <p14:nvPr/>
              </p14:nvContentPartPr>
              <p14:xfrm>
                <a:off x="6146755" y="5268260"/>
                <a:ext cx="30600" cy="120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D5AF062-6F9C-2C87-510D-F88273FB5E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37755" y="5259260"/>
                  <a:ext cx="48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C1CDCD-1903-8C4D-FDB7-3ACBD412ABEF}"/>
                    </a:ext>
                  </a:extLst>
                </p14:cNvPr>
                <p14:cNvContentPartPr/>
                <p14:nvPr/>
              </p14:nvContentPartPr>
              <p14:xfrm>
                <a:off x="7307755" y="5377700"/>
                <a:ext cx="23400" cy="50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C1CDCD-1903-8C4D-FDB7-3ACBD412ABE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99115" y="5369060"/>
                  <a:ext cx="41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CD6A4D9-F25F-EEC7-710D-4A7783E4EB3D}"/>
                    </a:ext>
                  </a:extLst>
                </p14:cNvPr>
                <p14:cNvContentPartPr/>
                <p14:nvPr/>
              </p14:nvContentPartPr>
              <p14:xfrm>
                <a:off x="7079875" y="5568860"/>
                <a:ext cx="3960" cy="10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CD6A4D9-F25F-EEC7-710D-4A7783E4EB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71235" y="5559860"/>
                  <a:ext cx="21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D19294-C223-2216-B397-71479866FAC1}"/>
                    </a:ext>
                  </a:extLst>
                </p14:cNvPr>
                <p14:cNvContentPartPr/>
                <p14:nvPr/>
              </p14:nvContentPartPr>
              <p14:xfrm>
                <a:off x="679075" y="3263780"/>
                <a:ext cx="500760" cy="675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D19294-C223-2216-B397-71479866FA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0435" y="3254780"/>
                  <a:ext cx="51840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1141CB1-6C1F-5ED4-D742-4337F4F5F6A3}"/>
                    </a:ext>
                  </a:extLst>
                </p14:cNvPr>
                <p14:cNvContentPartPr/>
                <p14:nvPr/>
              </p14:nvContentPartPr>
              <p14:xfrm>
                <a:off x="1577635" y="3033740"/>
                <a:ext cx="66960" cy="521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1141CB1-6C1F-5ED4-D742-4337F4F5F6A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68995" y="3025100"/>
                  <a:ext cx="846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F55048-C445-3EAA-2C0B-A5F361E49A22}"/>
                    </a:ext>
                  </a:extLst>
                </p14:cNvPr>
                <p14:cNvContentPartPr/>
                <p14:nvPr/>
              </p14:nvContentPartPr>
              <p14:xfrm>
                <a:off x="1330675" y="3155420"/>
                <a:ext cx="465840" cy="164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F55048-C445-3EAA-2C0B-A5F361E49A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21675" y="3146420"/>
                  <a:ext cx="483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540EA2-5D19-9D2D-28BC-2D5E1409F55D}"/>
                    </a:ext>
                  </a:extLst>
                </p14:cNvPr>
                <p14:cNvContentPartPr/>
                <p14:nvPr/>
              </p14:nvContentPartPr>
              <p14:xfrm>
                <a:off x="2316715" y="2801540"/>
                <a:ext cx="25920" cy="382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540EA2-5D19-9D2D-28BC-2D5E1409F55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08075" y="2792540"/>
                  <a:ext cx="435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5D8D38-3EBA-CB05-D171-FCCD9E640352}"/>
                    </a:ext>
                  </a:extLst>
                </p14:cNvPr>
                <p14:cNvContentPartPr/>
                <p14:nvPr/>
              </p14:nvContentPartPr>
              <p14:xfrm>
                <a:off x="2881195" y="2436860"/>
                <a:ext cx="79920" cy="559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5D8D38-3EBA-CB05-D171-FCCD9E64035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72555" y="2428220"/>
                  <a:ext cx="9756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3DF67B-C718-0367-8C37-1E5871B8E744}"/>
                    </a:ext>
                  </a:extLst>
                </p14:cNvPr>
                <p14:cNvContentPartPr/>
                <p14:nvPr/>
              </p14:nvContentPartPr>
              <p14:xfrm>
                <a:off x="2701555" y="2612540"/>
                <a:ext cx="408960" cy="162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3DF67B-C718-0367-8C37-1E5871B8E74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92915" y="2603900"/>
                  <a:ext cx="426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38936DA-02BE-BA47-9BAD-95C9E93E5573}"/>
                    </a:ext>
                  </a:extLst>
                </p14:cNvPr>
                <p14:cNvContentPartPr/>
                <p14:nvPr/>
              </p14:nvContentPartPr>
              <p14:xfrm>
                <a:off x="3563755" y="2232380"/>
                <a:ext cx="57960" cy="676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38936DA-02BE-BA47-9BAD-95C9E93E55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55115" y="2223740"/>
                  <a:ext cx="7560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2D3447-E3A5-D548-55AB-7DEFF61C8D74}"/>
                    </a:ext>
                  </a:extLst>
                </p14:cNvPr>
                <p14:cNvContentPartPr/>
                <p14:nvPr/>
              </p14:nvContentPartPr>
              <p14:xfrm>
                <a:off x="933595" y="3467900"/>
                <a:ext cx="3344400" cy="953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2D3447-E3A5-D548-55AB-7DEFF61C8D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4595" y="3458900"/>
                  <a:ext cx="3362040" cy="9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F9616E-590E-977F-30E7-592A032FE085}"/>
                    </a:ext>
                  </a:extLst>
                </p14:cNvPr>
                <p14:cNvContentPartPr/>
                <p14:nvPr/>
              </p14:nvContentPartPr>
              <p14:xfrm>
                <a:off x="2003875" y="2700380"/>
                <a:ext cx="558360" cy="577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F9616E-590E-977F-30E7-592A032FE0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94875" y="2691380"/>
                  <a:ext cx="57600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F0DBAB-5440-1ACC-7772-8878AE630A97}"/>
                    </a:ext>
                  </a:extLst>
                </p14:cNvPr>
                <p14:cNvContentPartPr/>
                <p14:nvPr/>
              </p14:nvContentPartPr>
              <p14:xfrm>
                <a:off x="860515" y="3183140"/>
                <a:ext cx="3709440" cy="1025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F0DBAB-5440-1ACC-7772-8878AE630A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1515" y="3174500"/>
                  <a:ext cx="3727080" cy="10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288CB14-19EB-8185-9330-A7CF5C9C8823}"/>
                    </a:ext>
                  </a:extLst>
                </p14:cNvPr>
                <p14:cNvContentPartPr/>
                <p14:nvPr/>
              </p14:nvContentPartPr>
              <p14:xfrm>
                <a:off x="714715" y="2853740"/>
                <a:ext cx="78480" cy="1452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88CB14-19EB-8185-9330-A7CF5C9C88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6075" y="2844740"/>
                  <a:ext cx="96120" cy="14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1FFDDB-4526-03B3-6C5C-738EEA09BD5E}"/>
                    </a:ext>
                  </a:extLst>
                </p14:cNvPr>
                <p14:cNvContentPartPr/>
                <p14:nvPr/>
              </p14:nvContentPartPr>
              <p14:xfrm>
                <a:off x="685555" y="1831340"/>
                <a:ext cx="3440160" cy="2379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1FFDDB-4526-03B3-6C5C-738EEA09BD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6555" y="1822700"/>
                  <a:ext cx="3457800" cy="23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CA28074-6C9D-5FC5-5812-EC6B4052ADB9}"/>
                    </a:ext>
                  </a:extLst>
                </p14:cNvPr>
                <p14:cNvContentPartPr/>
                <p14:nvPr/>
              </p14:nvContentPartPr>
              <p14:xfrm>
                <a:off x="7271755" y="4251260"/>
                <a:ext cx="14760" cy="129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CA28074-6C9D-5FC5-5812-EC6B4052AD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62755" y="4242620"/>
                  <a:ext cx="32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F181F7-74C7-46C1-A7A6-C6D4F00C7EA2}"/>
                    </a:ext>
                  </a:extLst>
                </p14:cNvPr>
                <p14:cNvContentPartPr/>
                <p14:nvPr/>
              </p14:nvContentPartPr>
              <p14:xfrm>
                <a:off x="7141075" y="5706740"/>
                <a:ext cx="54720" cy="114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F181F7-74C7-46C1-A7A6-C6D4F00C7E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32075" y="5697740"/>
                  <a:ext cx="72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5DBDA9B-1311-FAEC-48D9-ADBDDFB0D4C4}"/>
                    </a:ext>
                  </a:extLst>
                </p14:cNvPr>
                <p14:cNvContentPartPr/>
                <p14:nvPr/>
              </p14:nvContentPartPr>
              <p14:xfrm>
                <a:off x="602395" y="5589020"/>
                <a:ext cx="380160" cy="578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5DBDA9B-1311-FAEC-48D9-ADBDDFB0D4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3395" y="5580020"/>
                  <a:ext cx="3978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F6F34C-BF6E-C0D9-A410-DAD1F56A97DA}"/>
                    </a:ext>
                  </a:extLst>
                </p14:cNvPr>
                <p14:cNvContentPartPr/>
                <p14:nvPr/>
              </p14:nvContentPartPr>
              <p14:xfrm>
                <a:off x="933235" y="5130020"/>
                <a:ext cx="254160" cy="342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F6F34C-BF6E-C0D9-A410-DAD1F56A97D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4595" y="5121380"/>
                  <a:ext cx="2718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1A4F9E1-9E01-55DC-1A1D-9A43F0D37AC0}"/>
                    </a:ext>
                  </a:extLst>
                </p14:cNvPr>
                <p14:cNvContentPartPr/>
                <p14:nvPr/>
              </p14:nvContentPartPr>
              <p14:xfrm>
                <a:off x="1284955" y="5589380"/>
                <a:ext cx="405360" cy="20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1A4F9E1-9E01-55DC-1A1D-9A43F0D37AC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75955" y="5580740"/>
                  <a:ext cx="423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86D94DF-B9D9-0C89-3383-F32E96A017E6}"/>
                    </a:ext>
                  </a:extLst>
                </p14:cNvPr>
                <p14:cNvContentPartPr/>
                <p14:nvPr/>
              </p14:nvContentPartPr>
              <p14:xfrm>
                <a:off x="1338955" y="5523140"/>
                <a:ext cx="317520" cy="376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86D94DF-B9D9-0C89-3383-F32E96A017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30315" y="5514500"/>
                  <a:ext cx="3351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D86885-7BE8-D794-1F4B-B5AB56A76971}"/>
                    </a:ext>
                  </a:extLst>
                </p14:cNvPr>
                <p14:cNvContentPartPr/>
                <p14:nvPr/>
              </p14:nvContentPartPr>
              <p14:xfrm>
                <a:off x="1850155" y="5401820"/>
                <a:ext cx="25560" cy="447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D86885-7BE8-D794-1F4B-B5AB56A7697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41515" y="5392820"/>
                  <a:ext cx="4320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EE9D85A-4C44-09A9-6904-71DDBE3A38E4}"/>
                    </a:ext>
                  </a:extLst>
                </p14:cNvPr>
                <p14:cNvContentPartPr/>
                <p14:nvPr/>
              </p14:nvContentPartPr>
              <p14:xfrm>
                <a:off x="2324635" y="5295260"/>
                <a:ext cx="408600" cy="145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EE9D85A-4C44-09A9-6904-71DDBE3A38E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15995" y="5286620"/>
                  <a:ext cx="426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606AA16-009E-061D-CE2C-7C555DB04772}"/>
                    </a:ext>
                  </a:extLst>
                </p14:cNvPr>
                <p14:cNvContentPartPr/>
                <p14:nvPr/>
              </p14:nvContentPartPr>
              <p14:xfrm>
                <a:off x="2500675" y="5189780"/>
                <a:ext cx="24120" cy="395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606AA16-009E-061D-CE2C-7C555DB0477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91675" y="5180780"/>
                  <a:ext cx="417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DC80D00-6865-CB3B-1C8B-E0CE78A43C6D}"/>
                    </a:ext>
                  </a:extLst>
                </p14:cNvPr>
                <p14:cNvContentPartPr/>
                <p14:nvPr/>
              </p14:nvContentPartPr>
              <p14:xfrm>
                <a:off x="2855995" y="4952900"/>
                <a:ext cx="327240" cy="440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DC80D00-6865-CB3B-1C8B-E0CE78A43C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46995" y="4943900"/>
                  <a:ext cx="3448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F30B594-735E-3EEC-5E48-32C66C894A3D}"/>
                    </a:ext>
                  </a:extLst>
                </p14:cNvPr>
                <p14:cNvContentPartPr/>
                <p14:nvPr/>
              </p14:nvContentPartPr>
              <p14:xfrm>
                <a:off x="3113395" y="4686500"/>
                <a:ext cx="22320" cy="28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F30B594-735E-3EEC-5E48-32C66C894A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04395" y="4677500"/>
                  <a:ext cx="399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2C3B8ED-FD6F-F911-C917-BD813A8FB27B}"/>
                    </a:ext>
                  </a:extLst>
                </p14:cNvPr>
                <p14:cNvContentPartPr/>
                <p14:nvPr/>
              </p14:nvContentPartPr>
              <p14:xfrm>
                <a:off x="3466195" y="4948220"/>
                <a:ext cx="203040" cy="218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2C3B8ED-FD6F-F911-C917-BD813A8FB27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57195" y="4939220"/>
                  <a:ext cx="220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D2E874B-0712-2403-8C64-F07773CD365F}"/>
                    </a:ext>
                  </a:extLst>
                </p14:cNvPr>
                <p14:cNvContentPartPr/>
                <p14:nvPr/>
              </p14:nvContentPartPr>
              <p14:xfrm>
                <a:off x="3451795" y="4955060"/>
                <a:ext cx="269280" cy="225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D2E874B-0712-2403-8C64-F07773CD365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42795" y="4946420"/>
                  <a:ext cx="286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5D850C-2CA8-3BEF-1CEF-18E21C4E216C}"/>
                    </a:ext>
                  </a:extLst>
                </p14:cNvPr>
                <p14:cNvContentPartPr/>
                <p14:nvPr/>
              </p14:nvContentPartPr>
              <p14:xfrm>
                <a:off x="3979915" y="4745180"/>
                <a:ext cx="82440" cy="478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5D850C-2CA8-3BEF-1CEF-18E21C4E21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70915" y="4736180"/>
                  <a:ext cx="1000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BEC4A04-799D-E155-5D49-657DC34E99E5}"/>
                    </a:ext>
                  </a:extLst>
                </p14:cNvPr>
                <p14:cNvContentPartPr/>
                <p14:nvPr/>
              </p14:nvContentPartPr>
              <p14:xfrm>
                <a:off x="1824235" y="6054860"/>
                <a:ext cx="789840" cy="209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BEC4A04-799D-E155-5D49-657DC34E99E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15235" y="6045860"/>
                  <a:ext cx="807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A7EEA10-D775-B5BB-E30C-C10B602B6C8D}"/>
                    </a:ext>
                  </a:extLst>
                </p14:cNvPr>
                <p14:cNvContentPartPr/>
                <p14:nvPr/>
              </p14:nvContentPartPr>
              <p14:xfrm>
                <a:off x="2277115" y="5915540"/>
                <a:ext cx="28440" cy="434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A7EEA10-D775-B5BB-E30C-C10B602B6C8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68115" y="5906900"/>
                  <a:ext cx="460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BB90E84-2438-2387-958C-65E6384A2E3F}"/>
                    </a:ext>
                  </a:extLst>
                </p14:cNvPr>
                <p14:cNvContentPartPr/>
                <p14:nvPr/>
              </p14:nvContentPartPr>
              <p14:xfrm>
                <a:off x="2894155" y="5907620"/>
                <a:ext cx="38160" cy="55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BB90E84-2438-2387-958C-65E6384A2E3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85155" y="5898620"/>
                  <a:ext cx="558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1384B5-5CC1-3840-E813-76800D84D027}"/>
                    </a:ext>
                  </a:extLst>
                </p14:cNvPr>
                <p14:cNvContentPartPr/>
                <p14:nvPr/>
              </p14:nvContentPartPr>
              <p14:xfrm>
                <a:off x="3165955" y="6049460"/>
                <a:ext cx="125640" cy="173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1384B5-5CC1-3840-E813-76800D84D02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56955" y="6040820"/>
                  <a:ext cx="143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D3DDC37-B477-BCDA-C4FE-28A2E04C4EDF}"/>
                    </a:ext>
                  </a:extLst>
                </p14:cNvPr>
                <p14:cNvContentPartPr/>
                <p14:nvPr/>
              </p14:nvContentPartPr>
              <p14:xfrm>
                <a:off x="3114115" y="6005180"/>
                <a:ext cx="290880" cy="347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D3DDC37-B477-BCDA-C4FE-28A2E04C4ED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05115" y="5996180"/>
                  <a:ext cx="3085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F884A4D-317C-5F23-B52A-04E1FA21AEA1}"/>
                    </a:ext>
                  </a:extLst>
                </p14:cNvPr>
                <p14:cNvContentPartPr/>
                <p14:nvPr/>
              </p14:nvContentPartPr>
              <p14:xfrm>
                <a:off x="3554035" y="5819420"/>
                <a:ext cx="198360" cy="512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F884A4D-317C-5F23-B52A-04E1FA21AEA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45035" y="5810780"/>
                  <a:ext cx="21600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B9E19E3-42BC-5786-5FC1-57EE5568B367}"/>
                    </a:ext>
                  </a:extLst>
                </p14:cNvPr>
                <p14:cNvContentPartPr/>
                <p14:nvPr/>
              </p14:nvContentPartPr>
              <p14:xfrm>
                <a:off x="3827995" y="5703860"/>
                <a:ext cx="191160" cy="351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B9E19E3-42BC-5786-5FC1-57EE5568B36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18995" y="5694860"/>
                  <a:ext cx="2088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F93E2EC-25AC-7D12-0427-3562BAED96E2}"/>
                    </a:ext>
                  </a:extLst>
                </p14:cNvPr>
                <p14:cNvContentPartPr/>
                <p14:nvPr/>
              </p14:nvContentPartPr>
              <p14:xfrm>
                <a:off x="4761115" y="6373100"/>
                <a:ext cx="245160" cy="99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F93E2EC-25AC-7D12-0427-3562BAED96E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52475" y="6364100"/>
                  <a:ext cx="262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2DE066-1633-B38D-A18E-E5914F1D72C7}"/>
                    </a:ext>
                  </a:extLst>
                </p14:cNvPr>
                <p14:cNvContentPartPr/>
                <p14:nvPr/>
              </p14:nvContentPartPr>
              <p14:xfrm>
                <a:off x="5102395" y="6730220"/>
                <a:ext cx="176400" cy="27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2DE066-1633-B38D-A18E-E5914F1D72C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93395" y="6721220"/>
                  <a:ext cx="194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15AEFD-F0E5-3B75-C068-2EA13320B9C2}"/>
                    </a:ext>
                  </a:extLst>
                </p14:cNvPr>
                <p14:cNvContentPartPr/>
                <p14:nvPr/>
              </p14:nvContentPartPr>
              <p14:xfrm>
                <a:off x="871675" y="5820500"/>
                <a:ext cx="1376280" cy="451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15AEFD-F0E5-3B75-C068-2EA13320B9C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2675" y="5811860"/>
                  <a:ext cx="13939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7CD4E13-2740-8EE8-D555-E9F286D4472E}"/>
                    </a:ext>
                  </a:extLst>
                </p14:cNvPr>
                <p14:cNvContentPartPr/>
                <p14:nvPr/>
              </p14:nvContentPartPr>
              <p14:xfrm>
                <a:off x="2884795" y="5468060"/>
                <a:ext cx="1469160" cy="318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7CD4E13-2740-8EE8-D555-E9F286D4472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76155" y="5459060"/>
                  <a:ext cx="1486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FA2944E-BFFB-FEBF-4D11-99B7077D733A}"/>
                    </a:ext>
                  </a:extLst>
                </p14:cNvPr>
                <p14:cNvContentPartPr/>
                <p14:nvPr/>
              </p14:nvContentPartPr>
              <p14:xfrm>
                <a:off x="2239675" y="6494420"/>
                <a:ext cx="1935720" cy="133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FA2944E-BFFB-FEBF-4D11-99B7077D73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31035" y="6485780"/>
                  <a:ext cx="1953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9633152-7920-A0A6-23D4-27B04FC974A9}"/>
                    </a:ext>
                  </a:extLst>
                </p14:cNvPr>
                <p14:cNvContentPartPr/>
                <p14:nvPr/>
              </p14:nvContentPartPr>
              <p14:xfrm>
                <a:off x="8308555" y="2793980"/>
                <a:ext cx="100440" cy="25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9633152-7920-A0A6-23D4-27B04FC974A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99915" y="2784980"/>
                  <a:ext cx="118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813A817-51CC-6C94-9B9D-45BB8538E585}"/>
                    </a:ext>
                  </a:extLst>
                </p14:cNvPr>
                <p14:cNvContentPartPr/>
                <p14:nvPr/>
              </p14:nvContentPartPr>
              <p14:xfrm>
                <a:off x="8876635" y="3727100"/>
                <a:ext cx="1137600" cy="714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813A817-51CC-6C94-9B9D-45BB8538E5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67635" y="3718460"/>
                  <a:ext cx="115524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251B3C-8905-2F84-A98A-C3094545BA14}"/>
                    </a:ext>
                  </a:extLst>
                </p14:cNvPr>
                <p14:cNvContentPartPr/>
                <p14:nvPr/>
              </p14:nvContentPartPr>
              <p14:xfrm>
                <a:off x="109915" y="4456820"/>
                <a:ext cx="4849560" cy="2230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251B3C-8905-2F84-A98A-C3094545BA1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0915" y="4447820"/>
                  <a:ext cx="4867200" cy="224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208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69B221-CD15-88DD-2732-9A8A151A9841}"/>
                  </a:ext>
                </a:extLst>
              </p14:cNvPr>
              <p14:cNvContentPartPr/>
              <p14:nvPr/>
            </p14:nvContentPartPr>
            <p14:xfrm>
              <a:off x="7224595" y="1284500"/>
              <a:ext cx="2880" cy="12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69B221-CD15-88DD-2732-9A8A151A98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5595" y="1275500"/>
                <a:ext cx="205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7B1A829-ED84-C655-8E4B-D657C825D40D}"/>
                  </a:ext>
                </a:extLst>
              </p14:cNvPr>
              <p14:cNvContentPartPr/>
              <p14:nvPr/>
            </p14:nvContentPartPr>
            <p14:xfrm>
              <a:off x="3834475" y="3160100"/>
              <a:ext cx="460080" cy="652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7B1A829-ED84-C655-8E4B-D657C825D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5835" y="3151460"/>
                <a:ext cx="47772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439EFBE-0EA2-EC42-2823-CE82741A9E5C}"/>
                  </a:ext>
                </a:extLst>
              </p14:cNvPr>
              <p14:cNvContentPartPr/>
              <p14:nvPr/>
            </p14:nvContentPartPr>
            <p14:xfrm>
              <a:off x="5626915" y="3315980"/>
              <a:ext cx="544320" cy="150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439EFBE-0EA2-EC42-2823-CE82741A9E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17915" y="3306980"/>
                <a:ext cx="56196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413130F5-F639-7FA7-280C-31B650E95CC6}"/>
              </a:ext>
            </a:extLst>
          </p:cNvPr>
          <p:cNvGrpSpPr/>
          <p:nvPr/>
        </p:nvGrpSpPr>
        <p:grpSpPr>
          <a:xfrm>
            <a:off x="9072835" y="3992060"/>
            <a:ext cx="1145160" cy="739440"/>
            <a:chOff x="9072835" y="3992060"/>
            <a:chExt cx="1145160" cy="73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D526142-CDA6-02FA-5838-39DA1E062E73}"/>
                    </a:ext>
                  </a:extLst>
                </p14:cNvPr>
                <p14:cNvContentPartPr/>
                <p14:nvPr/>
              </p14:nvContentPartPr>
              <p14:xfrm>
                <a:off x="9072835" y="3992060"/>
                <a:ext cx="560880" cy="739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D526142-CDA6-02FA-5838-39DA1E062E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64195" y="3983060"/>
                  <a:ext cx="57852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478FB98-20D7-BA92-37D1-A6FCC3A98FEB}"/>
                    </a:ext>
                  </a:extLst>
                </p14:cNvPr>
                <p14:cNvContentPartPr/>
                <p14:nvPr/>
              </p14:nvContentPartPr>
              <p14:xfrm>
                <a:off x="10098115" y="4228580"/>
                <a:ext cx="119880" cy="100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478FB98-20D7-BA92-37D1-A6FCC3A98F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89115" y="4219940"/>
                  <a:ext cx="1375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EA33CC7-CF69-B38D-8549-69442AB58FA7}"/>
              </a:ext>
            </a:extLst>
          </p:cNvPr>
          <p:cNvGrpSpPr/>
          <p:nvPr/>
        </p:nvGrpSpPr>
        <p:grpSpPr>
          <a:xfrm>
            <a:off x="9347515" y="1383140"/>
            <a:ext cx="2796120" cy="1559160"/>
            <a:chOff x="9347515" y="1383140"/>
            <a:chExt cx="2796120" cy="15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51AD012-5432-9710-B3EE-7512FD6ABCCF}"/>
                    </a:ext>
                  </a:extLst>
                </p14:cNvPr>
                <p14:cNvContentPartPr/>
                <p14:nvPr/>
              </p14:nvContentPartPr>
              <p14:xfrm>
                <a:off x="9425275" y="1842140"/>
                <a:ext cx="117360" cy="507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51AD012-5432-9710-B3EE-7512FD6ABC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16275" y="1833500"/>
                  <a:ext cx="1350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F62F062-90AE-AC2C-54A7-AD8A811BC56A}"/>
                    </a:ext>
                  </a:extLst>
                </p14:cNvPr>
                <p14:cNvContentPartPr/>
                <p14:nvPr/>
              </p14:nvContentPartPr>
              <p14:xfrm>
                <a:off x="9998035" y="1778060"/>
                <a:ext cx="27000" cy="448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F62F062-90AE-AC2C-54A7-AD8A811BC5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89035" y="1769420"/>
                  <a:ext cx="4464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1803C94-9436-326E-00AB-A51AA798843E}"/>
                    </a:ext>
                  </a:extLst>
                </p14:cNvPr>
                <p14:cNvContentPartPr/>
                <p14:nvPr/>
              </p14:nvContentPartPr>
              <p14:xfrm>
                <a:off x="10441555" y="1635860"/>
                <a:ext cx="595080" cy="473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1803C94-9436-326E-00AB-A51AA79884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32915" y="1626860"/>
                  <a:ext cx="612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34515F3-E465-7F81-9932-142426E5CAE0}"/>
                    </a:ext>
                  </a:extLst>
                </p14:cNvPr>
                <p14:cNvContentPartPr/>
                <p14:nvPr/>
              </p14:nvContentPartPr>
              <p14:xfrm>
                <a:off x="11230315" y="1505540"/>
                <a:ext cx="366840" cy="480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34515F3-E465-7F81-9932-142426E5CA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221675" y="1496900"/>
                  <a:ext cx="3844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C9619FF-E468-76F2-FBD1-5FF26094BC62}"/>
                    </a:ext>
                  </a:extLst>
                </p14:cNvPr>
                <p14:cNvContentPartPr/>
                <p14:nvPr/>
              </p14:nvContentPartPr>
              <p14:xfrm>
                <a:off x="11601475" y="1419500"/>
                <a:ext cx="253080" cy="439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C9619FF-E468-76F2-FBD1-5FF26094BC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92835" y="1410860"/>
                  <a:ext cx="2707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FF32F7-33BD-8AF0-A894-076342E3F5CC}"/>
                    </a:ext>
                  </a:extLst>
                </p14:cNvPr>
                <p14:cNvContentPartPr/>
                <p14:nvPr/>
              </p14:nvContentPartPr>
              <p14:xfrm>
                <a:off x="11855635" y="1383140"/>
                <a:ext cx="176760" cy="29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FF32F7-33BD-8AF0-A894-076342E3F5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846635" y="1374500"/>
                  <a:ext cx="1944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4E93F9-CE28-6CD4-49DA-B8EACA844828}"/>
                    </a:ext>
                  </a:extLst>
                </p14:cNvPr>
                <p14:cNvContentPartPr/>
                <p14:nvPr/>
              </p14:nvContentPartPr>
              <p14:xfrm>
                <a:off x="9361195" y="2293580"/>
                <a:ext cx="1605600" cy="420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4E93F9-CE28-6CD4-49DA-B8EACA8448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52555" y="2284940"/>
                  <a:ext cx="16232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449D721-2939-692F-B27B-7BFA2D8FD1C9}"/>
                    </a:ext>
                  </a:extLst>
                </p14:cNvPr>
                <p14:cNvContentPartPr/>
                <p14:nvPr/>
              </p14:nvContentPartPr>
              <p14:xfrm>
                <a:off x="9347515" y="2269460"/>
                <a:ext cx="715680" cy="672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449D721-2939-692F-B27B-7BFA2D8FD1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38875" y="2260820"/>
                  <a:ext cx="73332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4072E0E-E0A4-7FC0-F4A9-6623EDEC6A85}"/>
                    </a:ext>
                  </a:extLst>
                </p14:cNvPr>
                <p14:cNvContentPartPr/>
                <p14:nvPr/>
              </p14:nvContentPartPr>
              <p14:xfrm>
                <a:off x="11957515" y="1728380"/>
                <a:ext cx="186120" cy="11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4072E0E-E0A4-7FC0-F4A9-6623EDEC6A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48515" y="1719380"/>
                  <a:ext cx="203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7B0D021-AE1E-974D-C871-684F17C12B7C}"/>
                    </a:ext>
                  </a:extLst>
                </p14:cNvPr>
                <p14:cNvContentPartPr/>
                <p14:nvPr/>
              </p14:nvContentPartPr>
              <p14:xfrm>
                <a:off x="11867875" y="1838900"/>
                <a:ext cx="118800" cy="182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B0D021-AE1E-974D-C871-684F17C12B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859235" y="1830260"/>
                  <a:ext cx="136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736D60-5356-1B76-9B09-AD51F997178C}"/>
                    </a:ext>
                  </a:extLst>
                </p14:cNvPr>
                <p14:cNvContentPartPr/>
                <p14:nvPr/>
              </p14:nvContentPartPr>
              <p14:xfrm>
                <a:off x="11526595" y="1909460"/>
                <a:ext cx="115200" cy="22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736D60-5356-1B76-9B09-AD51F997178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17955" y="1900820"/>
                  <a:ext cx="1328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993178-5042-BDDC-CF50-AD717C37D12F}"/>
                    </a:ext>
                  </a:extLst>
                </p14:cNvPr>
                <p14:cNvContentPartPr/>
                <p14:nvPr/>
              </p14:nvContentPartPr>
              <p14:xfrm>
                <a:off x="10944835" y="2111420"/>
                <a:ext cx="140040" cy="138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993178-5042-BDDC-CF50-AD717C37D1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36195" y="2102420"/>
                  <a:ext cx="15768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D578A59-8C2F-14F0-0075-17954A7232C3}"/>
                  </a:ext>
                </a:extLst>
              </p14:cNvPr>
              <p14:cNvContentPartPr/>
              <p14:nvPr/>
            </p14:nvContentPartPr>
            <p14:xfrm>
              <a:off x="9927835" y="1207460"/>
              <a:ext cx="38880" cy="407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D578A59-8C2F-14F0-0075-17954A7232C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19195" y="1198460"/>
                <a:ext cx="5652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FF2D974-F43B-EB58-70E7-78AC5F057993}"/>
                  </a:ext>
                </a:extLst>
              </p14:cNvPr>
              <p14:cNvContentPartPr/>
              <p14:nvPr/>
            </p14:nvContentPartPr>
            <p14:xfrm>
              <a:off x="10082275" y="370820"/>
              <a:ext cx="394560" cy="4158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FF2D974-F43B-EB58-70E7-78AC5F0579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73635" y="361820"/>
                <a:ext cx="412200" cy="43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B0866B11-99B8-32A4-9C4B-9B832A0E1CEE}"/>
              </a:ext>
            </a:extLst>
          </p:cNvPr>
          <p:cNvGrpSpPr/>
          <p:nvPr/>
        </p:nvGrpSpPr>
        <p:grpSpPr>
          <a:xfrm>
            <a:off x="9204955" y="53660"/>
            <a:ext cx="508680" cy="582120"/>
            <a:chOff x="9204955" y="53660"/>
            <a:chExt cx="508680" cy="58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51BA46E-3990-F50D-D39E-517BBD41D86E}"/>
                    </a:ext>
                  </a:extLst>
                </p14:cNvPr>
                <p14:cNvContentPartPr/>
                <p14:nvPr/>
              </p14:nvContentPartPr>
              <p14:xfrm>
                <a:off x="9204955" y="410420"/>
                <a:ext cx="281160" cy="225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51BA46E-3990-F50D-D39E-517BBD41D8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95955" y="401780"/>
                  <a:ext cx="298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A3EF382-5F68-685B-8C40-0D612CF60CB1}"/>
                    </a:ext>
                  </a:extLst>
                </p14:cNvPr>
                <p14:cNvContentPartPr/>
                <p14:nvPr/>
              </p14:nvContentPartPr>
              <p14:xfrm>
                <a:off x="9535075" y="138980"/>
                <a:ext cx="39600" cy="104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A3EF382-5F68-685B-8C40-0D612CF60C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26435" y="129980"/>
                  <a:ext cx="57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7B60A5-C9A1-8FD5-CDE6-060236D32B9C}"/>
                    </a:ext>
                  </a:extLst>
                </p14:cNvPr>
                <p14:cNvContentPartPr/>
                <p14:nvPr/>
              </p14:nvContentPartPr>
              <p14:xfrm>
                <a:off x="9713275" y="53660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7B60A5-C9A1-8FD5-CDE6-060236D32B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04635" y="45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81EAFE4-71B4-BBA0-4CB7-AF052D0D9145}"/>
              </a:ext>
            </a:extLst>
          </p:cNvPr>
          <p:cNvGrpSpPr/>
          <p:nvPr/>
        </p:nvGrpSpPr>
        <p:grpSpPr>
          <a:xfrm>
            <a:off x="9330955" y="973100"/>
            <a:ext cx="225000" cy="464760"/>
            <a:chOff x="9330955" y="973100"/>
            <a:chExt cx="22500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5293986-BF4B-5319-DEF6-30112DB8A19C}"/>
                    </a:ext>
                  </a:extLst>
                </p14:cNvPr>
                <p14:cNvContentPartPr/>
                <p14:nvPr/>
              </p14:nvContentPartPr>
              <p14:xfrm>
                <a:off x="9330955" y="973100"/>
                <a:ext cx="187200" cy="464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5293986-BF4B-5319-DEF6-30112DB8A19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22315" y="964100"/>
                  <a:ext cx="2048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0D3835A-26ED-2221-8E9A-495D698D8DDC}"/>
                    </a:ext>
                  </a:extLst>
                </p14:cNvPr>
                <p14:cNvContentPartPr/>
                <p14:nvPr/>
              </p14:nvContentPartPr>
              <p14:xfrm>
                <a:off x="9512035" y="982820"/>
                <a:ext cx="43920" cy="20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0D3835A-26ED-2221-8E9A-495D698D8D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03035" y="973820"/>
                  <a:ext cx="615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1181695-656F-05C8-9B0C-6ABB0F86287B}"/>
              </a:ext>
            </a:extLst>
          </p:cNvPr>
          <p:cNvGrpSpPr/>
          <p:nvPr/>
        </p:nvGrpSpPr>
        <p:grpSpPr>
          <a:xfrm>
            <a:off x="1974355" y="728660"/>
            <a:ext cx="6031080" cy="4493880"/>
            <a:chOff x="1974355" y="728660"/>
            <a:chExt cx="6031080" cy="449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484F3A-0F68-5B37-E766-0DEE12A76CBD}"/>
                    </a:ext>
                  </a:extLst>
                </p14:cNvPr>
                <p14:cNvContentPartPr/>
                <p14:nvPr/>
              </p14:nvContentPartPr>
              <p14:xfrm>
                <a:off x="7069075" y="1021700"/>
                <a:ext cx="323640" cy="186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484F3A-0F68-5B37-E766-0DEE12A76CB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60075" y="1013060"/>
                  <a:ext cx="341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D994563-CD6D-B595-AF02-EBB418857724}"/>
                    </a:ext>
                  </a:extLst>
                </p14:cNvPr>
                <p14:cNvContentPartPr/>
                <p14:nvPr/>
              </p14:nvContentPartPr>
              <p14:xfrm>
                <a:off x="7392355" y="1441820"/>
                <a:ext cx="613080" cy="54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D994563-CD6D-B595-AF02-EBB4188577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83355" y="1432820"/>
                  <a:ext cx="630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3D3AAE-9F31-48CA-CAA7-C9A357560D13}"/>
                    </a:ext>
                  </a:extLst>
                </p14:cNvPr>
                <p14:cNvContentPartPr/>
                <p14:nvPr/>
              </p14:nvContentPartPr>
              <p14:xfrm>
                <a:off x="1974355" y="799220"/>
                <a:ext cx="604800" cy="1072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3D3AAE-9F31-48CA-CAA7-C9A357560D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65355" y="790580"/>
                  <a:ext cx="62244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09569B-369E-7F8B-3399-8DAC188DE305}"/>
                    </a:ext>
                  </a:extLst>
                </p14:cNvPr>
                <p14:cNvContentPartPr/>
                <p14:nvPr/>
              </p14:nvContentPartPr>
              <p14:xfrm>
                <a:off x="4820155" y="822260"/>
                <a:ext cx="526320" cy="88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09569B-369E-7F8B-3399-8DAC188DE3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11155" y="813620"/>
                  <a:ext cx="543960" cy="90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C1C919-DFFA-DE9A-AB2E-F8145E94DF01}"/>
                    </a:ext>
                  </a:extLst>
                </p14:cNvPr>
                <p14:cNvContentPartPr/>
                <p14:nvPr/>
              </p14:nvContentPartPr>
              <p14:xfrm>
                <a:off x="3173155" y="1126100"/>
                <a:ext cx="245160" cy="486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C1C919-DFFA-DE9A-AB2E-F8145E94DF0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64155" y="1117100"/>
                  <a:ext cx="26280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697176-A74C-8754-972B-5EB6ACB81B3D}"/>
                    </a:ext>
                  </a:extLst>
                </p14:cNvPr>
                <p14:cNvContentPartPr/>
                <p14:nvPr/>
              </p14:nvContentPartPr>
              <p14:xfrm>
                <a:off x="3115195" y="1349660"/>
                <a:ext cx="269280" cy="138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697176-A74C-8754-972B-5EB6ACB81B3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06555" y="1340660"/>
                  <a:ext cx="286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FFE903-D3A3-F651-A1B4-82547766D1EF}"/>
                    </a:ext>
                  </a:extLst>
                </p14:cNvPr>
                <p14:cNvContentPartPr/>
                <p14:nvPr/>
              </p14:nvContentPartPr>
              <p14:xfrm>
                <a:off x="3873715" y="1179020"/>
                <a:ext cx="397080" cy="275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FFE903-D3A3-F651-A1B4-82547766D1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4715" y="1170380"/>
                  <a:ext cx="414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850AB9-5335-5923-9680-D073F35FA422}"/>
                    </a:ext>
                  </a:extLst>
                </p14:cNvPr>
                <p14:cNvContentPartPr/>
                <p14:nvPr/>
              </p14:nvContentPartPr>
              <p14:xfrm>
                <a:off x="3789115" y="1175060"/>
                <a:ext cx="531000" cy="29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850AB9-5335-5923-9680-D073F35FA4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80475" y="1166420"/>
                  <a:ext cx="5486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17F123-78BD-1436-5C76-6ACABA9B3E21}"/>
                    </a:ext>
                  </a:extLst>
                </p14:cNvPr>
                <p14:cNvContentPartPr/>
                <p14:nvPr/>
              </p14:nvContentPartPr>
              <p14:xfrm>
                <a:off x="3058675" y="1413380"/>
                <a:ext cx="292320" cy="582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17F123-78BD-1436-5C76-6ACABA9B3E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49675" y="1404740"/>
                  <a:ext cx="30996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662E43-2F1C-94BE-B698-FCB5809E1450}"/>
                    </a:ext>
                  </a:extLst>
                </p14:cNvPr>
                <p14:cNvContentPartPr/>
                <p14:nvPr/>
              </p14:nvContentPartPr>
              <p14:xfrm>
                <a:off x="3761395" y="1022780"/>
                <a:ext cx="321120" cy="995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662E43-2F1C-94BE-B698-FCB5809E145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52755" y="1013780"/>
                  <a:ext cx="338760" cy="10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168883-7611-8B73-D0C1-98E76FFCEE00}"/>
                    </a:ext>
                  </a:extLst>
                </p14:cNvPr>
                <p14:cNvContentPartPr/>
                <p14:nvPr/>
              </p14:nvContentPartPr>
              <p14:xfrm>
                <a:off x="2068675" y="2402300"/>
                <a:ext cx="3850560" cy="201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168883-7611-8B73-D0C1-98E76FFCEE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59675" y="2393300"/>
                  <a:ext cx="3868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1B295E9-7008-6322-136F-5D8D70BBCCEA}"/>
                    </a:ext>
                  </a:extLst>
                </p14:cNvPr>
                <p14:cNvContentPartPr/>
                <p14:nvPr/>
              </p14:nvContentPartPr>
              <p14:xfrm>
                <a:off x="3171355" y="1162460"/>
                <a:ext cx="356760" cy="938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1B295E9-7008-6322-136F-5D8D70BBCC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62355" y="1153820"/>
                  <a:ext cx="374400" cy="9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50F1491-6151-6C79-BF30-3172B35BD2F6}"/>
                    </a:ext>
                  </a:extLst>
                </p14:cNvPr>
                <p14:cNvContentPartPr/>
                <p14:nvPr/>
              </p14:nvContentPartPr>
              <p14:xfrm>
                <a:off x="2963275" y="944660"/>
                <a:ext cx="590040" cy="1230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50F1491-6151-6C79-BF30-3172B35BD2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54635" y="936020"/>
                  <a:ext cx="607680" cy="12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32CC16-D85D-19E9-D1DE-1C576B137314}"/>
                    </a:ext>
                  </a:extLst>
                </p14:cNvPr>
                <p14:cNvContentPartPr/>
                <p14:nvPr/>
              </p14:nvContentPartPr>
              <p14:xfrm>
                <a:off x="3097195" y="1050140"/>
                <a:ext cx="259200" cy="1312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32CC16-D85D-19E9-D1DE-1C576B13731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88195" y="1041140"/>
                  <a:ext cx="276840" cy="13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C391FF-1D08-2018-797B-84C1A9A0115B}"/>
                    </a:ext>
                  </a:extLst>
                </p14:cNvPr>
                <p14:cNvContentPartPr/>
                <p14:nvPr/>
              </p14:nvContentPartPr>
              <p14:xfrm>
                <a:off x="2857075" y="1602380"/>
                <a:ext cx="1135080" cy="163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C391FF-1D08-2018-797B-84C1A9A0115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48435" y="1593380"/>
                  <a:ext cx="1152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88F310-D427-E7AF-854D-FAAFE04D003B}"/>
                    </a:ext>
                  </a:extLst>
                </p14:cNvPr>
                <p14:cNvContentPartPr/>
                <p14:nvPr/>
              </p14:nvContentPartPr>
              <p14:xfrm>
                <a:off x="3911155" y="1183340"/>
                <a:ext cx="620280" cy="717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88F310-D427-E7AF-854D-FAAFE04D00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02155" y="1174700"/>
                  <a:ext cx="63792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6689E8-AFC7-630F-E624-C838809BB0B5}"/>
                    </a:ext>
                  </a:extLst>
                </p14:cNvPr>
                <p14:cNvContentPartPr/>
                <p14:nvPr/>
              </p14:nvContentPartPr>
              <p14:xfrm>
                <a:off x="3814675" y="822260"/>
                <a:ext cx="674280" cy="1296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6689E8-AFC7-630F-E624-C838809BB0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05675" y="813260"/>
                  <a:ext cx="691920" cy="13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67B6AE0-1877-67F1-F46A-2B7E37E71448}"/>
                    </a:ext>
                  </a:extLst>
                </p14:cNvPr>
                <p14:cNvContentPartPr/>
                <p14:nvPr/>
              </p14:nvContentPartPr>
              <p14:xfrm>
                <a:off x="4038955" y="728660"/>
                <a:ext cx="253440" cy="1247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67B6AE0-1877-67F1-F46A-2B7E37E7144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29955" y="720020"/>
                  <a:ext cx="271080" cy="12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919D2E-35DA-0C54-1525-58DE84279FD1}"/>
                    </a:ext>
                  </a:extLst>
                </p14:cNvPr>
                <p14:cNvContentPartPr/>
                <p14:nvPr/>
              </p14:nvContentPartPr>
              <p14:xfrm>
                <a:off x="3697675" y="1377740"/>
                <a:ext cx="1101240" cy="96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919D2E-35DA-0C54-1525-58DE84279FD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88675" y="1368740"/>
                  <a:ext cx="1118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0910406-411F-3565-F5D8-627837545BDA}"/>
                    </a:ext>
                  </a:extLst>
                </p14:cNvPr>
                <p14:cNvContentPartPr/>
                <p14:nvPr/>
              </p14:nvContentPartPr>
              <p14:xfrm>
                <a:off x="6802675" y="2130500"/>
                <a:ext cx="614880" cy="773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0910406-411F-3565-F5D8-627837545BD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93675" y="2121500"/>
                  <a:ext cx="6325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6D98936-03CA-C86A-334F-AB958E1025DE}"/>
                    </a:ext>
                  </a:extLst>
                </p14:cNvPr>
                <p14:cNvContentPartPr/>
                <p14:nvPr/>
              </p14:nvContentPartPr>
              <p14:xfrm>
                <a:off x="4244515" y="4403540"/>
                <a:ext cx="546480" cy="819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6D98936-03CA-C86A-334F-AB958E1025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35515" y="4394540"/>
                  <a:ext cx="56412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EF20EDB-4276-10E0-6D0B-5E20DE92E456}"/>
                    </a:ext>
                  </a:extLst>
                </p14:cNvPr>
                <p14:cNvContentPartPr/>
                <p14:nvPr/>
              </p14:nvContentPartPr>
              <p14:xfrm>
                <a:off x="5340355" y="4088180"/>
                <a:ext cx="803520" cy="560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EF20EDB-4276-10E0-6D0B-5E20DE92E45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31715" y="4079180"/>
                  <a:ext cx="82116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23585E9-D1EE-1348-9699-4D2366EE7A2A}"/>
                    </a:ext>
                  </a:extLst>
                </p14:cNvPr>
                <p14:cNvContentPartPr/>
                <p14:nvPr/>
              </p14:nvContentPartPr>
              <p14:xfrm>
                <a:off x="6129835" y="3651140"/>
                <a:ext cx="475920" cy="793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23585E9-D1EE-1348-9699-4D2366EE7A2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20835" y="3642500"/>
                  <a:ext cx="49356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7F4E60-9394-2D84-2D96-9B4073163067}"/>
                    </a:ext>
                  </a:extLst>
                </p14:cNvPr>
                <p14:cNvContentPartPr/>
                <p14:nvPr/>
              </p14:nvContentPartPr>
              <p14:xfrm>
                <a:off x="7055755" y="3269900"/>
                <a:ext cx="577080" cy="962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7F4E60-9394-2D84-2D96-9B40731630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47115" y="3260900"/>
                  <a:ext cx="594720" cy="9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3D23E3-0B28-C447-9204-11EDAA60D0B6}"/>
                    </a:ext>
                  </a:extLst>
                </p14:cNvPr>
                <p14:cNvContentPartPr/>
                <p14:nvPr/>
              </p14:nvContentPartPr>
              <p14:xfrm>
                <a:off x="4783795" y="2986940"/>
                <a:ext cx="777240" cy="45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3D23E3-0B28-C447-9204-11EDAA60D0B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74795" y="2978300"/>
                  <a:ext cx="79488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9A4EC7-2D5D-64B1-B2F9-AAE198A3846E}"/>
                    </a:ext>
                  </a:extLst>
                </p14:cNvPr>
                <p14:cNvContentPartPr/>
                <p14:nvPr/>
              </p14:nvContentPartPr>
              <p14:xfrm>
                <a:off x="5507395" y="2531900"/>
                <a:ext cx="692640" cy="63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9A4EC7-2D5D-64B1-B2F9-AAE198A384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98755" y="2522900"/>
                  <a:ext cx="71028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74F4AA0-A80F-9B86-4162-7084CAAAB9CA}"/>
                    </a:ext>
                  </a:extLst>
                </p14:cNvPr>
                <p14:cNvContentPartPr/>
                <p14:nvPr/>
              </p14:nvContentPartPr>
              <p14:xfrm>
                <a:off x="4118875" y="3062180"/>
                <a:ext cx="2759760" cy="1116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74F4AA0-A80F-9B86-4162-7084CAAAB9C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09875" y="3053540"/>
                  <a:ext cx="2777400" cy="113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614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5CD355E-EE5D-1D71-7F53-654706E7E42D}"/>
                  </a:ext>
                </a:extLst>
              </p14:cNvPr>
              <p14:cNvContentPartPr/>
              <p14:nvPr/>
            </p14:nvContentPartPr>
            <p14:xfrm>
              <a:off x="6000235" y="4209108"/>
              <a:ext cx="2583720" cy="4766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5CD355E-EE5D-1D71-7F53-654706E7E4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1235" y="4200108"/>
                <a:ext cx="260136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322977-7563-028C-BA1F-0FAE7AACA544}"/>
                  </a:ext>
                </a:extLst>
              </p14:cNvPr>
              <p14:cNvContentPartPr/>
              <p14:nvPr/>
            </p14:nvContentPartPr>
            <p14:xfrm>
              <a:off x="1424995" y="603740"/>
              <a:ext cx="519840" cy="1268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322977-7563-028C-BA1F-0FAE7AACA5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6355" y="595100"/>
                <a:ext cx="537480" cy="12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CAD254-7FBA-0DE0-9F29-745834E28885}"/>
                  </a:ext>
                </a:extLst>
              </p14:cNvPr>
              <p14:cNvContentPartPr/>
              <p14:nvPr/>
            </p14:nvContentPartPr>
            <p14:xfrm>
              <a:off x="2270275" y="1073900"/>
              <a:ext cx="1057680" cy="415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CAD254-7FBA-0DE0-9F29-745834E288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1275" y="1064900"/>
                <a:ext cx="10753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C7F7D20-07C3-D67C-EAA3-E6A6870D2E55}"/>
                  </a:ext>
                </a:extLst>
              </p14:cNvPr>
              <p14:cNvContentPartPr/>
              <p14:nvPr/>
            </p14:nvContentPartPr>
            <p14:xfrm>
              <a:off x="3411835" y="727580"/>
              <a:ext cx="36360" cy="29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C7F7D20-07C3-D67C-EAA3-E6A6870D2E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03195" y="718940"/>
                <a:ext cx="540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3A8F76-6D6F-D82A-30CC-8E373FFD0D1B}"/>
                  </a:ext>
                </a:extLst>
              </p14:cNvPr>
              <p14:cNvContentPartPr/>
              <p14:nvPr/>
            </p14:nvContentPartPr>
            <p14:xfrm>
              <a:off x="3624235" y="889940"/>
              <a:ext cx="381600" cy="413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3A8F76-6D6F-D82A-30CC-8E373FFD0D1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5235" y="881300"/>
                <a:ext cx="39924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26475E-A1B2-571F-487B-0149DCF3D550}"/>
                  </a:ext>
                </a:extLst>
              </p14:cNvPr>
              <p14:cNvContentPartPr/>
              <p14:nvPr/>
            </p14:nvContentPartPr>
            <p14:xfrm>
              <a:off x="4557355" y="696260"/>
              <a:ext cx="145080" cy="36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26475E-A1B2-571F-487B-0149DCF3D55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48355" y="687260"/>
                <a:ext cx="1627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02FAA8F-FA5D-622D-AC47-043F2E635346}"/>
                  </a:ext>
                </a:extLst>
              </p14:cNvPr>
              <p14:cNvContentPartPr/>
              <p14:nvPr/>
            </p14:nvContentPartPr>
            <p14:xfrm>
              <a:off x="4757515" y="975260"/>
              <a:ext cx="116280" cy="66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02FAA8F-FA5D-622D-AC47-043F2E6353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48515" y="966260"/>
                <a:ext cx="1339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E4068D-5865-A3F0-E5A5-952DCEA672C2}"/>
                  </a:ext>
                </a:extLst>
              </p14:cNvPr>
              <p14:cNvContentPartPr/>
              <p14:nvPr/>
            </p14:nvContentPartPr>
            <p14:xfrm>
              <a:off x="5887195" y="306740"/>
              <a:ext cx="890280" cy="1564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E4068D-5865-A3F0-E5A5-952DCEA672C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78195" y="297740"/>
                <a:ext cx="907920" cy="15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A67E5CE-ADCC-76ED-9CCB-BDE34A152016}"/>
                  </a:ext>
                </a:extLst>
              </p14:cNvPr>
              <p14:cNvContentPartPr/>
              <p14:nvPr/>
            </p14:nvContentPartPr>
            <p14:xfrm>
              <a:off x="7412515" y="722180"/>
              <a:ext cx="171720" cy="541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A67E5CE-ADCC-76ED-9CCB-BDE34A15201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03875" y="713540"/>
                <a:ext cx="18936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1D6FD51-0E78-11F0-92AD-412F0DA4F05F}"/>
                  </a:ext>
                </a:extLst>
              </p14:cNvPr>
              <p14:cNvContentPartPr/>
              <p14:nvPr/>
            </p14:nvContentPartPr>
            <p14:xfrm>
              <a:off x="7914355" y="1129340"/>
              <a:ext cx="58320" cy="186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1D6FD51-0E78-11F0-92AD-412F0DA4F0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05355" y="1120340"/>
                <a:ext cx="759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70E5902-3C7C-F64E-B5F5-8A616C9A55B1}"/>
                  </a:ext>
                </a:extLst>
              </p14:cNvPr>
              <p14:cNvContentPartPr/>
              <p14:nvPr/>
            </p14:nvContentPartPr>
            <p14:xfrm>
              <a:off x="9968875" y="244100"/>
              <a:ext cx="1276560" cy="1209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70E5902-3C7C-F64E-B5F5-8A616C9A55B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60235" y="235100"/>
                <a:ext cx="1294200" cy="12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90FD72-B003-2356-BB11-BBFBDA886298}"/>
                  </a:ext>
                </a:extLst>
              </p14:cNvPr>
              <p14:cNvContentPartPr/>
              <p14:nvPr/>
            </p14:nvContentPartPr>
            <p14:xfrm>
              <a:off x="8529235" y="556580"/>
              <a:ext cx="324720" cy="504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90FD72-B003-2356-BB11-BBFBDA88629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20595" y="547940"/>
                <a:ext cx="34236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9B8A48-30A6-1405-4B61-3A4ECDEC1802}"/>
                  </a:ext>
                </a:extLst>
              </p14:cNvPr>
              <p14:cNvContentPartPr/>
              <p14:nvPr/>
            </p14:nvContentPartPr>
            <p14:xfrm>
              <a:off x="9261115" y="690860"/>
              <a:ext cx="158400" cy="237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9B8A48-30A6-1405-4B61-3A4ECDEC180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52475" y="681860"/>
                <a:ext cx="1760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7DDC9A7-F774-0CAC-35A3-C3C1E611A02B}"/>
                  </a:ext>
                </a:extLst>
              </p14:cNvPr>
              <p14:cNvContentPartPr/>
              <p14:nvPr/>
            </p14:nvContentPartPr>
            <p14:xfrm>
              <a:off x="9843595" y="286940"/>
              <a:ext cx="670680" cy="473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7DDC9A7-F774-0CAC-35A3-C3C1E611A02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34595" y="278300"/>
                <a:ext cx="68832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9DC115E-E16F-6029-6A24-B78331C3A745}"/>
                  </a:ext>
                </a:extLst>
              </p14:cNvPr>
              <p14:cNvContentPartPr/>
              <p14:nvPr/>
            </p14:nvContentPartPr>
            <p14:xfrm>
              <a:off x="10118995" y="394580"/>
              <a:ext cx="362880" cy="441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9DC115E-E16F-6029-6A24-B78331C3A7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10355" y="385580"/>
                <a:ext cx="38052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916AFA8-628A-07B8-9456-80461888029D}"/>
                  </a:ext>
                </a:extLst>
              </p14:cNvPr>
              <p14:cNvContentPartPr/>
              <p14:nvPr/>
            </p14:nvContentPartPr>
            <p14:xfrm>
              <a:off x="10609315" y="877340"/>
              <a:ext cx="63000" cy="1242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916AFA8-628A-07B8-9456-8046188802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600315" y="868700"/>
                <a:ext cx="806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1167DB7-CE57-7CCC-6720-D661C9E695D7}"/>
                  </a:ext>
                </a:extLst>
              </p14:cNvPr>
              <p14:cNvContentPartPr/>
              <p14:nvPr/>
            </p14:nvContentPartPr>
            <p14:xfrm>
              <a:off x="10905955" y="430580"/>
              <a:ext cx="188640" cy="4680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1167DB7-CE57-7CCC-6720-D661C9E695D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896955" y="421580"/>
                <a:ext cx="20628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7335852-8ED1-9946-25FE-1A745B9AE2BE}"/>
                  </a:ext>
                </a:extLst>
              </p14:cNvPr>
              <p14:cNvContentPartPr/>
              <p14:nvPr/>
            </p14:nvContentPartPr>
            <p14:xfrm>
              <a:off x="11109715" y="275060"/>
              <a:ext cx="100440" cy="77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7335852-8ED1-9946-25FE-1A745B9AE2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100715" y="266420"/>
                <a:ext cx="1180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263AEF1-B8A8-4ED3-A78A-A82C09449EC1}"/>
                  </a:ext>
                </a:extLst>
              </p14:cNvPr>
              <p14:cNvContentPartPr/>
              <p14:nvPr/>
            </p14:nvContentPartPr>
            <p14:xfrm>
              <a:off x="7112275" y="1357220"/>
              <a:ext cx="3335760" cy="379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263AEF1-B8A8-4ED3-A78A-A82C09449EC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103635" y="1348220"/>
                <a:ext cx="33534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42D7A4B-8276-6CFB-2C04-D3F23CF51850}"/>
                  </a:ext>
                </a:extLst>
              </p14:cNvPr>
              <p14:cNvContentPartPr/>
              <p14:nvPr/>
            </p14:nvContentPartPr>
            <p14:xfrm>
              <a:off x="3972715" y="3056420"/>
              <a:ext cx="397080" cy="1350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42D7A4B-8276-6CFB-2C04-D3F23CF5185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63715" y="3047780"/>
                <a:ext cx="4147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18243CC-5834-539F-40A3-4785F40B077C}"/>
                  </a:ext>
                </a:extLst>
              </p14:cNvPr>
              <p14:cNvContentPartPr/>
              <p14:nvPr/>
            </p14:nvContentPartPr>
            <p14:xfrm>
              <a:off x="4118515" y="3539540"/>
              <a:ext cx="494640" cy="239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18243CC-5834-539F-40A3-4785F40B077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109515" y="3530540"/>
                <a:ext cx="5122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F6E9B54-E097-7D82-1B93-3620ECF811A3}"/>
                  </a:ext>
                </a:extLst>
              </p14:cNvPr>
              <p14:cNvContentPartPr/>
              <p14:nvPr/>
            </p14:nvContentPartPr>
            <p14:xfrm>
              <a:off x="5612515" y="2640980"/>
              <a:ext cx="141480" cy="1558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F6E9B54-E097-7D82-1B93-3620ECF811A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603515" y="2631980"/>
                <a:ext cx="159120" cy="15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59DBF82-27A7-4BA9-B932-F2FD09C905CF}"/>
                  </a:ext>
                </a:extLst>
              </p14:cNvPr>
              <p14:cNvContentPartPr/>
              <p14:nvPr/>
            </p14:nvContentPartPr>
            <p14:xfrm>
              <a:off x="5438635" y="2052740"/>
              <a:ext cx="5523840" cy="4665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59DBF82-27A7-4BA9-B932-F2FD09C905C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29995" y="2043740"/>
                <a:ext cx="554148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646D8A9-353F-7185-A484-0C2EDA615886}"/>
                  </a:ext>
                </a:extLst>
              </p14:cNvPr>
              <p14:cNvContentPartPr/>
              <p14:nvPr/>
            </p14:nvContentPartPr>
            <p14:xfrm>
              <a:off x="5752195" y="3256220"/>
              <a:ext cx="4707000" cy="9187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646D8A9-353F-7185-A484-0C2EDA61588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43555" y="3247580"/>
                <a:ext cx="4724640" cy="9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82BD7FA-D659-1877-014B-C9869D0FFD86}"/>
                  </a:ext>
                </a:extLst>
              </p14:cNvPr>
              <p14:cNvContentPartPr/>
              <p14:nvPr/>
            </p14:nvContentPartPr>
            <p14:xfrm>
              <a:off x="10556395" y="2232380"/>
              <a:ext cx="169200" cy="1382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82BD7FA-D659-1877-014B-C9869D0FFD8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47395" y="2223740"/>
                <a:ext cx="186840" cy="14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DF692A1-4FD4-9F53-A3F4-21B20F484E94}"/>
                  </a:ext>
                </a:extLst>
              </p14:cNvPr>
              <p14:cNvContentPartPr/>
              <p14:nvPr/>
            </p14:nvContentPartPr>
            <p14:xfrm>
              <a:off x="6521515" y="2440460"/>
              <a:ext cx="91800" cy="18007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DF692A1-4FD4-9F53-A3F4-21B20F484E9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512875" y="2431460"/>
                <a:ext cx="109440" cy="18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D7539D9-3003-7508-4D93-1EFEC6A5408B}"/>
                  </a:ext>
                </a:extLst>
              </p14:cNvPr>
              <p14:cNvContentPartPr/>
              <p14:nvPr/>
            </p14:nvContentPartPr>
            <p14:xfrm>
              <a:off x="5433235" y="2453060"/>
              <a:ext cx="5814720" cy="735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D7539D9-3003-7508-4D93-1EFEC6A5408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424235" y="2444420"/>
                <a:ext cx="5832360" cy="7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3BDD145-FA32-BDE8-6B7B-B56C06163AB4}"/>
                  </a:ext>
                </a:extLst>
              </p14:cNvPr>
              <p14:cNvContentPartPr/>
              <p14:nvPr/>
            </p14:nvContentPartPr>
            <p14:xfrm>
              <a:off x="7363555" y="2493380"/>
              <a:ext cx="60480" cy="1717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3BDD145-FA32-BDE8-6B7B-B56C06163AB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54555" y="2484380"/>
                <a:ext cx="78120" cy="17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A00E4B1-C97E-310A-B476-6FA90C18AEF2}"/>
                  </a:ext>
                </a:extLst>
              </p14:cNvPr>
              <p14:cNvContentPartPr/>
              <p14:nvPr/>
            </p14:nvContentPartPr>
            <p14:xfrm>
              <a:off x="8439955" y="2361620"/>
              <a:ext cx="102600" cy="1485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A00E4B1-C97E-310A-B476-6FA90C18AEF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431315" y="2352980"/>
                <a:ext cx="120240" cy="15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C448E3F-2123-DA21-33C2-2E1ADD4CDD40}"/>
                  </a:ext>
                </a:extLst>
              </p14:cNvPr>
              <p14:cNvContentPartPr/>
              <p14:nvPr/>
            </p14:nvContentPartPr>
            <p14:xfrm>
              <a:off x="9302155" y="2430380"/>
              <a:ext cx="79920" cy="1147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C448E3F-2123-DA21-33C2-2E1ADD4CDD4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293515" y="2421740"/>
                <a:ext cx="97560" cy="11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8784CA4-253C-6E81-912C-573347CA2A07}"/>
                  </a:ext>
                </a:extLst>
              </p14:cNvPr>
              <p14:cNvContentPartPr/>
              <p14:nvPr/>
            </p14:nvContentPartPr>
            <p14:xfrm>
              <a:off x="1091635" y="5061980"/>
              <a:ext cx="1394280" cy="841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8784CA4-253C-6E81-912C-573347CA2A0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82995" y="5053340"/>
                <a:ext cx="1411920" cy="8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F4F5C83-0B6F-0404-883B-484A8E108C0B}"/>
                  </a:ext>
                </a:extLst>
              </p14:cNvPr>
              <p14:cNvContentPartPr/>
              <p14:nvPr/>
            </p14:nvContentPartPr>
            <p14:xfrm>
              <a:off x="2258035" y="5376620"/>
              <a:ext cx="356040" cy="1958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F4F5C83-0B6F-0404-883B-484A8E108C0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49035" y="5367980"/>
                <a:ext cx="3736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4C90B57-E1F0-2232-832F-685BAC8D6D53}"/>
                  </a:ext>
                </a:extLst>
              </p14:cNvPr>
              <p14:cNvContentPartPr/>
              <p14:nvPr/>
            </p14:nvContentPartPr>
            <p14:xfrm>
              <a:off x="2588875" y="5203100"/>
              <a:ext cx="741240" cy="495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4C90B57-E1F0-2232-832F-685BAC8D6D5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579875" y="5194100"/>
                <a:ext cx="75888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5EE3F58-C042-7BEE-14EF-5C90D2BD433E}"/>
                  </a:ext>
                </a:extLst>
              </p14:cNvPr>
              <p14:cNvContentPartPr/>
              <p14:nvPr/>
            </p14:nvContentPartPr>
            <p14:xfrm>
              <a:off x="3426595" y="5121740"/>
              <a:ext cx="324360" cy="9223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5EE3F58-C042-7BEE-14EF-5C90D2BD433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17955" y="5113100"/>
                <a:ext cx="342000" cy="9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71B0A1F-F100-CEC3-672C-D6E56FF6E93B}"/>
                  </a:ext>
                </a:extLst>
              </p14:cNvPr>
              <p14:cNvContentPartPr/>
              <p14:nvPr/>
            </p14:nvContentPartPr>
            <p14:xfrm>
              <a:off x="4074595" y="4980260"/>
              <a:ext cx="920520" cy="3697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71B0A1F-F100-CEC3-672C-D6E56FF6E93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65955" y="4971620"/>
                <a:ext cx="9381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1D94853-0C04-A539-168E-78CA19C13AB9}"/>
                  </a:ext>
                </a:extLst>
              </p14:cNvPr>
              <p14:cNvContentPartPr/>
              <p14:nvPr/>
            </p14:nvContentPartPr>
            <p14:xfrm>
              <a:off x="5172955" y="4915820"/>
              <a:ext cx="514080" cy="3290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1D94853-0C04-A539-168E-78CA19C13AB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64315" y="4906820"/>
                <a:ext cx="53172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7B12404-38B6-5746-4E1D-93BA81767D1C}"/>
                  </a:ext>
                </a:extLst>
              </p14:cNvPr>
              <p14:cNvContentPartPr/>
              <p14:nvPr/>
            </p14:nvContentPartPr>
            <p14:xfrm>
              <a:off x="5741395" y="5099060"/>
              <a:ext cx="125640" cy="165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7B12404-38B6-5746-4E1D-93BA81767D1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32755" y="5090060"/>
                <a:ext cx="1432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61375AF-F349-02AE-10D0-1ED5CBADA478}"/>
                  </a:ext>
                </a:extLst>
              </p14:cNvPr>
              <p14:cNvContentPartPr/>
              <p14:nvPr/>
            </p14:nvContentPartPr>
            <p14:xfrm>
              <a:off x="8367955" y="4551860"/>
              <a:ext cx="933120" cy="716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61375AF-F349-02AE-10D0-1ED5CBADA47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358955" y="4543220"/>
                <a:ext cx="950760" cy="73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343CD0A-D66E-9953-399F-7030309B8A25}"/>
                  </a:ext>
                </a:extLst>
              </p14:cNvPr>
              <p14:cNvContentPartPr/>
              <p14:nvPr/>
            </p14:nvContentPartPr>
            <p14:xfrm>
              <a:off x="9486115" y="4534940"/>
              <a:ext cx="865080" cy="3960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343CD0A-D66E-9953-399F-7030309B8A2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477475" y="4525940"/>
                <a:ext cx="88272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A02B502-DE8E-02F4-2A3B-DD981050A4A3}"/>
                  </a:ext>
                </a:extLst>
              </p14:cNvPr>
              <p14:cNvContentPartPr/>
              <p14:nvPr/>
            </p14:nvContentPartPr>
            <p14:xfrm>
              <a:off x="10509595" y="4349180"/>
              <a:ext cx="928440" cy="8650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A02B502-DE8E-02F4-2A3B-DD981050A4A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500595" y="4340540"/>
                <a:ext cx="946080" cy="88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7F7D986-0ED2-D7F3-A4FB-9B3F001D2A82}"/>
                  </a:ext>
                </a:extLst>
              </p14:cNvPr>
              <p14:cNvContentPartPr/>
              <p14:nvPr/>
            </p14:nvContentPartPr>
            <p14:xfrm>
              <a:off x="11485915" y="4194020"/>
              <a:ext cx="288360" cy="4852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7F7D986-0ED2-D7F3-A4FB-9B3F001D2A8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476915" y="4185020"/>
                <a:ext cx="30600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3795BAA-B167-FA6B-0F75-9DEB4E8B757E}"/>
                  </a:ext>
                </a:extLst>
              </p14:cNvPr>
              <p14:cNvContentPartPr/>
              <p14:nvPr/>
            </p14:nvContentPartPr>
            <p14:xfrm>
              <a:off x="9915955" y="5159540"/>
              <a:ext cx="372960" cy="3315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3795BAA-B167-FA6B-0F75-9DEB4E8B757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906955" y="5150900"/>
                <a:ext cx="39060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E8AE85E-D33E-CB68-2ED7-39A28F8FB889}"/>
                  </a:ext>
                </a:extLst>
              </p14:cNvPr>
              <p14:cNvContentPartPr/>
              <p14:nvPr/>
            </p14:nvContentPartPr>
            <p14:xfrm>
              <a:off x="9724075" y="5484260"/>
              <a:ext cx="555120" cy="1620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E8AE85E-D33E-CB68-2ED7-39A28F8FB88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715435" y="5475260"/>
                <a:ext cx="5727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B45ECF7-BD04-5D3A-D49E-7852D4F4CE51}"/>
                  </a:ext>
                </a:extLst>
              </p14:cNvPr>
              <p14:cNvContentPartPr/>
              <p14:nvPr/>
            </p14:nvContentPartPr>
            <p14:xfrm>
              <a:off x="10288555" y="5370140"/>
              <a:ext cx="262080" cy="281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B45ECF7-BD04-5D3A-D49E-7852D4F4CE5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279555" y="5361500"/>
                <a:ext cx="2797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740A99F-DAD5-6273-1C77-1AFCBC7C90BD}"/>
                  </a:ext>
                </a:extLst>
              </p14:cNvPr>
              <p14:cNvContentPartPr/>
              <p14:nvPr/>
            </p14:nvContentPartPr>
            <p14:xfrm>
              <a:off x="5784595" y="2723388"/>
              <a:ext cx="738720" cy="318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740A99F-DAD5-6273-1C77-1AFCBC7C90B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75595" y="2714748"/>
                <a:ext cx="7563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9316E91-383A-DDCB-D70B-F1B7C6F4B987}"/>
                  </a:ext>
                </a:extLst>
              </p14:cNvPr>
              <p14:cNvContentPartPr/>
              <p14:nvPr/>
            </p14:nvContentPartPr>
            <p14:xfrm>
              <a:off x="6851275" y="2729148"/>
              <a:ext cx="571680" cy="3258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9316E91-383A-DDCB-D70B-F1B7C6F4B98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42275" y="2720148"/>
                <a:ext cx="58932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B84E9E4-1A81-3A59-2C00-3BF4782A4E64}"/>
                  </a:ext>
                </a:extLst>
              </p14:cNvPr>
              <p14:cNvContentPartPr/>
              <p14:nvPr/>
            </p14:nvContentPartPr>
            <p14:xfrm>
              <a:off x="7726075" y="2544828"/>
              <a:ext cx="413640" cy="427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B84E9E4-1A81-3A59-2C00-3BF4782A4E6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717075" y="2536188"/>
                <a:ext cx="4312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6210B58-A2A7-AA25-C672-A0252DB8BF9F}"/>
                  </a:ext>
                </a:extLst>
              </p14:cNvPr>
              <p14:cNvContentPartPr/>
              <p14:nvPr/>
            </p14:nvContentPartPr>
            <p14:xfrm>
              <a:off x="8090395" y="2607108"/>
              <a:ext cx="418680" cy="252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6210B58-A2A7-AA25-C672-A0252DB8BF9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081395" y="2598468"/>
                <a:ext cx="4363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3A338AA-9972-F09F-6BD9-A563AA2E80DD}"/>
                  </a:ext>
                </a:extLst>
              </p14:cNvPr>
              <p14:cNvContentPartPr/>
              <p14:nvPr/>
            </p14:nvContentPartPr>
            <p14:xfrm>
              <a:off x="8632915" y="2571468"/>
              <a:ext cx="756360" cy="3088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3A338AA-9972-F09F-6BD9-A563AA2E80D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24275" y="2562468"/>
                <a:ext cx="77400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7918F3F-E700-E834-DB65-7025FDF80D02}"/>
                  </a:ext>
                </a:extLst>
              </p14:cNvPr>
              <p14:cNvContentPartPr/>
              <p14:nvPr/>
            </p14:nvContentPartPr>
            <p14:xfrm>
              <a:off x="5995555" y="4415388"/>
              <a:ext cx="363600" cy="1814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7918F3F-E700-E834-DB65-7025FDF80D0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986555" y="4406748"/>
                <a:ext cx="3812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EBF1366-A64C-D148-228B-FC27BC6AB511}"/>
                  </a:ext>
                </a:extLst>
              </p14:cNvPr>
              <p14:cNvContentPartPr/>
              <p14:nvPr/>
            </p14:nvContentPartPr>
            <p14:xfrm>
              <a:off x="6285355" y="4300188"/>
              <a:ext cx="18360" cy="111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EBF1366-A64C-D148-228B-FC27BC6AB51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276355" y="4291548"/>
                <a:ext cx="360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3D1522A-1A69-390B-0538-89A10DF9968A}"/>
                  </a:ext>
                </a:extLst>
              </p14:cNvPr>
              <p14:cNvContentPartPr/>
              <p14:nvPr/>
            </p14:nvContentPartPr>
            <p14:xfrm>
              <a:off x="6449155" y="4404588"/>
              <a:ext cx="47880" cy="939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3D1522A-1A69-390B-0538-89A10DF9968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40515" y="4395588"/>
                <a:ext cx="655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6C06FC9-77CB-E692-63E0-DE59B6B19B7F}"/>
                  </a:ext>
                </a:extLst>
              </p14:cNvPr>
              <p14:cNvContentPartPr/>
              <p14:nvPr/>
            </p14:nvContentPartPr>
            <p14:xfrm>
              <a:off x="6461395" y="4406748"/>
              <a:ext cx="38880" cy="979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6C06FC9-77CB-E692-63E0-DE59B6B19B7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452395" y="4397748"/>
                <a:ext cx="565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5C6CEC6-83E1-3480-662F-4889AACB6ADB}"/>
                  </a:ext>
                </a:extLst>
              </p14:cNvPr>
              <p14:cNvContentPartPr/>
              <p14:nvPr/>
            </p14:nvContentPartPr>
            <p14:xfrm>
              <a:off x="6903835" y="4344828"/>
              <a:ext cx="141480" cy="2192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5C6CEC6-83E1-3480-662F-4889AACB6AD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895195" y="4335828"/>
                <a:ext cx="1591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2678FB0-6CB6-BE56-89E6-A04682898759}"/>
                  </a:ext>
                </a:extLst>
              </p14:cNvPr>
              <p14:cNvContentPartPr/>
              <p14:nvPr/>
            </p14:nvContentPartPr>
            <p14:xfrm>
              <a:off x="7046755" y="4195068"/>
              <a:ext cx="145800" cy="2750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2678FB0-6CB6-BE56-89E6-A0468289875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037755" y="4186068"/>
                <a:ext cx="1634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8340F95-DD90-2643-2C8C-1F56CC22A833}"/>
                  </a:ext>
                </a:extLst>
              </p14:cNvPr>
              <p14:cNvContentPartPr/>
              <p14:nvPr/>
            </p14:nvContentPartPr>
            <p14:xfrm>
              <a:off x="7274275" y="4240428"/>
              <a:ext cx="84240" cy="205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8340F95-DD90-2643-2C8C-1F56CC22A83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265275" y="4231788"/>
                <a:ext cx="1018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118B529-8018-473D-DF55-728CC3A2D48A}"/>
                  </a:ext>
                </a:extLst>
              </p14:cNvPr>
              <p14:cNvContentPartPr/>
              <p14:nvPr/>
            </p14:nvContentPartPr>
            <p14:xfrm>
              <a:off x="7889875" y="4115508"/>
              <a:ext cx="322560" cy="3225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118B529-8018-473D-DF55-728CC3A2D48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881235" y="4106868"/>
                <a:ext cx="34020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DDA1B42-67FC-CAA5-1011-122140690837}"/>
                  </a:ext>
                </a:extLst>
              </p14:cNvPr>
              <p14:cNvContentPartPr/>
              <p14:nvPr/>
            </p14:nvContentPartPr>
            <p14:xfrm>
              <a:off x="8818675" y="3943068"/>
              <a:ext cx="553680" cy="3834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DDA1B42-67FC-CAA5-1011-12214069083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809675" y="3934428"/>
                <a:ext cx="57132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7471F87-C2A6-9292-F070-D5F8334DB082}"/>
                  </a:ext>
                </a:extLst>
              </p14:cNvPr>
              <p14:cNvContentPartPr/>
              <p14:nvPr/>
            </p14:nvContentPartPr>
            <p14:xfrm>
              <a:off x="10810195" y="3774948"/>
              <a:ext cx="984600" cy="591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7471F87-C2A6-9292-F070-D5F8334DB08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801555" y="3766308"/>
                <a:ext cx="1002240" cy="60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89919362-FE32-2767-452A-EEB65B6E92CA}"/>
              </a:ext>
            </a:extLst>
          </p:cNvPr>
          <p:cNvGrpSpPr/>
          <p:nvPr/>
        </p:nvGrpSpPr>
        <p:grpSpPr>
          <a:xfrm>
            <a:off x="4814035" y="5539668"/>
            <a:ext cx="1010880" cy="692640"/>
            <a:chOff x="4814035" y="5539668"/>
            <a:chExt cx="1010880" cy="69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3301077-367F-9F28-AF6B-9C1293E829AD}"/>
                    </a:ext>
                  </a:extLst>
                </p14:cNvPr>
                <p14:cNvContentPartPr/>
                <p14:nvPr/>
              </p14:nvContentPartPr>
              <p14:xfrm>
                <a:off x="4903315" y="5796708"/>
                <a:ext cx="119880" cy="435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3301077-367F-9F28-AF6B-9C1293E829A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94675" y="5788068"/>
                  <a:ext cx="1375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3091303-87A3-BADC-844D-503B45272864}"/>
                    </a:ext>
                  </a:extLst>
                </p14:cNvPr>
                <p14:cNvContentPartPr/>
                <p14:nvPr/>
              </p14:nvContentPartPr>
              <p14:xfrm>
                <a:off x="4814035" y="5539668"/>
                <a:ext cx="1010880" cy="287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3091303-87A3-BADC-844D-503B4527286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05395" y="5531028"/>
                  <a:ext cx="102852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888FB8F-FD46-6F06-382B-F697397AD032}"/>
              </a:ext>
            </a:extLst>
          </p:cNvPr>
          <p:cNvGrpSpPr/>
          <p:nvPr/>
        </p:nvGrpSpPr>
        <p:grpSpPr>
          <a:xfrm>
            <a:off x="973555" y="2441180"/>
            <a:ext cx="1738080" cy="2399008"/>
            <a:chOff x="973555" y="2441180"/>
            <a:chExt cx="1738080" cy="239900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E74E73-236F-D665-C957-AF88F5ED6057}"/>
                    </a:ext>
                  </a:extLst>
                </p14:cNvPr>
                <p14:cNvContentPartPr/>
                <p14:nvPr/>
              </p14:nvContentPartPr>
              <p14:xfrm>
                <a:off x="1079755" y="3141380"/>
                <a:ext cx="112680" cy="617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E74E73-236F-D665-C957-AF88F5ED605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71115" y="3132740"/>
                  <a:ext cx="13032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799E7F-8556-4DCA-5B98-B2B924A00AC4}"/>
                    </a:ext>
                  </a:extLst>
                </p14:cNvPr>
                <p14:cNvContentPartPr/>
                <p14:nvPr/>
              </p14:nvContentPartPr>
              <p14:xfrm>
                <a:off x="973555" y="2878220"/>
                <a:ext cx="540360" cy="1186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799E7F-8556-4DCA-5B98-B2B924A00AC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64915" y="2869220"/>
                  <a:ext cx="55800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F5E119-838D-8168-E908-6CF3A11E378F}"/>
                    </a:ext>
                  </a:extLst>
                </p14:cNvPr>
                <p14:cNvContentPartPr/>
                <p14:nvPr/>
              </p14:nvContentPartPr>
              <p14:xfrm>
                <a:off x="1886515" y="2441180"/>
                <a:ext cx="537120" cy="333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F5E119-838D-8168-E908-6CF3A11E378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77515" y="2432540"/>
                  <a:ext cx="5547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ACA86E4-D754-74D1-678E-5BC6FABF9D60}"/>
                    </a:ext>
                  </a:extLst>
                </p14:cNvPr>
                <p14:cNvContentPartPr/>
                <p14:nvPr/>
              </p14:nvContentPartPr>
              <p14:xfrm>
                <a:off x="1984075" y="3070820"/>
                <a:ext cx="37800" cy="552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ACA86E4-D754-74D1-678E-5BC6FABF9D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975435" y="3061820"/>
                  <a:ext cx="5544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073CD1-84DB-127B-BC94-7735BB6EAAA7}"/>
                    </a:ext>
                  </a:extLst>
                </p14:cNvPr>
                <p14:cNvContentPartPr/>
                <p14:nvPr/>
              </p14:nvContentPartPr>
              <p14:xfrm>
                <a:off x="2013235" y="3197540"/>
                <a:ext cx="398160" cy="200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073CD1-84DB-127B-BC94-7735BB6EAA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04235" y="3188900"/>
                  <a:ext cx="415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D8AF86-8027-8D3B-6FAC-A29103727919}"/>
                    </a:ext>
                  </a:extLst>
                </p14:cNvPr>
                <p14:cNvContentPartPr/>
                <p14:nvPr/>
              </p14:nvContentPartPr>
              <p14:xfrm>
                <a:off x="1134835" y="3984468"/>
                <a:ext cx="413280" cy="855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D8AF86-8027-8D3B-6FAC-A291037279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5835" y="3975468"/>
                  <a:ext cx="430920" cy="87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BD1853D-A1F9-A87E-FA71-1BA178F58853}"/>
                    </a:ext>
                  </a:extLst>
                </p14:cNvPr>
                <p14:cNvContentPartPr/>
                <p14:nvPr/>
              </p14:nvContentPartPr>
              <p14:xfrm>
                <a:off x="1852675" y="3488748"/>
                <a:ext cx="858960" cy="1177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BD1853D-A1F9-A87E-FA71-1BA178F5885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44035" y="3480108"/>
                  <a:ext cx="876600" cy="11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B16A5BF-C31B-26D2-2580-5252BA80D3A3}"/>
                    </a:ext>
                  </a:extLst>
                </p14:cNvPr>
                <p14:cNvContentPartPr/>
                <p14:nvPr/>
              </p14:nvContentPartPr>
              <p14:xfrm>
                <a:off x="1638475" y="4231068"/>
                <a:ext cx="246960" cy="111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B16A5BF-C31B-26D2-2580-5252BA80D3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29835" y="4222428"/>
                  <a:ext cx="2646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FB6E50-1B64-BB10-F45A-F55C1338CE06}"/>
                    </a:ext>
                  </a:extLst>
                </p14:cNvPr>
                <p14:cNvContentPartPr/>
                <p14:nvPr/>
              </p14:nvContentPartPr>
              <p14:xfrm>
                <a:off x="1831075" y="4238268"/>
                <a:ext cx="79920" cy="54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FB6E50-1B64-BB10-F45A-F55C1338CE0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22075" y="4229628"/>
                  <a:ext cx="975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8339A40-C15C-6E31-C0A7-542AC7C68260}"/>
              </a:ext>
            </a:extLst>
          </p:cNvPr>
          <p:cNvGrpSpPr/>
          <p:nvPr/>
        </p:nvGrpSpPr>
        <p:grpSpPr>
          <a:xfrm>
            <a:off x="5550595" y="407508"/>
            <a:ext cx="640800" cy="1207800"/>
            <a:chOff x="5550595" y="407508"/>
            <a:chExt cx="640800" cy="12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CD1C37B-B36D-2330-5AAF-263C2F58F5A9}"/>
                    </a:ext>
                  </a:extLst>
                </p14:cNvPr>
                <p14:cNvContentPartPr/>
                <p14:nvPr/>
              </p14:nvContentPartPr>
              <p14:xfrm>
                <a:off x="5550595" y="407508"/>
                <a:ext cx="592920" cy="697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CD1C37B-B36D-2330-5AAF-263C2F58F5A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41595" y="398868"/>
                  <a:ext cx="6105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B898F1-340E-16D5-608D-574DA2F7FD6D}"/>
                    </a:ext>
                  </a:extLst>
                </p14:cNvPr>
                <p14:cNvContentPartPr/>
                <p14:nvPr/>
              </p14:nvContentPartPr>
              <p14:xfrm>
                <a:off x="5613235" y="1372308"/>
                <a:ext cx="578160" cy="243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B898F1-340E-16D5-608D-574DA2F7FD6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04595" y="1363308"/>
                  <a:ext cx="595800" cy="26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524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3325EE-03AA-B400-A608-6675B70E7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165843"/>
            <a:ext cx="7224765" cy="3662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Key Differences: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Composition: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Homogeneous is uniform throughout; Heterogeneous varies throughout.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Visibility: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Homogeneous components cannot be seen with the naked eye; Heterogeneous components are visible.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Phases: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Homogeneous consists of one phase; Heterogeneous consists of two or more phases.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Separation: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Heterogeneous mixtures are generally easier to separate physically.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Particle Size: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Homogeneous particles are at atomic/molecular level; Heterogeneous particles are larger.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57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363799-2C97-847D-3931-C9344D38E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76437"/>
              </p:ext>
            </p:extLst>
          </p:nvPr>
        </p:nvGraphicFramePr>
        <p:xfrm>
          <a:off x="231112" y="719666"/>
          <a:ext cx="9967965" cy="47064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3995">
                  <a:extLst>
                    <a:ext uri="{9D8B030D-6E8A-4147-A177-3AD203B41FA5}">
                      <a16:colId xmlns:a16="http://schemas.microsoft.com/office/drawing/2014/main" val="2928426548"/>
                    </a:ext>
                  </a:extLst>
                </a:gridCol>
                <a:gridCol w="1423995">
                  <a:extLst>
                    <a:ext uri="{9D8B030D-6E8A-4147-A177-3AD203B41FA5}">
                      <a16:colId xmlns:a16="http://schemas.microsoft.com/office/drawing/2014/main" val="1095847349"/>
                    </a:ext>
                  </a:extLst>
                </a:gridCol>
                <a:gridCol w="1423995">
                  <a:extLst>
                    <a:ext uri="{9D8B030D-6E8A-4147-A177-3AD203B41FA5}">
                      <a16:colId xmlns:a16="http://schemas.microsoft.com/office/drawing/2014/main" val="2781850579"/>
                    </a:ext>
                  </a:extLst>
                </a:gridCol>
                <a:gridCol w="1423995">
                  <a:extLst>
                    <a:ext uri="{9D8B030D-6E8A-4147-A177-3AD203B41FA5}">
                      <a16:colId xmlns:a16="http://schemas.microsoft.com/office/drawing/2014/main" val="2389995948"/>
                    </a:ext>
                  </a:extLst>
                </a:gridCol>
                <a:gridCol w="1423995">
                  <a:extLst>
                    <a:ext uri="{9D8B030D-6E8A-4147-A177-3AD203B41FA5}">
                      <a16:colId xmlns:a16="http://schemas.microsoft.com/office/drawing/2014/main" val="1161454258"/>
                    </a:ext>
                  </a:extLst>
                </a:gridCol>
                <a:gridCol w="1423995">
                  <a:extLst>
                    <a:ext uri="{9D8B030D-6E8A-4147-A177-3AD203B41FA5}">
                      <a16:colId xmlns:a16="http://schemas.microsoft.com/office/drawing/2014/main" val="159271656"/>
                    </a:ext>
                  </a:extLst>
                </a:gridCol>
                <a:gridCol w="1423995">
                  <a:extLst>
                    <a:ext uri="{9D8B030D-6E8A-4147-A177-3AD203B41FA5}">
                      <a16:colId xmlns:a16="http://schemas.microsoft.com/office/drawing/2014/main" val="884049891"/>
                    </a:ext>
                  </a:extLst>
                </a:gridCol>
              </a:tblGrid>
              <a:tr h="78440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092865"/>
                  </a:ext>
                </a:extLst>
              </a:tr>
              <a:tr h="78440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87313"/>
                  </a:ext>
                </a:extLst>
              </a:tr>
              <a:tr h="7844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396084"/>
                  </a:ext>
                </a:extLst>
              </a:tr>
              <a:tr h="78440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82355"/>
                  </a:ext>
                </a:extLst>
              </a:tr>
              <a:tr h="78440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29550"/>
                  </a:ext>
                </a:extLst>
              </a:tr>
              <a:tr h="78440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9226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5B4A081F-A79C-B082-8844-AAE81815D74A}"/>
              </a:ext>
            </a:extLst>
          </p:cNvPr>
          <p:cNvGrpSpPr/>
          <p:nvPr/>
        </p:nvGrpSpPr>
        <p:grpSpPr>
          <a:xfrm>
            <a:off x="449755" y="997940"/>
            <a:ext cx="1074240" cy="414360"/>
            <a:chOff x="449755" y="997940"/>
            <a:chExt cx="107424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77C90F9-200E-334C-8D04-60426E83CD79}"/>
                    </a:ext>
                  </a:extLst>
                </p14:cNvPr>
                <p14:cNvContentPartPr/>
                <p14:nvPr/>
              </p14:nvContentPartPr>
              <p14:xfrm>
                <a:off x="449755" y="997940"/>
                <a:ext cx="51840" cy="414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77C90F9-200E-334C-8D04-60426E83CD7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3635" y="991820"/>
                  <a:ext cx="640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38A2F6-9BB6-E565-57FA-0E46DFE39F2C}"/>
                    </a:ext>
                  </a:extLst>
                </p14:cNvPr>
                <p14:cNvContentPartPr/>
                <p14:nvPr/>
              </p14:nvContentPartPr>
              <p14:xfrm>
                <a:off x="490075" y="1006580"/>
                <a:ext cx="242640" cy="282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38A2F6-9BB6-E565-57FA-0E46DFE39F2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3955" y="1000460"/>
                  <a:ext cx="254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5520B9E-B4BF-A393-AC97-C97229379B4F}"/>
                    </a:ext>
                  </a:extLst>
                </p14:cNvPr>
                <p14:cNvContentPartPr/>
                <p14:nvPr/>
              </p14:nvContentPartPr>
              <p14:xfrm>
                <a:off x="884635" y="1092980"/>
                <a:ext cx="78840" cy="196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5520B9E-B4BF-A393-AC97-C97229379B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8515" y="1086860"/>
                  <a:ext cx="91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14AEA4-2541-CE8E-5D82-6A71E7AEE2EA}"/>
                    </a:ext>
                  </a:extLst>
                </p14:cNvPr>
                <p14:cNvContentPartPr/>
                <p14:nvPr/>
              </p14:nvContentPartPr>
              <p14:xfrm>
                <a:off x="968155" y="1087940"/>
                <a:ext cx="312120" cy="172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14AEA4-2541-CE8E-5D82-6A71E7AEE2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2035" y="1081820"/>
                  <a:ext cx="324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5C58D2D-12E7-3BF0-EAB4-BF278A44891F}"/>
                    </a:ext>
                  </a:extLst>
                </p14:cNvPr>
                <p14:cNvContentPartPr/>
                <p14:nvPr/>
              </p14:nvContentPartPr>
              <p14:xfrm>
                <a:off x="1330315" y="1016660"/>
                <a:ext cx="193680" cy="237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5C58D2D-12E7-3BF0-EAB4-BF278A4489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24195" y="1010540"/>
                  <a:ext cx="20592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4DD2C5-16C8-3A7D-97F5-85640262F08D}"/>
              </a:ext>
            </a:extLst>
          </p:cNvPr>
          <p:cNvGrpSpPr/>
          <p:nvPr/>
        </p:nvGrpSpPr>
        <p:grpSpPr>
          <a:xfrm>
            <a:off x="2081275" y="928460"/>
            <a:ext cx="762840" cy="476640"/>
            <a:chOff x="2081275" y="928460"/>
            <a:chExt cx="76284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348369-02DC-7B72-B2DA-A22A6A92B7EC}"/>
                    </a:ext>
                  </a:extLst>
                </p14:cNvPr>
                <p14:cNvContentPartPr/>
                <p14:nvPr/>
              </p14:nvContentPartPr>
              <p14:xfrm>
                <a:off x="2113315" y="1007660"/>
                <a:ext cx="82080" cy="397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348369-02DC-7B72-B2DA-A22A6A92B7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07195" y="1001540"/>
                  <a:ext cx="943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9073C2-2580-5F09-282A-7DD8143FC344}"/>
                    </a:ext>
                  </a:extLst>
                </p14:cNvPr>
                <p14:cNvContentPartPr/>
                <p14:nvPr/>
              </p14:nvContentPartPr>
              <p14:xfrm>
                <a:off x="2081275" y="928460"/>
                <a:ext cx="183960" cy="35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9073C2-2580-5F09-282A-7DD8143FC34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75155" y="922340"/>
                  <a:ext cx="1962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60CBE3-F443-3C7A-4050-DE2568DEF618}"/>
                    </a:ext>
                  </a:extLst>
                </p14:cNvPr>
                <p14:cNvContentPartPr/>
                <p14:nvPr/>
              </p14:nvContentPartPr>
              <p14:xfrm>
                <a:off x="2348395" y="939260"/>
                <a:ext cx="370440" cy="307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60CBE3-F443-3C7A-4050-DE2568DEF6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2275" y="933140"/>
                  <a:ext cx="3826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ABF9D5-2E69-8AE4-4D70-C2C5264F201C}"/>
                    </a:ext>
                  </a:extLst>
                </p14:cNvPr>
                <p14:cNvContentPartPr/>
                <p14:nvPr/>
              </p14:nvContentPartPr>
              <p14:xfrm>
                <a:off x="2677435" y="1015580"/>
                <a:ext cx="166680" cy="174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ABF9D5-2E69-8AE4-4D70-C2C5264F20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71315" y="1009460"/>
                  <a:ext cx="17892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58EFB3-17AE-622F-2F91-C1701E311052}"/>
              </a:ext>
            </a:extLst>
          </p:cNvPr>
          <p:cNvGrpSpPr/>
          <p:nvPr/>
        </p:nvGrpSpPr>
        <p:grpSpPr>
          <a:xfrm>
            <a:off x="3290155" y="973100"/>
            <a:ext cx="828720" cy="433080"/>
            <a:chOff x="3290155" y="973100"/>
            <a:chExt cx="82872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D10B1D-6BC0-82E5-5638-9A5EF4754D7A}"/>
                    </a:ext>
                  </a:extLst>
                </p14:cNvPr>
                <p14:cNvContentPartPr/>
                <p14:nvPr/>
              </p14:nvContentPartPr>
              <p14:xfrm>
                <a:off x="3290155" y="973100"/>
                <a:ext cx="422280" cy="433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D10B1D-6BC0-82E5-5638-9A5EF4754D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84035" y="966980"/>
                  <a:ext cx="4345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F8869A-25DC-9532-AE94-65AF2933E077}"/>
                    </a:ext>
                  </a:extLst>
                </p14:cNvPr>
                <p14:cNvContentPartPr/>
                <p14:nvPr/>
              </p14:nvContentPartPr>
              <p14:xfrm>
                <a:off x="3870115" y="986060"/>
                <a:ext cx="248760" cy="151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F8869A-25DC-9532-AE94-65AF2933E0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63995" y="979940"/>
                  <a:ext cx="26100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936ED1-D4B6-AEC4-87BC-18FBE0E6F059}"/>
              </a:ext>
            </a:extLst>
          </p:cNvPr>
          <p:cNvGrpSpPr/>
          <p:nvPr/>
        </p:nvGrpSpPr>
        <p:grpSpPr>
          <a:xfrm>
            <a:off x="4700995" y="825500"/>
            <a:ext cx="951480" cy="472320"/>
            <a:chOff x="4700995" y="825500"/>
            <a:chExt cx="95148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BD76F75-7B4A-8C80-A188-140BDACCDDFC}"/>
                    </a:ext>
                  </a:extLst>
                </p14:cNvPr>
                <p14:cNvContentPartPr/>
                <p14:nvPr/>
              </p14:nvContentPartPr>
              <p14:xfrm>
                <a:off x="4700995" y="891740"/>
                <a:ext cx="394560" cy="406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BD76F75-7B4A-8C80-A188-140BDACCDD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94875" y="885620"/>
                  <a:ext cx="4068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6480B1-88BF-6F91-BB02-3F1DDDAC2397}"/>
                    </a:ext>
                  </a:extLst>
                </p14:cNvPr>
                <p14:cNvContentPartPr/>
                <p14:nvPr/>
              </p14:nvContentPartPr>
              <p14:xfrm>
                <a:off x="4881715" y="825500"/>
                <a:ext cx="770760" cy="335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6480B1-88BF-6F91-BB02-3F1DDDAC23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75595" y="819380"/>
                  <a:ext cx="78300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B10D17-EBE2-AEA5-51C9-A591ACB48A82}"/>
              </a:ext>
            </a:extLst>
          </p:cNvPr>
          <p:cNvGrpSpPr/>
          <p:nvPr/>
        </p:nvGrpSpPr>
        <p:grpSpPr>
          <a:xfrm>
            <a:off x="6182395" y="798140"/>
            <a:ext cx="954360" cy="462960"/>
            <a:chOff x="6182395" y="798140"/>
            <a:chExt cx="95436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34D831-00E3-6D77-3C2C-BD91A4B1F969}"/>
                    </a:ext>
                  </a:extLst>
                </p14:cNvPr>
                <p14:cNvContentPartPr/>
                <p14:nvPr/>
              </p14:nvContentPartPr>
              <p14:xfrm>
                <a:off x="6186715" y="871580"/>
                <a:ext cx="148320" cy="36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34D831-00E3-6D77-3C2C-BD91A4B1F9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80595" y="865460"/>
                  <a:ext cx="1605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EDEED83-0AF6-C8CE-CBFC-7C07D9FA6CA6}"/>
                    </a:ext>
                  </a:extLst>
                </p14:cNvPr>
                <p14:cNvContentPartPr/>
                <p14:nvPr/>
              </p14:nvContentPartPr>
              <p14:xfrm>
                <a:off x="6182395" y="798140"/>
                <a:ext cx="954360" cy="462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EDEED83-0AF6-C8CE-CBFC-7C07D9FA6CA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76275" y="792020"/>
                  <a:ext cx="966600" cy="47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4C6C24-F45D-B7A1-F5B7-50295ABCAEBF}"/>
              </a:ext>
            </a:extLst>
          </p:cNvPr>
          <p:cNvGrpSpPr/>
          <p:nvPr/>
        </p:nvGrpSpPr>
        <p:grpSpPr>
          <a:xfrm>
            <a:off x="7536715" y="855740"/>
            <a:ext cx="1013400" cy="362880"/>
            <a:chOff x="7536715" y="855740"/>
            <a:chExt cx="101340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6C877EB-AF01-47CB-F2B7-BE3C2F9C84D6}"/>
                    </a:ext>
                  </a:extLst>
                </p14:cNvPr>
                <p14:cNvContentPartPr/>
                <p14:nvPr/>
              </p14:nvContentPartPr>
              <p14:xfrm>
                <a:off x="7536715" y="855740"/>
                <a:ext cx="446760" cy="18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6C877EB-AF01-47CB-F2B7-BE3C2F9C84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30595" y="849620"/>
                  <a:ext cx="459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2F78E5-84A3-A82D-3FA0-B24F703ADCFE}"/>
                    </a:ext>
                  </a:extLst>
                </p14:cNvPr>
                <p14:cNvContentPartPr/>
                <p14:nvPr/>
              </p14:nvContentPartPr>
              <p14:xfrm>
                <a:off x="7950715" y="951140"/>
                <a:ext cx="16920" cy="267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2F78E5-84A3-A82D-3FA0-B24F703ADC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44595" y="945020"/>
                  <a:ext cx="291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74A725E-FBA4-69C0-D421-0DCF2DBDB259}"/>
                    </a:ext>
                  </a:extLst>
                </p14:cNvPr>
                <p14:cNvContentPartPr/>
                <p14:nvPr/>
              </p14:nvContentPartPr>
              <p14:xfrm>
                <a:off x="8008315" y="1028180"/>
                <a:ext cx="382680" cy="166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74A725E-FBA4-69C0-D421-0DCF2DBDB25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02195" y="1022060"/>
                  <a:ext cx="394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109330-9969-7E65-D48B-22E655D45492}"/>
                    </a:ext>
                  </a:extLst>
                </p14:cNvPr>
                <p14:cNvContentPartPr/>
                <p14:nvPr/>
              </p14:nvContentPartPr>
              <p14:xfrm>
                <a:off x="8536435" y="1029260"/>
                <a:ext cx="13680" cy="16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109330-9969-7E65-D48B-22E655D454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30315" y="1023140"/>
                  <a:ext cx="2592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458BC0D-291D-BEEA-6C1D-8FAD1442CA2F}"/>
              </a:ext>
            </a:extLst>
          </p:cNvPr>
          <p:cNvGrpSpPr/>
          <p:nvPr/>
        </p:nvGrpSpPr>
        <p:grpSpPr>
          <a:xfrm>
            <a:off x="9072115" y="882380"/>
            <a:ext cx="949680" cy="577080"/>
            <a:chOff x="9072115" y="882380"/>
            <a:chExt cx="949680" cy="57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34256A-9E4D-19A0-66F2-B12DC5520C0F}"/>
                    </a:ext>
                  </a:extLst>
                </p14:cNvPr>
                <p14:cNvContentPartPr/>
                <p14:nvPr/>
              </p14:nvContentPartPr>
              <p14:xfrm>
                <a:off x="9072115" y="1029980"/>
                <a:ext cx="71280" cy="262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34256A-9E4D-19A0-66F2-B12DC5520C0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65995" y="1023860"/>
                  <a:ext cx="83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4EA7B1-00A5-967F-34C2-77E622A14129}"/>
                    </a:ext>
                  </a:extLst>
                </p14:cNvPr>
                <p14:cNvContentPartPr/>
                <p14:nvPr/>
              </p14:nvContentPartPr>
              <p14:xfrm>
                <a:off x="9136915" y="934940"/>
                <a:ext cx="161280" cy="524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4EA7B1-00A5-967F-34C2-77E622A1412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30795" y="928820"/>
                  <a:ext cx="17352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36B0CA5-C7FD-3C43-8FFF-E11A853BBCEE}"/>
                    </a:ext>
                  </a:extLst>
                </p14:cNvPr>
                <p14:cNvContentPartPr/>
                <p14:nvPr/>
              </p14:nvContentPartPr>
              <p14:xfrm>
                <a:off x="9170395" y="1101980"/>
                <a:ext cx="226080" cy="144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36B0CA5-C7FD-3C43-8FFF-E11A853BBC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64275" y="1095860"/>
                  <a:ext cx="238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9043DC9-95F8-87B6-0CEB-194663EEBD44}"/>
                    </a:ext>
                  </a:extLst>
                </p14:cNvPr>
                <p14:cNvContentPartPr/>
                <p14:nvPr/>
              </p14:nvContentPartPr>
              <p14:xfrm>
                <a:off x="9386755" y="882380"/>
                <a:ext cx="635040" cy="385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9043DC9-95F8-87B6-0CEB-194663EEBD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80635" y="876260"/>
                  <a:ext cx="64728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8B5FF90-5858-4D99-9B17-49E1E34AF575}"/>
              </a:ext>
            </a:extLst>
          </p:cNvPr>
          <p:cNvGrpSpPr/>
          <p:nvPr/>
        </p:nvGrpSpPr>
        <p:grpSpPr>
          <a:xfrm>
            <a:off x="465955" y="1580780"/>
            <a:ext cx="944640" cy="535320"/>
            <a:chOff x="465955" y="1580780"/>
            <a:chExt cx="944640" cy="53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FCA58F0-85F9-59A6-8E25-0C8902514B77}"/>
                    </a:ext>
                  </a:extLst>
                </p14:cNvPr>
                <p14:cNvContentPartPr/>
                <p14:nvPr/>
              </p14:nvContentPartPr>
              <p14:xfrm>
                <a:off x="465955" y="1834940"/>
                <a:ext cx="221040" cy="180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FCA58F0-85F9-59A6-8E25-0C8902514B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7315" y="1826300"/>
                  <a:ext cx="238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6D4C9D4-E578-1713-F33F-78439F5BA64B}"/>
                    </a:ext>
                  </a:extLst>
                </p14:cNvPr>
                <p14:cNvContentPartPr/>
                <p14:nvPr/>
              </p14:nvContentPartPr>
              <p14:xfrm>
                <a:off x="537235" y="1841060"/>
                <a:ext cx="128160" cy="275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6D4C9D4-E578-1713-F33F-78439F5BA6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8235" y="1832420"/>
                  <a:ext cx="145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605B522-1498-6DE0-29E4-7D5B31B3062F}"/>
                    </a:ext>
                  </a:extLst>
                </p14:cNvPr>
                <p14:cNvContentPartPr/>
                <p14:nvPr/>
              </p14:nvContentPartPr>
              <p14:xfrm>
                <a:off x="782395" y="1707500"/>
                <a:ext cx="242280" cy="359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605B522-1498-6DE0-29E4-7D5B31B306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3395" y="1698860"/>
                  <a:ext cx="2599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FF2573-D5E7-CDBC-E47B-4F392A47463F}"/>
                    </a:ext>
                  </a:extLst>
                </p14:cNvPr>
                <p14:cNvContentPartPr/>
                <p14:nvPr/>
              </p14:nvContentPartPr>
              <p14:xfrm>
                <a:off x="1123315" y="1580780"/>
                <a:ext cx="287280" cy="40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FF2573-D5E7-CDBC-E47B-4F392A4746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4315" y="1572140"/>
                  <a:ext cx="304920" cy="42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26B3-1A57-6891-CCFF-C1F79F748BC8}"/>
              </a:ext>
            </a:extLst>
          </p:cNvPr>
          <p:cNvGrpSpPr/>
          <p:nvPr/>
        </p:nvGrpSpPr>
        <p:grpSpPr>
          <a:xfrm>
            <a:off x="2270995" y="1658540"/>
            <a:ext cx="587880" cy="380160"/>
            <a:chOff x="2270995" y="1658540"/>
            <a:chExt cx="58788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C937B3-73A7-D8C0-9BA5-1357B89673DB}"/>
                    </a:ext>
                  </a:extLst>
                </p14:cNvPr>
                <p14:cNvContentPartPr/>
                <p14:nvPr/>
              </p14:nvContentPartPr>
              <p14:xfrm>
                <a:off x="2270995" y="1658540"/>
                <a:ext cx="46440" cy="380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C937B3-73A7-D8C0-9BA5-1357B89673D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62355" y="1649900"/>
                  <a:ext cx="640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FA02C36-B8AA-FDCA-E4C7-DB2C050A0325}"/>
                    </a:ext>
                  </a:extLst>
                </p14:cNvPr>
                <p14:cNvContentPartPr/>
                <p14:nvPr/>
              </p14:nvContentPartPr>
              <p14:xfrm>
                <a:off x="2398795" y="1723340"/>
                <a:ext cx="193320" cy="267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FA02C36-B8AA-FDCA-E4C7-DB2C050A03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90155" y="1714340"/>
                  <a:ext cx="210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58E065B-3478-2221-41CB-5FFD143B7D4C}"/>
                    </a:ext>
                  </a:extLst>
                </p14:cNvPr>
                <p14:cNvContentPartPr/>
                <p14:nvPr/>
              </p14:nvContentPartPr>
              <p14:xfrm>
                <a:off x="2580955" y="1668620"/>
                <a:ext cx="277920" cy="366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58E065B-3478-2221-41CB-5FFD143B7D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72315" y="1659620"/>
                  <a:ext cx="295560" cy="38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0CCA56-86ED-C80A-A3E2-2A033C813890}"/>
              </a:ext>
            </a:extLst>
          </p:cNvPr>
          <p:cNvGrpSpPr/>
          <p:nvPr/>
        </p:nvGrpSpPr>
        <p:grpSpPr>
          <a:xfrm>
            <a:off x="3537115" y="1650620"/>
            <a:ext cx="678240" cy="555480"/>
            <a:chOff x="3537115" y="1650620"/>
            <a:chExt cx="678240" cy="55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9C7E914-A354-D7A6-CA64-250A4FB5930B}"/>
                    </a:ext>
                  </a:extLst>
                </p14:cNvPr>
                <p14:cNvContentPartPr/>
                <p14:nvPr/>
              </p14:nvContentPartPr>
              <p14:xfrm>
                <a:off x="3537115" y="1786700"/>
                <a:ext cx="129600" cy="419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9C7E914-A354-D7A6-CA64-250A4FB593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28475" y="1778060"/>
                  <a:ext cx="1472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752B02-4D9E-685D-A3E2-FBFD133589A5}"/>
                    </a:ext>
                  </a:extLst>
                </p14:cNvPr>
                <p14:cNvContentPartPr/>
                <p14:nvPr/>
              </p14:nvContentPartPr>
              <p14:xfrm>
                <a:off x="3591115" y="1650620"/>
                <a:ext cx="131040" cy="102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752B02-4D9E-685D-A3E2-FBFD133589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82115" y="1641620"/>
                  <a:ext cx="148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62FE5F-4F94-4DE6-A000-50C5BCFC0846}"/>
                    </a:ext>
                  </a:extLst>
                </p14:cNvPr>
                <p14:cNvContentPartPr/>
                <p14:nvPr/>
              </p14:nvContentPartPr>
              <p14:xfrm>
                <a:off x="3648355" y="1893260"/>
                <a:ext cx="154800" cy="179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62FE5F-4F94-4DE6-A000-50C5BCFC084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39355" y="1884260"/>
                  <a:ext cx="172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2F5D91A-037E-E394-0FF8-5B3165232E92}"/>
                    </a:ext>
                  </a:extLst>
                </p14:cNvPr>
                <p14:cNvContentPartPr/>
                <p14:nvPr/>
              </p14:nvContentPartPr>
              <p14:xfrm>
                <a:off x="3897835" y="1747100"/>
                <a:ext cx="317520" cy="147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2F5D91A-037E-E394-0FF8-5B3165232E9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88835" y="1738100"/>
                  <a:ext cx="33516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B2307C1-3360-121B-1FD9-8B2A522E3EC9}"/>
              </a:ext>
            </a:extLst>
          </p:cNvPr>
          <p:cNvGrpSpPr/>
          <p:nvPr/>
        </p:nvGrpSpPr>
        <p:grpSpPr>
          <a:xfrm>
            <a:off x="4750315" y="1707500"/>
            <a:ext cx="788760" cy="478800"/>
            <a:chOff x="4750315" y="1707500"/>
            <a:chExt cx="78876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2BF37B-73B6-3014-A711-9AEF606DDA25}"/>
                    </a:ext>
                  </a:extLst>
                </p14:cNvPr>
                <p14:cNvContentPartPr/>
                <p14:nvPr/>
              </p14:nvContentPartPr>
              <p14:xfrm>
                <a:off x="4750315" y="1781300"/>
                <a:ext cx="446040" cy="405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2BF37B-73B6-3014-A711-9AEF606DDA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41315" y="1772300"/>
                  <a:ext cx="4636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118480-EE97-6652-ACF7-0F134ADCE047}"/>
                    </a:ext>
                  </a:extLst>
                </p14:cNvPr>
                <p14:cNvContentPartPr/>
                <p14:nvPr/>
              </p14:nvContentPartPr>
              <p14:xfrm>
                <a:off x="5180875" y="1712900"/>
                <a:ext cx="17280" cy="70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118480-EE97-6652-ACF7-0F134ADCE04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71875" y="1704260"/>
                  <a:ext cx="34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2C44C57-A47D-A7B5-3062-3D916DC765B9}"/>
                    </a:ext>
                  </a:extLst>
                </p14:cNvPr>
                <p14:cNvContentPartPr/>
                <p14:nvPr/>
              </p14:nvContentPartPr>
              <p14:xfrm>
                <a:off x="5251795" y="1707500"/>
                <a:ext cx="287280" cy="236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2C44C57-A47D-A7B5-3062-3D916DC765B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43155" y="1698860"/>
                  <a:ext cx="30492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215FB4F-8993-4298-3A30-2392E8B55470}"/>
              </a:ext>
            </a:extLst>
          </p:cNvPr>
          <p:cNvGrpSpPr/>
          <p:nvPr/>
        </p:nvGrpSpPr>
        <p:grpSpPr>
          <a:xfrm>
            <a:off x="6192475" y="1717580"/>
            <a:ext cx="902160" cy="443880"/>
            <a:chOff x="6192475" y="1717580"/>
            <a:chExt cx="90216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A1EEED-FFF9-21FA-60F0-3466CE06CA47}"/>
                    </a:ext>
                  </a:extLst>
                </p14:cNvPr>
                <p14:cNvContentPartPr/>
                <p14:nvPr/>
              </p14:nvContentPartPr>
              <p14:xfrm>
                <a:off x="6192475" y="1758620"/>
                <a:ext cx="86040" cy="402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A1EEED-FFF9-21FA-60F0-3466CE06CA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83475" y="1749980"/>
                  <a:ext cx="1036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86DB47-1A33-EAB5-F0E4-2AEB44DDC7B4}"/>
                    </a:ext>
                  </a:extLst>
                </p14:cNvPr>
                <p14:cNvContentPartPr/>
                <p14:nvPr/>
              </p14:nvContentPartPr>
              <p14:xfrm>
                <a:off x="6431515" y="1770500"/>
                <a:ext cx="108360" cy="141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86DB47-1A33-EAB5-F0E4-2AEB44DDC7B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22875" y="1761860"/>
                  <a:ext cx="126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3C5B3E-907E-01CD-ACC4-63250C603D2E}"/>
                    </a:ext>
                  </a:extLst>
                </p14:cNvPr>
                <p14:cNvContentPartPr/>
                <p14:nvPr/>
              </p14:nvContentPartPr>
              <p14:xfrm>
                <a:off x="6647155" y="1822700"/>
                <a:ext cx="46080" cy="52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3C5B3E-907E-01CD-ACC4-63250C603D2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38155" y="1813700"/>
                  <a:ext cx="63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C2E9859-CB19-45C0-E9CB-3D963E5DC79B}"/>
                    </a:ext>
                  </a:extLst>
                </p14:cNvPr>
                <p14:cNvContentPartPr/>
                <p14:nvPr/>
              </p14:nvContentPartPr>
              <p14:xfrm>
                <a:off x="6891235" y="1717580"/>
                <a:ext cx="203400" cy="69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C2E9859-CB19-45C0-E9CB-3D963E5DC79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82595" y="1708580"/>
                  <a:ext cx="22104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8E51955-BF22-C38C-B10A-01E438EA474E}"/>
              </a:ext>
            </a:extLst>
          </p:cNvPr>
          <p:cNvGrpSpPr/>
          <p:nvPr/>
        </p:nvGrpSpPr>
        <p:grpSpPr>
          <a:xfrm>
            <a:off x="7676755" y="1535060"/>
            <a:ext cx="912960" cy="527400"/>
            <a:chOff x="7676755" y="1535060"/>
            <a:chExt cx="912960" cy="5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3D8F37-DC93-8969-7332-13A53D3274C9}"/>
                    </a:ext>
                  </a:extLst>
                </p14:cNvPr>
                <p14:cNvContentPartPr/>
                <p14:nvPr/>
              </p14:nvContentPartPr>
              <p14:xfrm>
                <a:off x="7676755" y="1658900"/>
                <a:ext cx="210600" cy="403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3D8F37-DC93-8969-7332-13A53D3274C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68115" y="1649900"/>
                  <a:ext cx="2282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334EB1-9DBF-4A84-29A8-C38ABC142510}"/>
                    </a:ext>
                  </a:extLst>
                </p14:cNvPr>
                <p14:cNvContentPartPr/>
                <p14:nvPr/>
              </p14:nvContentPartPr>
              <p14:xfrm>
                <a:off x="7800955" y="1605620"/>
                <a:ext cx="453960" cy="183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334EB1-9DBF-4A84-29A8-C38ABC1425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91955" y="1596620"/>
                  <a:ext cx="471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463AE84-4E0D-0100-E411-2A8D486B4CF7}"/>
                    </a:ext>
                  </a:extLst>
                </p14:cNvPr>
                <p14:cNvContentPartPr/>
                <p14:nvPr/>
              </p14:nvContentPartPr>
              <p14:xfrm>
                <a:off x="8429155" y="1579700"/>
                <a:ext cx="49680" cy="18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463AE84-4E0D-0100-E411-2A8D486B4CF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20515" y="1570700"/>
                  <a:ext cx="67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31BD0B-56E1-809D-5106-7A97AFB1578C}"/>
                    </a:ext>
                  </a:extLst>
                </p14:cNvPr>
                <p14:cNvContentPartPr/>
                <p14:nvPr/>
              </p14:nvContentPartPr>
              <p14:xfrm>
                <a:off x="8582155" y="1535060"/>
                <a:ext cx="7560" cy="24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31BD0B-56E1-809D-5106-7A97AFB1578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73515" y="1526420"/>
                  <a:ext cx="252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D2246C7-56CB-4DF7-90EA-E6CC417B2C45}"/>
              </a:ext>
            </a:extLst>
          </p:cNvPr>
          <p:cNvGrpSpPr/>
          <p:nvPr/>
        </p:nvGrpSpPr>
        <p:grpSpPr>
          <a:xfrm>
            <a:off x="9032155" y="1641260"/>
            <a:ext cx="969840" cy="467280"/>
            <a:chOff x="9032155" y="1641260"/>
            <a:chExt cx="96984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D832AC7-DCAE-AEB5-D21A-83BBDB3AFE96}"/>
                    </a:ext>
                  </a:extLst>
                </p14:cNvPr>
                <p14:cNvContentPartPr/>
                <p14:nvPr/>
              </p14:nvContentPartPr>
              <p14:xfrm>
                <a:off x="9032155" y="1758260"/>
                <a:ext cx="88560" cy="303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D832AC7-DCAE-AEB5-D21A-83BBDB3AFE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23155" y="1749620"/>
                  <a:ext cx="106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D42F2D-0E71-9D7C-DE53-B9F943746C48}"/>
                    </a:ext>
                  </a:extLst>
                </p14:cNvPr>
                <p14:cNvContentPartPr/>
                <p14:nvPr/>
              </p14:nvContentPartPr>
              <p14:xfrm>
                <a:off x="9285235" y="1709300"/>
                <a:ext cx="297000" cy="378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D42F2D-0E71-9D7C-DE53-B9F943746C4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76595" y="1700660"/>
                  <a:ext cx="3146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301B23C-CE16-A44D-8190-F0A3B02A94BB}"/>
                    </a:ext>
                  </a:extLst>
                </p14:cNvPr>
                <p14:cNvContentPartPr/>
                <p14:nvPr/>
              </p14:nvContentPartPr>
              <p14:xfrm>
                <a:off x="9825595" y="1693460"/>
                <a:ext cx="176400" cy="11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301B23C-CE16-A44D-8190-F0A3B02A94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816595" y="1684820"/>
                  <a:ext cx="194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33FF827-3921-6430-325F-BA3744E75545}"/>
                    </a:ext>
                  </a:extLst>
                </p14:cNvPr>
                <p14:cNvContentPartPr/>
                <p14:nvPr/>
              </p14:nvContentPartPr>
              <p14:xfrm>
                <a:off x="9562075" y="1743500"/>
                <a:ext cx="91080" cy="351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33FF827-3921-6430-325F-BA3744E7554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53435" y="1734500"/>
                  <a:ext cx="1087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EB42081-4F43-9014-858A-29006F5984FA}"/>
                    </a:ext>
                  </a:extLst>
                </p14:cNvPr>
                <p14:cNvContentPartPr/>
                <p14:nvPr/>
              </p14:nvContentPartPr>
              <p14:xfrm>
                <a:off x="9773755" y="1641260"/>
                <a:ext cx="188280" cy="254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EB42081-4F43-9014-858A-29006F5984F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64755" y="1632620"/>
                  <a:ext cx="2059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6374C6-7ECE-E580-F281-651D548AD38E}"/>
                    </a:ext>
                  </a:extLst>
                </p14:cNvPr>
                <p14:cNvContentPartPr/>
                <p14:nvPr/>
              </p14:nvContentPartPr>
              <p14:xfrm>
                <a:off x="9891835" y="2093060"/>
                <a:ext cx="19800" cy="1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6374C6-7ECE-E580-F281-651D548AD3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82835" y="2084060"/>
                  <a:ext cx="374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9B6A741-418D-8509-2BB0-D0B2868BD441}"/>
              </a:ext>
            </a:extLst>
          </p:cNvPr>
          <p:cNvGrpSpPr/>
          <p:nvPr/>
        </p:nvGrpSpPr>
        <p:grpSpPr>
          <a:xfrm>
            <a:off x="280555" y="2378180"/>
            <a:ext cx="1272600" cy="1245960"/>
            <a:chOff x="280555" y="2378180"/>
            <a:chExt cx="1272600" cy="12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C184065-14D3-767B-3BBD-FE8A1D2C8D14}"/>
                    </a:ext>
                  </a:extLst>
                </p14:cNvPr>
                <p14:cNvContentPartPr/>
                <p14:nvPr/>
              </p14:nvContentPartPr>
              <p14:xfrm>
                <a:off x="280555" y="2532260"/>
                <a:ext cx="387000" cy="423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C184065-14D3-767B-3BBD-FE8A1D2C8D1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1915" y="2523260"/>
                  <a:ext cx="4046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7650B60-19F6-EBF1-561B-CFB4D46FC29D}"/>
                    </a:ext>
                  </a:extLst>
                </p14:cNvPr>
                <p14:cNvContentPartPr/>
                <p14:nvPr/>
              </p14:nvContentPartPr>
              <p14:xfrm>
                <a:off x="420235" y="2720180"/>
                <a:ext cx="119880" cy="128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7650B60-19F6-EBF1-561B-CFB4D46FC2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1595" y="2711180"/>
                  <a:ext cx="137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C42C53C-53BA-7F02-65AD-53DC421565D2}"/>
                    </a:ext>
                  </a:extLst>
                </p14:cNvPr>
                <p14:cNvContentPartPr/>
                <p14:nvPr/>
              </p14:nvContentPartPr>
              <p14:xfrm>
                <a:off x="684475" y="2492300"/>
                <a:ext cx="84600" cy="25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C42C53C-53BA-7F02-65AD-53DC421565D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5475" y="2483300"/>
                  <a:ext cx="1022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847354B-408A-3334-847B-73327D949B7A}"/>
                    </a:ext>
                  </a:extLst>
                </p14:cNvPr>
                <p14:cNvContentPartPr/>
                <p14:nvPr/>
              </p14:nvContentPartPr>
              <p14:xfrm>
                <a:off x="622915" y="2412020"/>
                <a:ext cx="218880" cy="358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847354B-408A-3334-847B-73327D949B7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3915" y="2403020"/>
                  <a:ext cx="2365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D9BBE61-2CCB-2BC8-AE5A-25B32E14914B}"/>
                    </a:ext>
                  </a:extLst>
                </p14:cNvPr>
                <p14:cNvContentPartPr/>
                <p14:nvPr/>
              </p14:nvContentPartPr>
              <p14:xfrm>
                <a:off x="1013155" y="2378180"/>
                <a:ext cx="397440" cy="356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D9BBE61-2CCB-2BC8-AE5A-25B32E1491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4155" y="2369540"/>
                  <a:ext cx="4150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6677049-A540-1048-ADE0-64F51141F045}"/>
                    </a:ext>
                  </a:extLst>
                </p14:cNvPr>
                <p14:cNvContentPartPr/>
                <p14:nvPr/>
              </p14:nvContentPartPr>
              <p14:xfrm>
                <a:off x="567115" y="3184220"/>
                <a:ext cx="354960" cy="303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6677049-A540-1048-ADE0-64F51141F04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8475" y="3175220"/>
                  <a:ext cx="372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AD9D49A-DCAE-3771-BBEA-77E0339571E2}"/>
                    </a:ext>
                  </a:extLst>
                </p14:cNvPr>
                <p14:cNvContentPartPr/>
                <p14:nvPr/>
              </p14:nvContentPartPr>
              <p14:xfrm>
                <a:off x="849355" y="3230300"/>
                <a:ext cx="93240" cy="297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AD9D49A-DCAE-3771-BBEA-77E0339571E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0715" y="3221300"/>
                  <a:ext cx="11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7652063-DC42-F0CC-77E1-16C2BB0188C9}"/>
                    </a:ext>
                  </a:extLst>
                </p14:cNvPr>
                <p14:cNvContentPartPr/>
                <p14:nvPr/>
              </p14:nvContentPartPr>
              <p14:xfrm>
                <a:off x="1113595" y="3229220"/>
                <a:ext cx="115200" cy="293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7652063-DC42-F0CC-77E1-16C2BB0188C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4595" y="3220220"/>
                  <a:ext cx="1328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2FC614E-22BF-7C07-7EAC-25493CCB73ED}"/>
                    </a:ext>
                  </a:extLst>
                </p14:cNvPr>
                <p14:cNvContentPartPr/>
                <p14:nvPr/>
              </p14:nvContentPartPr>
              <p14:xfrm>
                <a:off x="1006315" y="3157220"/>
                <a:ext cx="337680" cy="466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2FC614E-22BF-7C07-7EAC-25493CCB73E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7315" y="3148580"/>
                  <a:ext cx="3553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291F3B-6634-FA98-EAEA-EFF03515A155}"/>
                    </a:ext>
                  </a:extLst>
                </p14:cNvPr>
                <p14:cNvContentPartPr/>
                <p14:nvPr/>
              </p14:nvContentPartPr>
              <p14:xfrm>
                <a:off x="1338955" y="3044900"/>
                <a:ext cx="105480" cy="110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291F3B-6634-FA98-EAEA-EFF03515A15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29955" y="3035900"/>
                  <a:ext cx="123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1F1C5C8-62FF-4503-649B-7710F70D7B5D}"/>
                    </a:ext>
                  </a:extLst>
                </p14:cNvPr>
                <p14:cNvContentPartPr/>
                <p14:nvPr/>
              </p14:nvContentPartPr>
              <p14:xfrm>
                <a:off x="1381435" y="3083780"/>
                <a:ext cx="171720" cy="478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1F1C5C8-62FF-4503-649B-7710F70D7B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72435" y="3074780"/>
                  <a:ext cx="189360" cy="49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F9E1DD8-B74E-E6A2-B4D1-266481FDE9C2}"/>
              </a:ext>
            </a:extLst>
          </p:cNvPr>
          <p:cNvGrpSpPr/>
          <p:nvPr/>
        </p:nvGrpSpPr>
        <p:grpSpPr>
          <a:xfrm>
            <a:off x="445435" y="3876140"/>
            <a:ext cx="923040" cy="550800"/>
            <a:chOff x="445435" y="3876140"/>
            <a:chExt cx="92304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DE9272-B6BF-5F1C-0900-F01BC466B4B7}"/>
                    </a:ext>
                  </a:extLst>
                </p14:cNvPr>
                <p14:cNvContentPartPr/>
                <p14:nvPr/>
              </p14:nvContentPartPr>
              <p14:xfrm>
                <a:off x="445435" y="4110140"/>
                <a:ext cx="329760" cy="316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DE9272-B6BF-5F1C-0900-F01BC466B4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6795" y="4101140"/>
                  <a:ext cx="3474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A654E18-BFE8-2BF9-A5DE-DC86142198D4}"/>
                    </a:ext>
                  </a:extLst>
                </p14:cNvPr>
                <p14:cNvContentPartPr/>
                <p14:nvPr/>
              </p14:nvContentPartPr>
              <p14:xfrm>
                <a:off x="769075" y="3989540"/>
                <a:ext cx="341280" cy="313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A654E18-BFE8-2BF9-A5DE-DC86142198D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0075" y="3980900"/>
                  <a:ext cx="3589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9D06AA-A902-F845-02A1-3B9033A84539}"/>
                    </a:ext>
                  </a:extLst>
                </p14:cNvPr>
                <p14:cNvContentPartPr/>
                <p14:nvPr/>
              </p14:nvContentPartPr>
              <p14:xfrm>
                <a:off x="884635" y="3876140"/>
                <a:ext cx="426240" cy="356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9D06AA-A902-F845-02A1-3B9033A845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5635" y="3867500"/>
                  <a:ext cx="4438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CE1890B-B3E2-81A3-28C9-358499801BAE}"/>
                    </a:ext>
                  </a:extLst>
                </p14:cNvPr>
                <p14:cNvContentPartPr/>
                <p14:nvPr/>
              </p14:nvContentPartPr>
              <p14:xfrm>
                <a:off x="1279915" y="4016900"/>
                <a:ext cx="88560" cy="326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CE1890B-B3E2-81A3-28C9-358499801BA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71275" y="4008260"/>
                  <a:ext cx="106200" cy="34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047F1C4-43C8-2D1C-4D3F-079C94C18AA7}"/>
              </a:ext>
            </a:extLst>
          </p:cNvPr>
          <p:cNvGrpSpPr/>
          <p:nvPr/>
        </p:nvGrpSpPr>
        <p:grpSpPr>
          <a:xfrm>
            <a:off x="627595" y="4708100"/>
            <a:ext cx="725040" cy="657720"/>
            <a:chOff x="627595" y="4708100"/>
            <a:chExt cx="725040" cy="65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F58F459-BBAB-B254-DDAB-7E79DCD9DC67}"/>
                    </a:ext>
                  </a:extLst>
                </p14:cNvPr>
                <p14:cNvContentPartPr/>
                <p14:nvPr/>
              </p14:nvContentPartPr>
              <p14:xfrm>
                <a:off x="627595" y="5131460"/>
                <a:ext cx="152280" cy="234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F58F459-BBAB-B254-DDAB-7E79DCD9DC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8955" y="5122820"/>
                  <a:ext cx="169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6E4D216-884B-1888-F1C7-77702BDB9B9A}"/>
                    </a:ext>
                  </a:extLst>
                </p14:cNvPr>
                <p14:cNvContentPartPr/>
                <p14:nvPr/>
              </p14:nvContentPartPr>
              <p14:xfrm>
                <a:off x="762595" y="4926260"/>
                <a:ext cx="101880" cy="338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6E4D216-884B-1888-F1C7-77702BDB9B9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3955" y="4917620"/>
                  <a:ext cx="1195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7EFFB45-69F0-E303-9BF5-BC54DD1F0AEB}"/>
                    </a:ext>
                  </a:extLst>
                </p14:cNvPr>
                <p14:cNvContentPartPr/>
                <p14:nvPr/>
              </p14:nvContentPartPr>
              <p14:xfrm>
                <a:off x="1024315" y="4884140"/>
                <a:ext cx="207720" cy="217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7EFFB45-69F0-E303-9BF5-BC54DD1F0AE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5675" y="4875140"/>
                  <a:ext cx="225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ED42F76-A610-859D-8E9F-9B66FDB4BE4C}"/>
                    </a:ext>
                  </a:extLst>
                </p14:cNvPr>
                <p14:cNvContentPartPr/>
                <p14:nvPr/>
              </p14:nvContentPartPr>
              <p14:xfrm>
                <a:off x="1134835" y="4708100"/>
                <a:ext cx="217800" cy="214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ED42F76-A610-859D-8E9F-9B66FDB4BE4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6195" y="4699460"/>
                  <a:ext cx="23544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C215CE4-B859-99A6-8C78-5AA83C0EBB69}"/>
                  </a:ext>
                </a:extLst>
              </p14:cNvPr>
              <p14:cNvContentPartPr/>
              <p14:nvPr/>
            </p14:nvContentPartPr>
            <p14:xfrm>
              <a:off x="2402755" y="2537660"/>
              <a:ext cx="603360" cy="1159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C215CE4-B859-99A6-8C78-5AA83C0EBB6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393755" y="2529020"/>
                <a:ext cx="6210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03B52A5-4250-5CF1-B7B1-43FE9DCE5BCF}"/>
                  </a:ext>
                </a:extLst>
              </p14:cNvPr>
              <p14:cNvContentPartPr/>
              <p14:nvPr/>
            </p14:nvContentPartPr>
            <p14:xfrm>
              <a:off x="3566995" y="2495540"/>
              <a:ext cx="331200" cy="1119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03B52A5-4250-5CF1-B7B1-43FE9DCE5BC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557995" y="2486540"/>
                <a:ext cx="3488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FE11ABB-911F-D8B3-C9FD-835D883076C6}"/>
                  </a:ext>
                </a:extLst>
              </p14:cNvPr>
              <p14:cNvContentPartPr/>
              <p14:nvPr/>
            </p14:nvContentPartPr>
            <p14:xfrm>
              <a:off x="1712995" y="2973980"/>
              <a:ext cx="21960" cy="144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FE11ABB-911F-D8B3-C9FD-835D883076C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703995" y="2965340"/>
                <a:ext cx="396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F0656D0-3584-0ACD-2BAD-F7AFDF4C3224}"/>
                  </a:ext>
                </a:extLst>
              </p14:cNvPr>
              <p14:cNvContentPartPr/>
              <p14:nvPr/>
            </p14:nvContentPartPr>
            <p14:xfrm>
              <a:off x="4400395" y="2410940"/>
              <a:ext cx="56160" cy="460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F0656D0-3584-0ACD-2BAD-F7AFDF4C322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391755" y="2401940"/>
                <a:ext cx="738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699B0F0-DEDF-BCF5-4CCC-050A29DB5B68}"/>
                  </a:ext>
                </a:extLst>
              </p14:cNvPr>
              <p14:cNvContentPartPr/>
              <p14:nvPr/>
            </p14:nvContentPartPr>
            <p14:xfrm>
              <a:off x="4999435" y="2597420"/>
              <a:ext cx="617040" cy="1407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699B0F0-DEDF-BCF5-4CCC-050A29DB5B6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990795" y="2588780"/>
                <a:ext cx="6346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FC4CA7D-7660-016B-7EEF-61CBB5AAC802}"/>
                  </a:ext>
                </a:extLst>
              </p14:cNvPr>
              <p14:cNvContentPartPr/>
              <p14:nvPr/>
            </p14:nvContentPartPr>
            <p14:xfrm>
              <a:off x="6368515" y="2585540"/>
              <a:ext cx="590040" cy="1119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FC4CA7D-7660-016B-7EEF-61CBB5AAC80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359515" y="2576900"/>
                <a:ext cx="6076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1613B5E-E257-FD81-D8F2-FBC62FF7B756}"/>
                  </a:ext>
                </a:extLst>
              </p14:cNvPr>
              <p14:cNvContentPartPr/>
              <p14:nvPr/>
            </p14:nvContentPartPr>
            <p14:xfrm>
              <a:off x="7685035" y="2555300"/>
              <a:ext cx="299520" cy="471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1613B5E-E257-FD81-D8F2-FBC62FF7B75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676395" y="2546300"/>
                <a:ext cx="3171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7E81825-2D8A-266F-DCD7-5BF43B48E1B7}"/>
                  </a:ext>
                </a:extLst>
              </p14:cNvPr>
              <p14:cNvContentPartPr/>
              <p14:nvPr/>
            </p14:nvContentPartPr>
            <p14:xfrm>
              <a:off x="8421955" y="2537660"/>
              <a:ext cx="277560" cy="482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7E81825-2D8A-266F-DCD7-5BF43B48E1B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412955" y="2529020"/>
                <a:ext cx="295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2427EE0-765D-DFAD-C007-6D182F874C17}"/>
                  </a:ext>
                </a:extLst>
              </p14:cNvPr>
              <p14:cNvContentPartPr/>
              <p14:nvPr/>
            </p14:nvContentPartPr>
            <p14:xfrm>
              <a:off x="9302155" y="2516060"/>
              <a:ext cx="405360" cy="385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2427EE0-765D-DFAD-C007-6D182F874C1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293515" y="2507420"/>
                <a:ext cx="4230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2F19C87-8AB0-D6E9-1358-15BDADCB1C03}"/>
                  </a:ext>
                </a:extLst>
              </p14:cNvPr>
              <p14:cNvContentPartPr/>
              <p14:nvPr/>
            </p14:nvContentPartPr>
            <p14:xfrm>
              <a:off x="2213035" y="3602540"/>
              <a:ext cx="321480" cy="910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2F19C87-8AB0-D6E9-1358-15BDADCB1C0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204035" y="3593540"/>
                <a:ext cx="3391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CFC4DC4-4F49-1A9B-993B-69C97915D549}"/>
                  </a:ext>
                </a:extLst>
              </p14:cNvPr>
              <p14:cNvContentPartPr/>
              <p14:nvPr/>
            </p14:nvContentPartPr>
            <p14:xfrm>
              <a:off x="3713155" y="3440900"/>
              <a:ext cx="123480" cy="720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CFC4DC4-4F49-1A9B-993B-69C97915D54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704515" y="3431900"/>
                <a:ext cx="1411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8FB75A6-CEE7-3752-E8BD-95E8B3F24F38}"/>
                  </a:ext>
                </a:extLst>
              </p14:cNvPr>
              <p14:cNvContentPartPr/>
              <p14:nvPr/>
            </p14:nvContentPartPr>
            <p14:xfrm>
              <a:off x="5388235" y="3284300"/>
              <a:ext cx="110160" cy="144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8FB75A6-CEE7-3752-E8BD-95E8B3F24F3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379235" y="3275660"/>
                <a:ext cx="1278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B2BB281-510A-6445-00AA-881191A925D9}"/>
                  </a:ext>
                </a:extLst>
              </p14:cNvPr>
              <p14:cNvContentPartPr/>
              <p14:nvPr/>
            </p14:nvContentPartPr>
            <p14:xfrm>
              <a:off x="2736475" y="4530260"/>
              <a:ext cx="34200" cy="46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B2BB281-510A-6445-00AA-881191A925D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727835" y="4521620"/>
                <a:ext cx="5184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23D9209-0523-612D-D489-A11BBA55798D}"/>
                  </a:ext>
                </a:extLst>
              </p14:cNvPr>
              <p14:cNvContentPartPr/>
              <p14:nvPr/>
            </p14:nvContentPartPr>
            <p14:xfrm>
              <a:off x="2406715" y="4191860"/>
              <a:ext cx="473760" cy="1242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23D9209-0523-612D-D489-A11BBA55798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398075" y="4182860"/>
                <a:ext cx="4914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D29D4AB-B7B3-CB51-D997-83D971971F6C}"/>
                  </a:ext>
                </a:extLst>
              </p14:cNvPr>
              <p14:cNvContentPartPr/>
              <p14:nvPr/>
            </p14:nvContentPartPr>
            <p14:xfrm>
              <a:off x="4085755" y="4088540"/>
              <a:ext cx="276480" cy="208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D29D4AB-B7B3-CB51-D997-83D971971F6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077115" y="4079900"/>
                <a:ext cx="2941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2FE8EEF-4CE9-5F21-18C0-671707039118}"/>
                  </a:ext>
                </a:extLst>
              </p14:cNvPr>
              <p14:cNvContentPartPr/>
              <p14:nvPr/>
            </p14:nvContentPartPr>
            <p14:xfrm>
              <a:off x="6159715" y="3911780"/>
              <a:ext cx="196920" cy="208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2FE8EEF-4CE9-5F21-18C0-67170703911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151075" y="3902780"/>
                <a:ext cx="2145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1A88AF2-4A1A-3A55-415D-1B9CA5667B62}"/>
                  </a:ext>
                </a:extLst>
              </p14:cNvPr>
              <p14:cNvContentPartPr/>
              <p14:nvPr/>
            </p14:nvContentPartPr>
            <p14:xfrm>
              <a:off x="2318875" y="5089340"/>
              <a:ext cx="509760" cy="849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1A88AF2-4A1A-3A55-415D-1B9CA5667B6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310235" y="5080340"/>
                <a:ext cx="5274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3AE4EEE-B80E-853B-4296-2E9CBD215D02}"/>
                  </a:ext>
                </a:extLst>
              </p14:cNvPr>
              <p14:cNvContentPartPr/>
              <p14:nvPr/>
            </p14:nvContentPartPr>
            <p14:xfrm>
              <a:off x="4319755" y="4822220"/>
              <a:ext cx="125640" cy="666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3AE4EEE-B80E-853B-4296-2E9CBD215D0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311115" y="4813580"/>
                <a:ext cx="1432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078DB8A-DDFB-F6A9-84C8-6DD62A8C9D25}"/>
                  </a:ext>
                </a:extLst>
              </p14:cNvPr>
              <p14:cNvContentPartPr/>
              <p14:nvPr/>
            </p14:nvContentPartPr>
            <p14:xfrm>
              <a:off x="5401555" y="4722500"/>
              <a:ext cx="212760" cy="882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078DB8A-DDFB-F6A9-84C8-6DD62A8C9D2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392555" y="4713500"/>
                <a:ext cx="230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5E9C420-ED21-6AC7-6FB6-3BE39A4DDADB}"/>
                  </a:ext>
                </a:extLst>
              </p14:cNvPr>
              <p14:cNvContentPartPr/>
              <p14:nvPr/>
            </p14:nvContentPartPr>
            <p14:xfrm>
              <a:off x="6777115" y="4547540"/>
              <a:ext cx="480240" cy="162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5E9C420-ED21-6AC7-6FB6-3BE39A4DDAD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768475" y="4538900"/>
                <a:ext cx="497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8674830-79BC-ECAF-AEA2-1985BC77D42E}"/>
                  </a:ext>
                </a:extLst>
              </p14:cNvPr>
              <p14:cNvContentPartPr/>
              <p14:nvPr/>
            </p14:nvContentPartPr>
            <p14:xfrm>
              <a:off x="8018035" y="4483460"/>
              <a:ext cx="40320" cy="493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8674830-79BC-ECAF-AEA2-1985BC77D42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009035" y="4474820"/>
                <a:ext cx="579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9414019-DF13-E98E-C9F8-E984288C00B4}"/>
                  </a:ext>
                </a:extLst>
              </p14:cNvPr>
              <p14:cNvContentPartPr/>
              <p14:nvPr/>
            </p14:nvContentPartPr>
            <p14:xfrm>
              <a:off x="5168635" y="4920860"/>
              <a:ext cx="559800" cy="504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9414019-DF13-E98E-C9F8-E984288C00B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159995" y="4912220"/>
                <a:ext cx="5774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C30AE11-B15C-6BFB-8E8A-8DAA947B9791}"/>
                  </a:ext>
                </a:extLst>
              </p14:cNvPr>
              <p14:cNvContentPartPr/>
              <p14:nvPr/>
            </p14:nvContentPartPr>
            <p14:xfrm>
              <a:off x="6823195" y="4879820"/>
              <a:ext cx="289800" cy="946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C30AE11-B15C-6BFB-8E8A-8DAA947B979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814195" y="4870820"/>
                <a:ext cx="3074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9DCD712-6641-7D58-C86E-E1C9FD311A89}"/>
                  </a:ext>
                </a:extLst>
              </p14:cNvPr>
              <p14:cNvContentPartPr/>
              <p14:nvPr/>
            </p14:nvContentPartPr>
            <p14:xfrm>
              <a:off x="7777915" y="4963340"/>
              <a:ext cx="132840" cy="396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9DCD712-6641-7D58-C86E-E1C9FD311A8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769275" y="4954340"/>
                <a:ext cx="1504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48CFB6D-21B4-6FB3-4860-FEC2965823BB}"/>
                  </a:ext>
                </a:extLst>
              </p14:cNvPr>
              <p14:cNvContentPartPr/>
              <p14:nvPr/>
            </p14:nvContentPartPr>
            <p14:xfrm>
              <a:off x="8501515" y="4984940"/>
              <a:ext cx="275400" cy="439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48CFB6D-21B4-6FB3-4860-FEC2965823B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492875" y="4976300"/>
                <a:ext cx="29304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3FA6F3E-9D6C-791A-AE89-4BCC54EDF7F8}"/>
              </a:ext>
            </a:extLst>
          </p:cNvPr>
          <p:cNvGrpSpPr/>
          <p:nvPr/>
        </p:nvGrpSpPr>
        <p:grpSpPr>
          <a:xfrm>
            <a:off x="9194875" y="144740"/>
            <a:ext cx="1573920" cy="459720"/>
            <a:chOff x="9194875" y="144740"/>
            <a:chExt cx="1573920" cy="45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697048-3194-B7E5-A427-B6CF0D012FF3}"/>
                    </a:ext>
                  </a:extLst>
                </p14:cNvPr>
                <p14:cNvContentPartPr/>
                <p14:nvPr/>
              </p14:nvContentPartPr>
              <p14:xfrm>
                <a:off x="9374515" y="144740"/>
                <a:ext cx="58320" cy="410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697048-3194-B7E5-A427-B6CF0D012FF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365875" y="136100"/>
                  <a:ext cx="759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8518B84-9120-3377-51BF-D65CF6089802}"/>
                    </a:ext>
                  </a:extLst>
                </p14:cNvPr>
                <p14:cNvContentPartPr/>
                <p14:nvPr/>
              </p14:nvContentPartPr>
              <p14:xfrm>
                <a:off x="9194875" y="520580"/>
                <a:ext cx="339120" cy="30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8518B84-9120-3377-51BF-D65CF608980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85875" y="511580"/>
                  <a:ext cx="356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AC35C6-D232-B54C-B3B6-81F4F9BA635D}"/>
                    </a:ext>
                  </a:extLst>
                </p14:cNvPr>
                <p14:cNvContentPartPr/>
                <p14:nvPr/>
              </p14:nvContentPartPr>
              <p14:xfrm>
                <a:off x="9538675" y="318620"/>
                <a:ext cx="95760" cy="264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AC35C6-D232-B54C-B3B6-81F4F9BA635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29675" y="309620"/>
                  <a:ext cx="113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C03B2F-591A-9CFA-67B3-5224E60568EE}"/>
                    </a:ext>
                  </a:extLst>
                </p14:cNvPr>
                <p14:cNvContentPartPr/>
                <p14:nvPr/>
              </p14:nvContentPartPr>
              <p14:xfrm>
                <a:off x="9654235" y="381260"/>
                <a:ext cx="533880" cy="223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C03B2F-591A-9CFA-67B3-5224E60568E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645235" y="372260"/>
                  <a:ext cx="551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6B4623C-012E-8FFE-B439-90F2B36D3022}"/>
                    </a:ext>
                  </a:extLst>
                </p14:cNvPr>
                <p14:cNvContentPartPr/>
                <p14:nvPr/>
              </p14:nvContentPartPr>
              <p14:xfrm>
                <a:off x="10153555" y="189380"/>
                <a:ext cx="171360" cy="335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6B4623C-012E-8FFE-B439-90F2B36D302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44555" y="180740"/>
                  <a:ext cx="1890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B0565AF-611E-E3A9-C93F-5F813E4A4389}"/>
                    </a:ext>
                  </a:extLst>
                </p14:cNvPr>
                <p14:cNvContentPartPr/>
                <p14:nvPr/>
              </p14:nvContentPartPr>
              <p14:xfrm>
                <a:off x="10422115" y="227540"/>
                <a:ext cx="346680" cy="238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B0565AF-611E-E3A9-C93F-5F813E4A438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13115" y="218900"/>
                  <a:ext cx="36432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5863D98-B061-AE8C-19FD-0A41CC2B6325}"/>
                  </a:ext>
                </a:extLst>
              </p14:cNvPr>
              <p14:cNvContentPartPr/>
              <p14:nvPr/>
            </p14:nvContentPartPr>
            <p14:xfrm>
              <a:off x="9421675" y="1198820"/>
              <a:ext cx="5040" cy="122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5863D98-B061-AE8C-19FD-0A41CC2B632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412675" y="1189820"/>
                <a:ext cx="2268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6AD1F53-6612-A5A4-0BA6-7645DCAB2F9B}"/>
              </a:ext>
            </a:extLst>
          </p:cNvPr>
          <p:cNvGrpSpPr/>
          <p:nvPr/>
        </p:nvGrpSpPr>
        <p:grpSpPr>
          <a:xfrm>
            <a:off x="10262995" y="844940"/>
            <a:ext cx="1330560" cy="4716720"/>
            <a:chOff x="10262995" y="844940"/>
            <a:chExt cx="1330560" cy="47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6D57792-FC02-E8EB-DB69-78BD9E94B830}"/>
                    </a:ext>
                  </a:extLst>
                </p14:cNvPr>
                <p14:cNvContentPartPr/>
                <p14:nvPr/>
              </p14:nvContentPartPr>
              <p14:xfrm>
                <a:off x="10262995" y="1888940"/>
                <a:ext cx="463320" cy="61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6D57792-FC02-E8EB-DB69-78BD9E94B83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54355" y="1879940"/>
                  <a:ext cx="480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28CDF47-47D3-8763-2A8B-952462D8E1F6}"/>
                    </a:ext>
                  </a:extLst>
                </p14:cNvPr>
                <p14:cNvContentPartPr/>
                <p14:nvPr/>
              </p14:nvContentPartPr>
              <p14:xfrm>
                <a:off x="10627315" y="1678340"/>
                <a:ext cx="262440" cy="460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28CDF47-47D3-8763-2A8B-952462D8E1F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18675" y="1669340"/>
                  <a:ext cx="2800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C28851D-93A4-F300-2642-F069657BE995}"/>
                    </a:ext>
                  </a:extLst>
                </p14:cNvPr>
                <p14:cNvContentPartPr/>
                <p14:nvPr/>
              </p14:nvContentPartPr>
              <p14:xfrm>
                <a:off x="10961395" y="1656740"/>
                <a:ext cx="378000" cy="318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C28851D-93A4-F300-2642-F069657BE99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52395" y="1647740"/>
                  <a:ext cx="3956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836D2B8-BD19-6F4E-DB24-BEC026AF9DBD}"/>
                    </a:ext>
                  </a:extLst>
                </p14:cNvPr>
                <p14:cNvContentPartPr/>
                <p14:nvPr/>
              </p14:nvContentPartPr>
              <p14:xfrm>
                <a:off x="11393035" y="1786700"/>
                <a:ext cx="200520" cy="164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836D2B8-BD19-6F4E-DB24-BEC026AF9DB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384035" y="1778060"/>
                  <a:ext cx="218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48151C6-87AF-3107-DCB5-9882EB022A60}"/>
                    </a:ext>
                  </a:extLst>
                </p14:cNvPr>
                <p14:cNvContentPartPr/>
                <p14:nvPr/>
              </p14:nvContentPartPr>
              <p14:xfrm>
                <a:off x="10387915" y="844940"/>
                <a:ext cx="458280" cy="4716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48151C6-87AF-3107-DCB5-9882EB022A6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78915" y="835940"/>
                  <a:ext cx="475920" cy="473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350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75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2026-03-23T09:40:35Z</dcterms:created>
  <dcterms:modified xsi:type="dcterms:W3CDTF">2026-03-23T11:05:26Z</dcterms:modified>
</cp:coreProperties>
</file>