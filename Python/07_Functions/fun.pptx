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89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24:19.8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1749 2788 9601,'-184'19'3396,"113"-4"-1186,1 2 0,-83 34 0,121-40-1832,-35 14 369,2 4 0,0 3 0,2 2 0,2 3 0,-69 54 0,35-14-13,3 3 0,-99 114 0,134-129-454,2 3 1,-72 119-1,97-134-192,1 2-1,3 0 1,3 2 0,-25 89 0,44-132-84,1 1 0,0 0 0,1 0 0,1 0 0,0 0 0,1 0 0,3 26 1,-2-36-22,0 0 1,0 0 0,1 0 0,-1-1-1,1 1 1,0 0 0,0-1 0,1 0 0,0 1-1,-1-1 1,1 0 0,1 0 0,-1-1-1,0 1 1,1-1 0,0 1 0,0-1-1,0 0 1,0-1 0,1 1 0,-1-1 0,0 0-1,1 0 1,0 0 0,0 0 0,-1-1-1,7 1 1,0 0-38,1-1-1,-1-1 1,0 0-1,1 0 1,-1-1-1,1-1 1,-1 0-1,0 0 1,0-1-1,0 0 1,14-7-1,16-9-159,60-36-1,-84 45 184,50-32-76,-2-3 0,-2-2 0,61-61 0,154-189-194,-130 112 230,142-238 0,85-229-203,-212 340 401,-14-6-1,162-504 0,-130 193 1859,-75 256-114,-92 320-1266,-11 38-146,-6 12-61,-13 26 259,-10 25-380,1 1 0,3 2 0,-17 56 0,9-23-260,-239 615-17,-177 484 0,249-538-947,57 10-4059,107-479 2439,-7 39-2308,21-72-1176,10-1-4286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24:24.16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790 1848 4504,'31'-45'1475,"-25"36"3630,-6 7-4915,1 0 0,-1 0 0,1 1-1,-1-1 1,1 1 0,-1-1 0,1 0-1,0 1 1,0-1 0,0 1 0,0 0-1,0-1 1,0 1 0,0 0-1,1-1 1,0 0 0,0 1-18,0-1-1,-1 1 1,1-1 0,-1 1-1,0-1 1,0 0 0,1 0 0,-1 0-1,0 1 1,0-1 0,-1 0-1,1 0 1,0 0 0,-1-1 0,1 1-1,0-4 1,-1-3 302,0-1-1,-1 0 1,0 0-1,-1 1 1,0-1 0,-4-12-1,4 18-381,0 0 0,0 0 0,0 0 0,0 0 0,-1 0 0,0 0 0,0 1 0,0-1 0,0 1 0,0 0 0,-1 0 0,1 0 0,-1 0 0,0 1 0,0-1 0,-7-2 0,-6-1 35,0 0-1,-1 1 0,1 1 1,-1 1-1,0 0 1,0 2-1,-1 0 1,1 1-1,-28 3 1,24 0-12,0 2 0,0 0 1,0 2-1,1 0 1,-1 1-1,2 2 0,-1 0 1,2 1-1,-1 1 0,-30 24 1,15-6 15,1 1 1,2 1-1,1 2 0,-32 47 1,45-54-78,2 0 0,1 1 0,1 1 0,1 0-1,2 1 1,1 1 0,1-1 0,2 1 0,1 1 0,-2 37 0,7-56-41,0-1 0,1 1 1,1-1-1,0 1 1,1-1-1,0 1 0,1-1 1,1 0-1,0 0 0,0 0 1,1-1-1,0 0 1,1 0-1,10 14 0,-11-18-24,0-1 0,0-1-1,0 1 1,1-1 0,0 0 0,0 0-1,0 0 1,1-1 0,-1 0 0,1 0-1,0-1 1,0 0 0,0 0-1,1 0 1,-1-1 0,1-1 0,-1 1-1,1-1 1,0 0 0,0-1-1,-1 0 1,1 0 0,0 0 0,8-2-1,1-2-42,0-1 1,0 0-1,0-1 0,-1 0 0,0-2 0,-1 0 0,1-1 0,-1 0 0,-1-1 0,0-1 0,-1 0 0,16-16 0,6-11-122,-2-1 0,55-85-1,-15 3-19,-6-3 0,-5-4-1,-6-2 1,58-198-1,100-562 96,-192 785 111,3-33 216,20-82 590,-41 206-256,-5 25 428,-1 3-403,-51 447 2083,29-158-2061,7-131-435,8 274 0,17-322-717,13 187-2952,4-105-3729,-10-134 1028,6-10-3653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24:24.92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1707 13729,'1'-3'1343,"2"-4"-1053,0 1 1,0 1-1,0-1 0,1 0 1,-1 1-1,2-1 0,-1 1 1,0 1-1,1-1 0,0 0 1,0 1-1,11-7 0,9-5 96,1 1-1,35-15 0,7-4-42,-34 16-280,0-2-1,-2-2 1,-1-1-1,-1-1 1,-1-2-1,-1-1 1,-1-1-1,-1-1 1,-2-1-1,-1-1 1,-2-1-1,-1-2 0,19-41 1,-17 26-10,-3-1 1,-2-1-1,-2-1 0,12-80 1,-25 122-12,-1 0 0,0 0 1,-1 0-1,-2-16 0,2 23-22,-1 1 0,1-1 0,-1 0 0,0 1 0,0-1 0,0 0-1,0 1 1,0-1 0,0 1 0,-1-1 0,0 1 0,1 0 0,-1 0-1,0 0 1,0 0 0,0 0 0,0 0 0,0 0 0,0 1 0,-5-3-1,4 2 6,-1 1 0,1-1 0,-1 1 0,1 0-1,-1 1 1,0-1 0,1 1 0,-1-1 0,0 1-1,0 0 1,1 0 0,-1 1 0,0-1 0,-6 3-1,2-1 32,1 1 0,-1 0-1,0 0 1,1 1 0,0 0-1,-10 8 1,0 2 116,0 1 1,0 0-1,2 1 0,-17 22 1,-12 19 161,2 1 0,4 2 1,1 2-1,4 1 0,-31 82 0,52-112-259,3 1 0,0 0 0,2 1 0,2-1 0,-2 45 0,7-53-42,1 1 0,1 0-1,1-1 1,2 0 0,0 0-1,2 0 1,17 43 0,-15-48-153,1-1 0,2 0 0,0 0 1,0-2-1,2 1 0,0-1 0,2-1 1,0-1-1,0 0 0,38 26 0,-41-33 30,1 0 0,0-1 0,0-1 0,1 0 0,0-1-1,0-1 1,1 0 0,0-1 0,-1-1 0,1-1 0,0 0-1,1 0 1,-1-2 0,0 0 0,0-1 0,0-1 0,20-4-1,-2-3-36,-1-2-1,-1-2 1,0-1-1,-1-1 0,0-1 1,-1-2-1,-1-2 0,28-23 1,3-10-13,-1-3-1,-3-3 1,-3-2 0,66-98 0,149-290-184,-27-16 645,-209 399-179,143-304 824,-160 338-648,20-61 0,-49 104 843,-1 9-827,2 1 0,0 1 1,1 0-1,-8 25 0,-35 104 624,30-78-546,-114 370 1254,123-389-1494,-148 603 1075,142-559-1119,-150 726 709,127-547-664,-7 282 1,50-521-174,-5 249-159,8-215-33,21 136 1,-18-185 58,2 1 0,1-1 0,0 0 0,18 36 0,-19-49-29,-1 0 1,1 0-1,1 0 1,-1-1-1,2 0 0,-1-1 1,1 1-1,0-1 0,1-1 1,0 0-1,15 9 0,-21-14 76,1 0 0,-1 0 0,1-1 0,0 1 0,-1-1-1,1 0 1,0 0 0,0-1 0,0 1 0,0-1 0,0 0 0,0 0 0,0 0-1,0 0 1,0-1 0,4-1 0,-2 1-30,-1-2-1,1 1 1,-1-1-1,1 1 1,-1-1-1,0-1 1,0 1-1,0-1 1,6-7-1,4-5-211,-1-1 0,-1 0 1,-1-1-1,17-33 0,-7 11 17,-3-1-1,-1 0 1,-2-2 0,-1 0 0,9-53 0,-19 68 230,-1-1 0,-2 1 1,-1-1-1,-1 0 0,-1 0 0,-2 1 1,-1-1-1,-1 1 0,-12-39 1,3 29 72,-2 0 0,-1 2 1,-2 0-1,-2 0 0,-1 2 1,-1 1-1,-2 1 0,-57-56 1,-17-4 337,-147-103 0,209 166-278,-113-75 250,70 51-31,67 43-167,-1 0 0,1 0 0,1-1 0,0-1 0,0 0 1,-15-22-1,24 30-88,0 0 0,1 0 0,-1 0 0,1-1 0,0 1 1,0-1-1,1 0 0,0 1 0,0-1 0,0 0 0,0 0 0,0 0 1,1 0-1,0 0 0,0 0 0,1 0 0,-1 0 0,1 1 0,0-1 1,0 0-1,1 0 0,0 1 0,-1-1 0,1 0 0,1 1 0,3-6 1,0 0 0,2 0 1,-1 1 0,1 0-1,0 0 1,1 1 0,0 0-1,20-13 1,10-2 5,48-20 1,-72 36-32,507-206-3015,-213 116-4701,-287 91 6688,142-45-8675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24:31.14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30 0 6845,'-16'9'1280,"2"0"5420,28-3-11740,-1 3-1761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24:32.26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0 389 8369,'7'-8'471,"-3"4"-148,-1 0 1,1 0-1,-1-1 1,0 1-1,-1 0 1,1-1-1,-1 0 1,4-10-1,-3 7 529,1 1 0,0-1-1,0 0 1,0 1 0,1 0 0,0 0 0,1 0-1,7-7 1,-10 13-724,-1 1 0,1-1 0,-1 1 0,0 0-1,1-1 1,-1 1 0,1 0 0,-1 0 0,1 1 0,-1-1 0,1 0-1,-1 1 1,0 0 0,1-1 0,-1 1 0,0 0 0,4 2 0,4 5 140,1 1 0,-1 0 0,-1 1-1,1 0 1,-2 0 0,1 1 0,-2 0 0,1 0 0,5 14 0,3 6 195,-1 0 1,-1 1-1,16 62 0,16 108 388,-42-181-785,17 95 361,9 182 0,-27-216-340,-5 0 0,-3 0 0,-17 88 0,-3-16 19,-21 100 1,45-250-101,0 0 0,1 0 0,-1 0 0,1 0 0,0 0 0,0 1-1,0-1 1,1 8 0,-1-11-6,1-1 1,-1 1-1,0-1 0,0 1 1,0 0-1,1-1 0,-1 1 1,0-1-1,1 1 0,-1-1 1,0 0-1,1 1 0,-1-1 1,1 1-1,-1-1 0,1 0 1,-1 1-1,1-1 0,-1 0 1,1 1-1,-1-1 0,1 0 1,0 1-1,1-1-1,-1 0 0,0 0 0,0-1 0,1 1 0,-1 0 0,0 0 0,1-1 0,-1 1 0,0-1 0,0 1 0,0-1 0,1 1 0,-1-1 0,0 0 0,1 0 0,14-10 0,-1-1 1,0-1-1,-1 0 0,15-18 1,50-70-17,-51 64 10,208-283-386,30-39-1023,-129 181 496,487-584-8214,-507 638 3838,-8 10-3162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24:32.74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600 1078 4332,'54'-62'1394,"-51"58"-1224,-1 0 0,1 0-1,-1 0 1,0 0 0,0 0 0,-1-1 0,1 1 0,-1 0 0,0-1-1,0 1 1,0-1 0,-1 0 0,0 1 0,0-1 0,0 1 0,0-1-1,-1 0 1,1 1 0,-1-1 0,-2-5 0,-18-40 2086,19 47-2107,0 0 0,0 0 0,-1 0 0,1 1 0,0-1 0,-1 1 0,1-1 0,-1 1 0,0 0 0,0 0 0,0 0 0,0 0 0,0 1 0,-1-1 0,1 1 0,0 0 0,-6-1 0,3 0 40,0 1 0,-1 0 0,1 1 0,0 0 0,-1 0 1,1 0-1,0 0 0,-9 3 0,-5 2 175,1 2 0,0 0 1,0 1-1,1 1 0,0 1 1,1 1-1,0 0 0,0 1 1,-23 22-1,6 0 237,0 1 1,-54 76-1,65-76-397,1 0 1,2 1-1,2 2 1,1 0-1,2 0 0,2 2 1,1 0-1,2 0 1,-6 56-1,14-75-183,1 1 0,1-1 0,2 1 0,0-1 0,1 0 0,1 0 0,0 0 0,2 0 0,1-1 0,0 0 0,2 0 0,0 0 0,1-1 0,1-1 0,1 0 0,0 0 0,1-2 0,1 1 0,1-2 0,0 1 0,1-2 0,1 0 0,0-2 0,1 1 0,0-2 0,0 0 0,2-2 0,-1 0 0,30 9 0,-23-10-64,0-2-1,1-1 1,-1-1-1,1-2 1,0 0-1,0-2 1,0-1-1,-1-1 0,1-1 1,0-1-1,42-13 1,-32 4-25,-1-1-1,-1-1 1,0-3 0,-1-1 0,0-1 0,-2-1-1,46-41 1,-12 1-26,91-106 0,45-86-22,-195 244 113,325-485-111,-38-26 951,-249 436-491,-43 81-324,171-301 2287,-310 583 1315,45-69-3225,-90 308 0,61-14-5737,101-364 1401,10-45-4077,6-45-2214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24:33.06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72 336 9893,'-48'-61'1800,"46"58"-1570,0 0 0,1 0 0,-1-1 0,0 1-1,1 0 1,-1-1 0,1 1 0,0-1 0,1 1 0,-1-1 0,0-4-1,-5-16 1706,6 22-1825,-1 0-1,1 0 1,-1 0-1,1 0 0,0 0 1,0 0-1,0 0 1,0-1-1,1 1 1,-1 0-1,0 0 1,1 0-1,-1 0 1,1 0-1,0 0 1,0 0-1,0 0 1,0 0-1,0 1 0,0-1 1,0 0-1,1 1 1,1-3-1,2-2 10,0 1-1,1 0 1,-1 0-1,1 1 1,0-1-1,8-3 0,15-7 190,1 2-1,0 2 1,61-16-1,98-6 164,-74 21-221,167 4-1,-252 9-230,0 2-1,0 0 0,0 2 1,-1 2-1,39 13 1,-56-16-13,0 0 1,-1 2-1,0-1 1,0 2-1,0-1 1,-1 2-1,0-1 1,0 1-1,-1 1 1,0-1-1,0 2 1,-1-1-1,-1 1 1,1 0-1,5 13 1,-11-18-5,0 1 0,0 0 0,-1-1 1,0 1-1,0 0 0,0 0 0,-1 0 0,0 0 1,0 0-1,0 0 0,-2 7 0,1-7 1,0 0 0,1 0 0,0 1-1,0-1 1,0 0 0,1 1 0,3 11-1,-2-16 1,0-1 0,1 1 1,-1-1-1,0 1 0,1-1 0,-1 0 0,1 0 0,0 0 0,-1 0 0,1 0 0,0 0 0,0-1 0,5 1 0,12-1-5,1-1-1,-1-1 1,0-1 0,0 0 0,37-12-1,9-1 18,-43 11 3,0 1 0,0 1 0,0 1 0,0 1 0,38 3 1,-54-1-22,1 0 1,-1 1 0,1 0 0,-1 0 0,0 1-1,0-1 1,0 2 0,0-1 0,-1 1-1,1 0 1,-1 0 0,0 1 0,0-1 0,0 1-1,-1 1 1,0-1 0,0 1 0,0 0-1,-1 0 1,0 1 0,5 9 0,-1 0-138,2 1-892,-2 0 0,0 1 0,-1 0 1,-1 0-1,-1 0 0,4 23 0,-5-13-3626,2-3-2746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24:33.33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111 103 6813,'-15'9'1652,"22"-1"596,-6-7-2125,1 0 1,-1 0 0,0 0-1,0 1 1,1-1-1,-1 0 1,0 0 0,0 1-1,0-1 1,0 0 0,0 1-1,-1-1 1,1 1-1,0 0 1,-1-1 0,1 1-1,0 3 1,0 15 407,-1 1 0,-1-1 1,-1 0-1,0 1 0,-7 22 0,-33 99 945,33-114-1111,-46 101 1562,54-124-897,17-15-696,-9 5-284,189-152-1486,-48 35-1315,161-102-5316,-201 145 1998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24:33.56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229 9 5328,'-48'-5'961,"39"4"-155,4 1-104,-39-2 470,41 2-1082,0 1 0,0-1 0,0 1 0,0 0 0,0 0 0,1 0 1,-1 0-1,0 1 0,1-1 0,-1 1 0,1-1 0,-1 1 0,1 0 0,-3 2 0,0 1 97,2-3-131,0 1 0,0-1 0,0 1 0,1 0-1,-1 0 1,1 0 0,0 0 0,0 0 0,0 1 0,1-1 0,-1 1 0,-2 7 0,-7 50 339,6-27-242,-11 122 187,9-64-227,4 26-15,4-116-98,1 0-1,-1 1 1,0-1-1,1 0 1,0-1-1,-1 1 1,1 0-1,0 0 1,0-1-1,0 1 1,0-1-1,1 0 1,-1 1-1,3 0 1,1-1 9,0 0 1,0-1-1,0 1 1,1-1 0,-1-1-1,0 1 1,0-1-1,0 0 1,0-1-1,10-3 1,3 1 10,38-8 28,92-8 0,-56 18-4858,-46 5 57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24:34.35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542 0 10757,'0'0'4840,"-6"2"-3353,-6 4-879,0 1 1,0 0-1,0 1 0,1 0 0,0 0 0,-11 12 0,-61 68 1902,58-56-1635,2 2 0,0 0 0,-27 59 0,-39 119 1723,52-109-1659,6 1 0,-37 212 0,61-266-934,3 0 1,1 1 0,3-1 0,2 1-1,2-1 1,16 78 0,-13-101-40,0-1-1,2 0 1,1 0 0,1-1 0,1 0-1,1-1 1,1 0 0,1-1 0,1-1-1,1-1 1,1 0 0,1-1 0,35 28-1,-32-31-552,1-1 0,0-2 0,1 0 0,1-2 0,0-1 0,1 0-1,0-2 1,0-1 0,1-1 0,30 3 0,-29-7-1409,1-1 1,-1-1-1,1-1 1,-1-2-1,52-9 1,-2-9-8916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24:34.54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7 466 9497,'-2'-8'287,"0"-1"0,1 0 1,0 0-1,0 0 0,1 0 0,1-1 1,0 1-1,0 0 0,0 0 1,1 1-1,1-1 0,-1 0 0,7-13 1,1-2 338,1 1 1,1 0 0,1 0 0,1 1 0,1 1 0,18-20 0,-21 28-518,1 0 0,1 1 1,1 0-1,-1 1 0,2 1 1,-1 0-1,2 1 1,-1 1-1,23-8 0,-17 8-356,2 1 0,-1 1 0,1 0 0,0 2 0,0 1 0,31 1 0,-44 2-118,-1 1-1,0 0 1,0 0 0,1 2 0,-1-1-1,0 1 1,15 7 0,-19-7-77,-1 0-1,1 1 1,0-1-1,-1 1 1,0 1-1,0-1 1,0 1-1,0 0 1,-1 0-1,0 0 1,0 1-1,6 9 1,11 34-5171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24:34.68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6081,'3'0'2356,"1"18"-1408,2 4-152,8-16-220,22 0-256,15-3-348,9 0-240,14 0-684,9-12-716,1 3-680,13 3-481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24:34.82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 1 6405,'0'0'1536,"0"18"-108,-3 0-116,13-3-200,-3 6-192,3 3-164,10 16 12,3-7-328,11 0-140,-1 0-328,11 0-368,6-3-360,11-3-288,-8-5-500,4-1-1768,3 0-1601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24:34.99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1236 0 8617,'-50'24'2132,"17"-12"-140,-31 18-36,10 1-35,4-1-433,-7 9-292,-6 3-228,-8 12-196,-2 7-152,-4 5 0,0 9-248,-7 7-236,0-7-348,4 4-716,-4 2-852,-7-9-556,14 1-2865,10-7-4148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24:35.24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10545,'25'163'3123,"10"-21"330,-7-39-1922,101 635 717,-122-663-3690,-4 121-1,-6-142-2398,-14 71 0,1-60-3508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24:35.45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634 33 6677,'17'-3'1472,"0"-1"1,0-1-1,33-14 0,-48 17-295,1 3-69,5 2-503,5 6 664,-13-8-1216,0 0 0,-1 0 0,1 1 0,0-1 0,0 0-1,0 0 1,-1 0 0,1 0 0,0 0 0,-1 0 0,1 0-1,-1 0 1,1 0 0,-1 0 0,0 0 0,-1 2 0,-6 8 182,-1 0 0,0-1 0,0 0 0,-1-1 0,0 0 0,-1 0 0,0-1 0,-1 0 1,-15 7-1,-18 7 182,-60 20 1,60-25-243,-204 67 376,164-57-3565,0 1-4988,63-19 466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24:35.75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85 7141,'24'79'2652,"-15"-54"-1707,-1 1-1,5 31 0,-6-16-478,-4-29-321,-1 0 1,0 1 0,-1-1 0,0 1-1,-1-1 1,-2 21 0,1-30 1647,5-5-1621,34-21-233,-2-1 1,0-2 0,44-42 0,-38 31-1121,70-47 0,-87 69 693,108-74-3468,-90 58 1276,1 8-686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24:36.04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1 167 2992,'0'1'107,"1"1"-1,0 0 0,0-1 1,0 1-1,0-1 1,0 1-1,0-1 0,0 0 1,0 1-1,1-1 1,-1 0-1,0 0 0,1 0 1,-1 0-1,1 0 1,-1 0-1,1 0 0,0-1 1,-1 1-1,1 0 1,0-1-1,-1 0 0,1 1 1,0-1-1,2 0 1,-1 1 511,11-13 542,117-65 3597,-125 74-4682,1 1 1,-1 0-1,1 0 0,0 1 1,-1 0-1,1 0 0,0 0 1,0 1-1,0 0 1,0 1-1,-1-1 0,11 3 1,-6-2-153,104 13-1269,-57-5 267,1-3 1,0-2-1,83-6 1,-132 0 1221,0 0 0,0 0 0,0-1 0,-1-1 0,1 1-1,14-9 1,1 0 659,-23 11-733,1-1-1,-1 1 1,1 0-1,-1-1 1,1 0 0,-1 1-1,0-1 1,0 0 0,0 0-1,0 0 1,0-1 0,0 1-1,-1 0 1,1-1 0,-1 1-1,1-1 1,-1 0 0,0 1-1,0-1 1,0 0 0,-1 1-1,1-1 1,-1 0 0,1 0-1,-1 0 1,0 0-1,0 0 1,0 1 0,0-1-1,-1 0 1,1 0 0,-1 0-1,-1-3 1,2 3-500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24:36.84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98 1822 10085,'-19'11'332,"-30"20"1385,19-14 3183,42-23-4459,1 2 0,-1 0 0,1 0 0,-1 1 0,20-2 0,11-2 24,933-148 1892,-734 122-2132,2207-281 393,11 70-484,-647 105-121,784-67-1,-11-62-157,-1551 115-1491,-522 45-1624,-15-32-4018,-252 53-923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24:37.40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1330 11209,'23'-27'506,"-14"15"-213,1 1 0,0 0 0,1 1 0,0 0 0,0 1 0,1 0-1,1 1 1,15-9 0,39-14 1352,104-34-1,78-7-37,-212 62-1426,1215-269 2788,23 79-1862,264 19-653,4 51-510,-738 59-1706,-405 20-1622,-8-17-3973,-181 20-1058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24:38.38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1081 31 6073,'-17'-6'318,"-1"0"1,0 1 0,0 1 0,-1 0 0,1 2 0,-1 0-1,1 1 1,-32 2 0,7 5 34,0 2-1,1 2 1,0 2-1,1 1 1,0 2-1,1 2 1,1 2-1,1 1 1,0 2-1,2 2 1,1 1-1,-37 34 1,38-28-192,2 2 0,0 1 0,3 1 0,1 1 0,1 2 0,3 1 0,0 1 0,3 1 0,2 1 0,1 0 0,-15 58 0,29-83-132,0-1 0,1 1 0,1 1 0,1-1 0,0 0 0,1 0 0,1 1 0,1-1 0,0 0 0,1 0 0,1 0 0,1-1 0,0 1 0,1-1 0,1 0 0,0-1 0,2 1 0,-1-1 0,2-1 0,0 0 0,0 0 0,2-1 0,17 17 0,37 26 2,2-2-1,90 53 0,-24-17-21,-64-39 27,-3 2 0,-2 4 0,88 99 0,-114-111-40,-3 3 0,-2 0 1,-2 3-1,-2 0 0,-2 2 1,21 58-1,-26-50 6,-3 2 0,-3 0 0,-2 1 0,-3 1 0,-3 0 0,-3 1 0,-2-1 1,-4 1-1,-2 0 0,-3-1 0,-3 0 0,-3 0 0,-3 0 0,-2-2 0,-30 73 0,9-53 76,-3 0 1,-4-3-1,-4-2 0,-3-2 0,-3-2 0,-69 73 0,3-23 243,-4-6 0,-184 135 0,287-238-295,9-6 2,-1 0-1,1 1 0,-13 14 1,22-20-17,0-1 1,0 1-1,1 0 1,-1-1-1,1 1 1,0 0-1,0 1 1,0-1-1,1 0 1,-1 0-1,1 1 1,0-1-1,1 1 1,-1-1-1,0 10 1,4 7 24,1 1 1,1 0 0,0-1-1,2 0 1,0 0-1,15 28 1,-8-16-13,307 767 620,51 120-250,51-26-803,-217-550-1104,-171-296-61,1-2 0,3-1-1,1-1 1,81 65 0,-25-42-5201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24:38.56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74 140 10117,'-13'-27'1748,"-21"24"-428,7-1-252,27-26-3748,10-9-728,14 3-1773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24:26.36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427 1453 7253,'-14'20'8192,"22"-22"-3795,3-3-4156,-1-1 0,0-1-1,0 0 1,-1 0 0,0-1 0,0 0 0,14-17 0,49-74 483,-58 78-543,33-52 153,-4-2-1,51-121 1,42-168-18,-22 52 547,-63 166 23,-15 37 56,-35 106-564,-2 8 135,-63 234 1381,44-156-1408,-266 1138 2476,66 14-3110,170-698 179,47-403-158,6 0 0,20 134 0,-17-229-341,1 0-1,3-1 1,1 0-1,19 45 1,-20-62 25,0 0 0,1-1 0,1 0 0,1-1 0,0 0 0,2-1 0,0-1 0,26 23 0,-40-38 362,1 0 0,0-1 0,0 1 0,1 0 0,-1-1 1,0 1-1,0-1 0,1 0 0,-1 0 0,1 0 0,-1 0 0,1 0 1,-1-1-1,1 1 0,0-1 0,-1 1 0,1-1 0,-1 0 0,1 0 0,0 0 1,-1 0-1,1-1 0,0 1 0,-1-1 0,1 0 0,-1 0 0,1 1 1,-1-2-1,1 1 0,-1 0 0,0 0 0,1-1 0,-1 1 0,0-1 1,3-2-1,-1-1 1,0 0 0,0 0 0,0 0 0,-1-1 0,0 1 1,0-1-1,0 0 0,-1 0 0,0 0 0,0 0 0,0 0 0,-1-1 1,2-11-1,-3-3-27,-1 0-1,-1 0 1,0 0 0,-2 0 0,0 0 0,-1 1 0,-1 0-1,-17-36 1,1 10-10,-2 0-1,-45-61 1,-217-255 228,203 263 98,-71-109 227,127 165-335,2-1 0,2-2 0,-18-49 0,33 72-49,1 0 0,2-1 1,0 1-1,1-1 0,0-29 0,3 38-29,2 0-1,0 1 1,0-1-1,2 0 1,6-23-1,7-15 58,34-79-1,-44 119-68,1 1-1,0-1 0,1 1 0,0 0 1,1 1-1,0 0 0,0 0 1,1 1-1,1 1 0,22-17 0,-11 9 1,31-24-469,1 4 1,2 1 0,1 3-1,2 3 1,1 2-1,1 3 1,102-28 0,-69 27-1258,106-26-5744,-106 35 643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24:26.55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0 293 9117,'44'-27'1612,"-41"12"-140,0 0-92,11 0-12,2 0-212,-5 0-235,15-13-185,-6 7-148,51-51-2024,-44 48-805,6 0-1987,4 3-3233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24:27.27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0 152 11077,'5'-8'352,"-1"1"230,1 0 1,0 0-1,0 1 1,1-1-1,0 1 1,0 0-1,9-7 1,-7 6 382,-1-1 0,0 0 1,0 0-1,-1-1 0,8-14 1,-12 21-793,0 0 0,-1 0 0,1 0 0,0 1 0,0-1 0,0 1 0,0-1 0,1 1 0,2-1 0,1-2 176,-5 4-262,1 0 0,-1 1 0,0-1 0,0 1 0,0-1 0,0 1 0,1 0 0,-1-1 0,0 1 0,0 0 0,-1 0 0,1 0 0,0 0 0,0 0 0,0 0 0,0 0 0,-1 0 0,1 0 0,-1 0 0,2 3 0,1 13 245,-2 1 1,1-1-1,-3 32 1,0-8-80,-1 113 471,-2-40-520,11 228 283,-7-337-476,0 1 0,0-1-1,1 1 1,0-1 0,0 1-1,3 9 1,-3-14-11,-1 0 0,1 0 0,-1 0 0,1 0 0,-1 0 0,1-1 0,-1 1 0,1 0 0,0 0 0,0-1 0,-1 1 0,1 0 0,0-1 0,0 1 0,0-1 0,0 1 0,-1-1 0,1 1 0,0-1 0,0 0 0,0 1 0,0-1 0,0 0 0,0 0 0,0 0 0,0 1 0,0-1 0,0 0 0,0 0 0,0-1 0,0 1 0,0 0 1,0 0-1,0 0 0,0-1 0,0 1 0,0-1 0,0 1 0,0-1 0,0 1 0,0-1 0,0 1 0,-1-1 0,2 0 0,23-17-60,-1 0 0,37-36 0,-14 10-113,55-46-250,28-26-51,188-129 0,-294 229 434,0 1-1,1 1 1,1 1-1,0 2 1,40-13 0,-58 22 37,0 0 1,0 0 0,1 1-1,-1 0 1,0 0 0,0 1 0,0 0-1,1 0 1,-1 1 0,0 0-1,0 1 1,0 0 0,0 0 0,0 1-1,0 0 1,-1 0 0,1 1-1,-1 0 1,0 0 0,0 0 0,0 1-1,-1 0 1,8 8 0,20 25-5,32 47-1,-43-54 56,1 0 0,1-2-1,40 36 1,-59-60-107,0-1 0,0 0-1,0 0 1,0-1 0,1 1 0,0-1 0,-1-1 0,1 1-1,0-1 1,0-1 0,0 1 0,12 0 0,-6-2-54,0 0 0,-1-1 0,1 0 0,0-1 0,-1 0 0,19-7 0,-2-1-67,-1-2 1,0 0 0,-1-2-1,0-1 1,28-22 0,116-103-289,-160 131 440,0-1 0,0 0 0,-1-1 0,-1 0 1,1 0-1,-2-1 0,0 0 0,0-1 1,-1 0-1,6-14 0,-13 25 25,1 0 0,0 1-1,-1-1 1,1 0 0,-1 1-1,0-1 1,1 0 0,-1 0 0,0 0-1,0 1 1,0-1 0,0 0-1,-1 0 1,1 1 0,0-1 0,-1 0-1,1 0 1,-1 1 0,1-1-1,-1 0 1,0 1 0,0-1-1,0 1 1,0-1 0,0 1 0,0 0-1,0-1 1,-1 1 0,1 0-1,0 0 1,-1 0 0,1-1 0,-1 2-1,1-1 1,-1 0 0,1 0-1,-4-1 1,-2 0-2,-1 1 1,0-1-1,0 1 0,0 0 1,0 1-1,-12 0 0,-1 2 8,0 1 1,0 0-1,1 1 0,-1 2 1,1 0-1,0 1 0,1 1 1,0 1-1,0 0 0,-28 20 1,10-2-210,1 1 0,1 1 1,-53 60-1,88-89 186,-1 1-1,0 0 0,1 0 1,-1 0-1,1 0 1,-1 0-1,1 0 1,0 0-1,-1 1 0,1-1 1,0 0-1,0 0 1,0 0-1,0 0 1,0 0-1,0 0 0,0 0 1,0 1-1,0-1 1,1 0-1,-1 0 1,0 0-1,1 0 0,-1 0 1,1 0-1,-1 0 1,1 0-1,-1 0 1,1 0-1,0 0 1,-1-1-1,1 1 0,0 0 1,0 0-1,0-1 1,1 2-1,1 1 8,-1-1 0,1 0 0,0 0 1,0 0-1,0-1 0,0 1 0,0-1 0,0 0 0,1 1 0,-1-1 0,0-1 0,6 2 0,66-3-92,0-2-1,78-15 1,19-1 127,2-3-627,-99 9-2409,4 0-5346,-49 10 1884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24:27.68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 0 7645,'0'0'11327,"-2"2"-11046,1-1-257,0 1 0,0-1 0,1 0 0,-1 0 1,0 1-1,0-1 0,0 1 0,1-1 0,-1 0 0,1 1 0,-1-1 0,1 1 0,0-1 0,0 1 0,0 0 0,-1-1 0,1 1 1,1-1-1,-1 1 0,0-1 0,0 1 0,1 2 0,0-2 4,0 1 0,1-1 1,-1 0-1,1 1 0,-1-1 0,1 0 0,0 0 1,0 0-1,0-1 0,0 1 0,0 0 0,0-1 0,1 1 1,3 1-1,2 1-12,0 0 1,0-1-1,0-1 1,13 3 0,-18-4-13,-1 0 0,1 0 0,-1 0 0,1 0 0,-1 1 0,1-1 0,-1 1 0,1 0 0,1 2 0,5 2-35,39 25-112,-29-17-648,32 16-1,-45-27 620,0 0 0,0-1 0,1 0 0,-1 0 0,0 0 0,1-1-1,-1 0 1,1 0 0,0 0 0,6-1 0,8-3 156,-1 0-1,0 0 1,-1-2-1,1-1 1,-1 0 0,0-1-1,0-2 1,25-14 0,27-4 1982,-68 26-1285,-7 34-505,4-31-339,1 0 1,-1 0-1,1 0 1,0 0-1,-1 0 0,1 0 1,0 0-1,0 0 0,0-1 1,0 1-1,0 0 0,1-1 1,-1 1-1,0 0 1,1-1-1,0 0 0,-1 1 1,1-1-1,0 0 0,-1 0 1,1 0-1,0 0 0,0 0 1,0 0-1,0-1 1,0 1-1,0 0 0,3 0 1,77 17-11517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24:28.10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928 127 9745,'-25'-73'1848,"24"70"-1584,-1-1 0,1 1 0,-1 0 1,0 0-1,0 0 0,-1 0 0,1 0 0,0 0 0,-1 1 0,0-1 0,1 1 1,-1 0-1,0 0 0,0 0 0,0 0 0,-1 0 0,1 1 0,0-1 1,-1 1-1,1 0 0,-1 0 0,1 0 0,-1 0 0,1 1 0,-8-1 0,3 2 30,-1-1-1,1 1 0,-1 1 1,1 0-1,0 0 0,-1 0 0,1 1 1,-11 6-1,3-1 102,1 1 0,1 0-1,-1 2 1,2-1 0,-1 2 0,-13 15 0,-5 10 466,-28 40 1,11-4 124,3 1 0,-38 87-1,-55 171 974,90-189-1724,6 1 1,7 2 0,6 2-1,6 0 1,7 2-1,7 0 1,6 0-1,26 254 1,-15-343-826,4 0 0,2-1 0,2 0 0,46 110 0,-45-134-129,2-1 0,1-1 0,2-1 1,1-1-1,2 0 0,1-2 0,1-1 0,56 47 0,-50-51-680,1-2 0,2-1 0,0-1 0,1-3 0,1-1 0,43 14 0,93 18-8796,-169-49 9964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24:28.56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464 64 9681,'-2'-8'420,"1"5"-170,0 0 0,0 0 1,1 0-1,-1 0 0,1 0 0,-1-1 0,1 1 1,0 0-1,0 0 0,1 0 0,-1 0 0,1 0 1,-1-1-1,5-8 4830,-19 26-2598,7 0-1982,0 0 1,2 0-1,-1 1 0,2 0 1,0 0-1,1 0 0,-3 30 1,1-12-7,-156 800 4398,-1-133-3979,100-358-1856,52-259-526,3-1-1,6 99 0,2-162 617,1 1-1,1-1 0,1 0 1,11 36-1,-10-44-772,0 1-1,0-1 1,1 0-1,14 20 1,16 5-9106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24:28.82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74 118 9869,'-14'-12'476,"11"10"-326,0-1 0,0 0 0,0 1 0,0-1 0,1 0 1,-1-1-1,1 1 0,0 0 0,-1-1 0,2 1 0,-1-1 0,0 0 0,1 1 0,-1-1 0,0-5 1,1 4 607,-1-1 1,0 1-1,0 0 1,-1 0 0,-4-7-1,2 4-154,4 6 192,1 5-241,2 9-406,1 1 1,0 0-1,0-1 1,1 0-1,1 0 0,0 0 1,1-1-1,12 19 0,-1 2 5,2 4-33,136 274 450,-111-213-412,38 128 0,-73-192-86,0 0-1,-3 1 0,0 0 0,0 56 0,-5-75-41,-2 0 0,0 0 0,-1 0 0,0 0-1,-1 0 1,-1 0 0,0-1 0,-1 1 0,-1-1-1,0-1 1,-1 1 0,-15 22 0,-4-6-36,-1-1 0,-2-1-1,-55 42 1,3-2-2276,62-50-192,5 2-2418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24:29.04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622 0 11373,'-28'1'487,"-1"1"393,0 0 0,-1 2-1,-29 7 1,-9 2 1544,40-8-1456,0 0 1,1 2 0,-46 18 0,50-15-452,0 2 0,-37 25-1,50-30-398,0 1-1,1 1 0,0 0 0,0 0 0,1 0 0,0 1 0,-10 18 1,13-19-98,0 0 0,0 1 0,1-1 0,0 1 1,1 0-1,0 0 0,1 0 0,-2 13 0,4-18-52,0 0-1,0-1 1,0 1-1,1 0 1,-1 0-1,1 0 1,0 0-1,0 0 1,1-1-1,0 1 1,0-1-1,0 1 1,0-1-1,0 0 1,1 1-1,0-1 0,0-1 1,0 1-1,4 3 1,-3-4-62,0 0 0,0 0 1,0 0-1,1-1 0,-1 1 0,1-1 1,-1 0-1,1-1 0,0 1 0,0-1 1,10 1-1,58 2-1598,-59-5 1254,27-1-1382,0-3 0,0-1 0,0-2 1,61-21-1,-69 20-398,39-10-3923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24:29.58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90 8257,'0'0'1973,"7"-13"938,-7 13-2852,0 0 1,0-1-1,0 1 0,0 0 0,0 0 0,0-1 0,0 1 0,0 0 0,0-1 0,0 1 1,0 0-1,0-1 0,1 1 0,-1 0 0,0 0 0,0-1 0,0 1 0,1 0 1,-1 0-1,0 0 0,0-1 0,0 1 0,1 0 0,-1 0 0,0 0 0,0-1 1,1 1-1,-1 0 0,0 0 0,1 0 0,-1 0 0,0 0 0,0 0 0,1 0 0,-1 0 1,0 0-1,1 0 0,-1 0 0,1 0 0,2 13 444,-1 1 0,0-1 0,0 1 0,-2 0 0,-1 24 0,2 28 200,39 258 698,-35-286-1297,1 66 0,-6-73-431,2-1 0,1 0 0,11 50 0,-8-49-947,-6-31 1257,0 1 0,0-1 0,0 0 0,0 0 1,1 0-1,-1 0 0,0 1 0,0-1 1,0 0-1,0 0 0,0 0 0,0 0 0,0 0 1,0 1-1,1-1 0,-1 0 0,0 0 0,0 0 1,0 0-1,0 0 0,0 0 0,1 0 0,-1 0 1,0 1-1,0-1 0,0 0 0,0 0 0,1 0 1,-1 0-1,0 0 0,0 0 0,0 0 0,0 0 1,1 0-1,-1 0 0,0 0 0,0 0 0,0 0 1,1 0-1,-1 0 0,0-1 0,0 1 0,0 0 1,0 0-1,0 0 0,1 0 0,-1 0 0,0 0 1,0 0-1,0 0 0,1-1 0,40-7-769,1-2 0,-1-2 0,-1-2 0,0-1 0,48-27 0,184-121-604,-224 131 1738,-2-1-1,-1-3 1,64-66-1,-93 84-22,0-1 0,-2-1-1,0 0 1,-1 0 0,-1-2-1,13-33 1,-12 27 63,-7 17-234,-2-1-1,1 1 1,-1-1 0,-1 1 0,0-1 0,-1 0-1,2-13 1,-4 17-50,-1-1-1,1 1 1,-1 0-1,-1-1 1,1 1-1,-1 0 1,-7-16 0,8 21-81,0 0 1,0-1-1,-1 1 1,0 0 0,1 0-1,-1 0 1,0 1-1,0-1 1,0 0 0,-1 1-1,1-1 1,-1 1-1,0 0 1,1 0-1,-1 0 1,0 0 0,0 0-1,0 0 1,-4-1-1,3 3-2,0-1-1,0 0 0,0 1 0,-1 0 1,1 0-1,0 0 0,0 0 0,0 1 1,0-1-1,0 1 0,0 0 0,0 0 1,0 1-1,-4 1 0,-1 2-16,0-1 0,0 2 0,1-1 1,-1 1-1,1 1 0,1-1 0,-1 1 0,1 1 0,1-1 1,-1 1-1,1 0 0,-8 14 0,-22 60-446,33-73 338,0 0 0,1-1 0,-1 1 0,2 0 0,-1 1 0,1-1 0,1 15 1,0-22 85,1 0 1,0 0-1,0 0 1,0 0-1,0 0 1,0 0 0,0 0-1,0-1 1,0 1-1,1 0 1,-1-1-1,1 1 1,-1-1 0,1 1-1,0-1 1,0 0-1,-1 0 1,1 1-1,0-1 1,0-1 0,0 1-1,0 0 1,0 0-1,0-1 1,1 1-1,-1-1 1,0 0 0,3 1-1,10 1-65,1-1-1,28 0 1,-31-2 82,87 2-101,0 5 0,0 3 1,0 5-1,179 50 0,-196-44 109,-80-19 5,0-1-100,6-1-225,0-1-1,-1 0 0,1-1 0,-1 0 0,0 0 0,1-1 1,-1 0-1,-1 0 0,12-8 0,15-7-1090,7-3-1908,5-5-1455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24:30.25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78 6533,'0'0'1700,"2"-2"-79,5-5-845,0 0 0,0 0 1,1 1-1,-1 1 1,1-1-1,0 1 0,9-4 1,-7 5-554,-1 0 0,1 1 0,0 0 0,0 0 0,0 1 0,0 0 0,0 1 0,0 0 0,0 1 1,1 0-1,13 2 0,-21-2-201,0 1 1,0 0 0,0 0-1,0 0 1,-1 1-1,1-1 1,0 0 0,-1 1-1,1 0 1,-1 0-1,1 0 1,-1 0 0,0 0-1,0 0 1,0 0 0,0 1-1,0-1 1,-1 1-1,1 0 1,-1-1 0,3 6-1,0 2 11,-1 1 0,1 0 0,-2-1-1,3 19 1,-3-11 3,-2 0 0,0 0 1,0 0-1,-2 0 0,0-1 0,-5 19 0,-36 104 108,24-81-96,-88 278 95,106-331-126,-1 0-1,0 0 1,1 1-1,0-1 1,1 0-1,0 11 1,0-16-13,4-4-5,137-118-1548,-24 18-1563,67-59-4265,-115 105 2289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24:30.38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81 1 5276,'0'0'1081,"-11"21"-217,-9 12-160,7-21-88,3 6-140,-3 3-268,6 3 164,0 0-84,7 0-92,4 1-184,6 2-216,20 12-444,-17-27-712,17 3-908,31 6-361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24:30.62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1183 0 5913,'-11'38'2521,"9"-32"-2124,0 0-1,0 0 1,0 0 0,1 0 0,0 0-1,0 1 1,0 9 0,10 91 2159,26 112 0,-9-63-1419,51 476 1517,-64-443-2089,-15 260 0,-4-369-468,-3 1 0,-5-1 0,-26 93 0,28-137-147,-1-1-1,-1 0 1,-3-1 0,0 0-1,-34 46 1,-259 328-1722,274-366 1327,-3-1 0,-1-2 0,-62 47-1,-18-1-3219,-153 83 0,69-57-4195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24:50.49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51 612 4544,'-39'-7'1170,"31"5"-100,5-16 1063,3 13-1883,-1 1-1,1-1 1,1 0 0,-1 1-1,1-1 1,-1 0-1,1 1 1,0-1-1,1 1 1,-1-1-1,1 1 1,0 0-1,0-1 1,1 1-1,-1 0 1,1 1-1,0-1 1,0 0-1,4-4 1,1 1-189,1 1 1,-1 0 0,1 0 0,0 1 0,0 0-1,1 0 1,19-6 0,60-14 196,2 4-1,157-17 1,174-1-72,-333 32-154,938-45 161,-35 34-189,-148 3-649,-364-7-135,-8-42-1013,-447 59 1519,15-3-191,43-15-1,-72 19 9,0 0-1,-1-1 1,1 0 0,-1-1 0,0 0 0,0 0-1,-1-1 1,13-12 0,-16 12-560,0 0 0,0-1 0,7-14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24:50.79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1 222 5428,'0'0'3324,"1"-4"-2433,1-3-775,1 1 0,0 0 0,1 0 0,-1 0 0,1 0 0,0 1 0,0 0 0,1-1 0,0 1 0,0 1 1,0-1-1,0 1 0,1 0 0,0 0 0,-1 1 0,1-1 0,8-2 0,14-6 129,0 0 0,50-12-1,10 3-40,1 3-1,118-6 0,186 9 40,763 34-1039,-396 0-2845,-501-15 1018,5 1-652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24:43.84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2428 21 8125,'-1'-2'140,"-1"0"0,1 1 1,-1-1-1,0 1 0,0-1 1,0 1-1,0 0 0,0-1 0,0 1 1,0 0-1,0 0 0,0 1 1,-1-1-1,1 0 0,0 1 1,0-1-1,-1 1 0,1 0 0,-4 0 1,3 0 26,0 1-1,0 0 1,1 1 0,-1-1-1,0 0 1,0 1 0,1-1 0,-1 1-1,1 0 1,-1 0 0,1 0 0,0 0-1,-1 1 1,1-1 0,1 0 0,-3 4-1,-22 28 607,3 1 0,1 1 0,1 1 0,2 1 0,2 1 0,1 0 0,3 1 0,0 1 0,-5 42 0,1 39 685,-1 192 0,28 132 110,-4-272-1187,4 425 640,-37 3-348,7-414-466,-54 217 0,40-270-126,-6-2 0,-77 172 0,65-194-606,-5-2 0,-5-3 0,-4-2 0,-5-4 0,-4-2 0,-4-4 0,-176 159 1,127-146-2165,-222 139 1,8-49-4068,59-56-2263,272-135 8643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24:41.39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311 2542 5617,'0'1'307,"0"0"0,1-1 0,-1 1 0,1 0 1,-1 0-1,1-1 0,0 1 0,-1 0 1,1-1-1,0 1 0,-1-1 0,1 1 1,0-1-1,0 1 0,-1-1 0,1 1 1,0-1-1,0 0 0,1 1 0,13-6 1620,-12 3-1804,1-1 0,-1 0 0,0-1 0,0 1 0,-1 0 0,1-1-1,2-5 1,53-85 1405,55-102-253,103-247-143,-104 162-198,128-494 1,-214 673-678,153-513 1502,-173 604-1230,-4 19-311,-6 33 71,3-38-231,-62 390 2362,17-124-1356,-94 655 1272,-77 480-542,-140 1003-563,281-1653-1249,45-1-703,32-630 172,6 1 0,27 156 0,-23-225 176,2-1 1,2 0-1,2-1 1,3-1-1,2 0 1,3-2-1,41 64 1,-51-92 50,1-1 1,1 0-1,1-1 0,1-1 1,0-1-1,2-1 1,0-1-1,1 0 1,36 19-1,-43-28 110,-1 0 0,1-2-1,0 1 1,1-2 0,0 0 0,-1-1 0,1 0 0,0-1-1,0-1 1,1-1 0,-1 0 0,0-1 0,0 0 0,0-2 0,0 0-1,26-9 1,-26 7 110,-1-2-1,-1 0 0,1 0 1,-1-1-1,-1-1 1,0-1-1,0 0 0,0 0 1,-1-1-1,-1-1 1,0 0-1,-1 0 0,0-1 1,-1 0-1,14-27 0,-13 19 43,-1-1-1,-1-1 0,-2 1 0,0-1 0,-1 0 0,-1-1 0,-1 1 0,-1-1 0,-1 1 1,-3-33-1,-4 5 83,-2-1 1,-3 1 0,-2 1 0,-2 0 0,-2 1 0,-2 0-1,-31-55 1,-206-308 131,48 117-106,-196-305-244,334 480 205,5-4 0,6-2 0,-45-143 1,81 197-11,4-2 0,2 0 1,4-1-1,3 0 0,4-1 0,2 0 1,9-94-1,1 110 22,2 0 0,3 1 0,3 0 0,2 1 0,2 0-1,4 2 1,29-59 0,-34 85-114,1 0-1,1 1 1,1 0-1,1 2 1,2 0-1,1 2 1,1 1-1,1 0 1,1 2-1,1 1 0,0 2 1,2 0-1,50-22 1,-39 24-783,1 2 1,82-18-1,-88 26-1482,71-3 0,13 13-4322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24:41.61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125 338 11037,'-37'18'926,"22"-11"618,1 0 0,-25 17 0,37-22 294,0-4 108,1 2-1746,0-1 0,0 1-1,0-1 1,0 0 0,0 1-1,0-1 1,0 0 0,0 0-1,0 0 1,0 0 0,0 0 0,1 1-1,-1-1 1,0-1 0,1 1-1,-2-1 1,3 0-91,0 1 0,-1-1 0,1 1-1,0 0 1,0-1 0,0 1 0,0 0 0,0 0 0,0 0-1,1 0 1,-1 0 0,0 0 0,1 0 0,-1 0 0,0 0-1,1 1 1,1-2 0,69-35-301,2 3 0,126-41 0,-17 8-3574,47-26-4945,-109 42-985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24:42.39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41 417 10729,'-11'-13'421,"8"11"-317,1-1 0,0 1 0,0 0 0,0-1 0,0 1 1,0-1-1,0 1 0,0-1 0,1 0 0,-1 0 1,1 0-1,0 0 0,0 0 0,0 0 0,0 0 0,1 0 1,-1-1-1,1 1 0,0 0 0,0 0 0,0 0 1,0-1-1,1-2 0,1-3 509,0 0 0,-1-1 0,-1 1 0,1 0 0,-1-1 0,-1 1 0,-2-16 1,1 13-237,1 0 0,0 0 1,1 0-1,1-14 0,1 13-183,1 0 0,0 1 1,0 0-1,1 0 0,1 0 0,12-23 0,-14 31-147,-1 0 0,1 0-1,0 0 1,0 0 0,1 0 0,-1 1-1,1 0 1,0-1 0,0 1-1,0 0 1,0 1 0,0-1 0,1 1-1,-1 0 1,1 0 0,-1 0-1,1 1 1,0 0 0,0-1 0,0 2-1,0-1 1,6 0 0,0 2-30,0 0 1,-1 1 0,1 0 0,-1 1-1,0 0 1,1 1 0,-1 0-1,-1 0 1,1 1 0,-1 0 0,0 1-1,0 0 1,0 0 0,-1 1 0,10 11-1,2 2 16,-1 2 0,-1 0 0,0 1-1,23 42 1,-16-16-2,-1 1 0,-3 0 0,-1 2 0,22 102 0,-21-43 23,8 157 0,-35 55 24,-1-171-95,2-96-44,3-37-20,1 1-1,2 34 0,-2-53 70,1 1 0,1 0 1,-1-1-1,0 1 0,0-1 0,1 1 0,-1-1 1,0 1-1,1-1 0,0 0 0,-1 1 0,1-1 0,0 1 1,0-1-1,0 0 0,0 0 0,0 0 0,0 1 0,0-1 1,0 0-1,0 0 0,0 0 0,3 1 0,-2-2-6,0 1 0,0-1 0,0 0 0,0 0 0,0 0 0,-1 0 0,1 0 0,0 0 0,0-1-1,0 1 1,0 0 0,0-1 0,0 0 0,0 1 0,3-3 0,8-4-86,-1-1 0,0 0 1,21-19-1,-33 26 102,53-51-362,-2-2 1,73-102-1,-105 131 309,266-326-487,-224 285 480,2 4 1,3 2-1,81-57 1,-117 96 150,1 2 1,1 0-1,0 2 1,1 2-1,1 1 1,37-10-1,-55 19-14,0 2 0,-1 0 0,1 1-1,0 0 1,0 1 0,0 1-1,0 1 1,0 0 0,0 1 0,0 1-1,0 0 1,-1 1 0,1 1 0,-1 0-1,0 1 1,14 9 0,-6-1 52,-1 0 0,-1 2 0,0 1 0,-1 0 0,-1 2 0,19 22 0,3 11 81,42 70 0,-54-77-84,2-1-1,1-1 1,70 68 0,-88-97-149,2 0 0,-1-1 0,2-1 0,0-1 1,0 0-1,1-1 0,1-1 0,-1 0 0,1-2 0,1 0 0,-1-1 1,1-1-1,21 2 0,-32-6-12,-2 0-4,1 0 0,0-1 0,-1 0 0,1 0 0,0 0 0,-1-1 0,1-1 0,-1 1 0,1-1 0,-1 0 0,0-1 0,0 0 0,0 0 0,0 0 0,0-1 0,9-7 0,29-19-492,46-41 0,-72 54 387,0-1 1,-1-1-1,-1-1 1,-1 0 0,-1-2-1,-1 1 1,-1-2-1,18-39 1,-21 40 78,61-139-385,-63 137 370,0 0 0,-2 0 0,-1-1 0,4-48 0,-9 68 84,0 0 1,0 0-1,0 0 0,-1 0 1,1 0-1,-1 0 0,-1 1 1,1-1-1,-1 0 0,-3-7 0,4 10 3,-1-1 0,0 1 0,0-1 0,0 1 0,0 0-1,0 0 1,0 0 0,-1 0 0,1 0 0,-1 1-1,1-1 1,-1 1 0,1-1 0,-1 1 0,0 0-1,0 0 1,0 0 0,-5 0 0,0 0 6,0 0-1,0 1 1,0 0 0,0 1-1,0 0 1,0 0 0,0 1 0,0 0-1,0 0 1,1 0 0,-1 1-1,1 1 1,-1-1 0,1 1-1,0 0 1,0 1 0,1 0 0,-8 6-1,-5 7 18,-1 0 0,2 2 0,1 0 0,-22 31 0,19-20-106,0 0-1,2 2 0,2 0 0,1 1 1,1 0-1,-9 39 0,21-66 22,0 0-1,1 0 0,0 1 0,0-1 0,1 0 0,0 1 0,0-1 0,1 0 0,0 1 0,0-1 0,1 0 0,0 0 1,3 7-1,-3-8 15,1-1 1,1 0-1,-1 0 1,1 0-1,0 0 1,0-1-1,0 1 1,0-1 0,1 0-1,0-1 1,0 1-1,0-1 1,0 0-1,1 0 1,9 4-1,54 17-146,2-3 0,0-3 0,76 8 0,-90-16 143,295 50-102,-316-55-720,0-2 1,67-2 0,12-15-5498,-68 5 1120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24:42.89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24 116 5925,'-4'-2'549,"-9"-7"-98,6 8 2881,18-20-1359,-9 18-1843,0 0 0,0 0 0,0 1 0,1-1 0,-1 1 0,1 0 1,0 0-1,0 0 0,0 0 0,0 0 0,0 1 0,0-1 0,0 1 0,0 0 0,6-2 1,57-8 975,-43 8-917,43-9 705,-26 4-104,0 2 0,51-2-1,-88 8-745,-1 0 0,1 0 0,0 0 0,0 0 0,0 1 0,-1-1 0,1 1 0,0-1 0,-1 1 0,1 0 0,0 0 0,-1 1 0,1-1 0,-1 0 0,1 1 0,-1 0 0,0-1 0,0 1 0,0 0 0,0 0 0,0 0 0,0 0-1,0 0 1,-1 1 0,1-1 0,-1 1 0,0-1 0,0 1 0,2 2 0,-1 6 38,1 0 0,-2 1-1,1-1 1,-1 0 0,-1 1 0,-1 14-1,-19 201 489,5-102-410,9-92-158,2 0 0,1 0 0,2 0 0,3 43 0,-1-65-58,0 0 1,1-1 0,0 1-1,1-1 1,0 0 0,1 0-1,8 17 1,-10-24 38,0 0-1,0 0 0,0-1 1,1 1-1,-1-1 0,0 0 1,1 0-1,0 0 0,0 0 1,-1 0-1,1 0 0,0-1 1,0 1-1,1-1 0,-1 0 1,0 0-1,0 0 0,1 0 1,-1-1-1,0 0 0,1 1 1,-1-1-1,0 0 0,1 0 1,-1-1-1,0 1 0,1-1 1,4-1-1,7-2-28,0 0 0,0-1 0,0-1 0,-1 0-1,23-14 1,64-51-55,-68 46 36,67-38-1,-47 36 13,1 1 0,76-23 0,-123 47 31,89-27-422,120-53 1,-187 69 399,-1-1 0,-1-2-1,0-1 1,-1-1 0,-1-1 0,-1-1-1,-1-1 1,31-36 0,86-127 573,-138 181-354,-5 59 250,2-43-399,0 0-1,1 0 0,0 0 0,1 0 1,1 0-1,3 17 0,0-12-34,0-1 0,1 0 1,1 0-1,0-1 0,1 0 0,1 0 0,1 0 0,0-1 0,14 15 0,-14-19-500,0-1-1,1 0 1,1-1-1,21 14 0,-18-14-1007,1-1-1,0-1 1,1 0-1,18 5 0,31 8-5150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24:43.30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1159 215 9673,'0'-142'4423,"1"139"-4198,-1-1 0,0 1 0,0 0 0,0 0 0,0-1 0,-1 1 0,0 0 0,1 0 0,-1-1 0,0 1 1,-1 0-1,1 0 0,0 0 0,-1 0 0,0 1 0,1-1 0,-1 0 0,0 1 0,-1-1 0,1 1 0,-4-4 0,5 6-167,-1-1 1,1 0-1,-1 1 0,0-1 0,1 1 1,-1 0-1,1-1 0,-1 1 0,0 0 1,1 0-1,-1 0 0,0 0 0,1 1 0,-1-1 1,1 0-1,-1 1 0,0-1 0,1 1 1,-1-1-1,1 1 0,-1 0 0,1-1 1,0 1-1,-1 0 0,-1 2 0,-41 29 511,39-27-427,-23 20 328,1 1-1,2 1 1,1 2 0,1 0-1,-23 39 1,-85 172 1474,-138 412 948,263-636-2839,-111 320 647,15 4 1,-85 513 0,163-691-857,-8 295 0,32-385-470,4 0 0,3 0 1,3 0-1,3-1 0,3-1 1,38 105-1,-41-146 10,0-1 1,1 0-1,2-1 0,1 0 1,1-2-1,1 0 0,2-1 0,24 23 1,-20-25-804,0-1-1,2-1 1,1-1 0,38 19 0,116 40-9349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24:44.49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1757 76 7877,'-107'-52'1758,"100"48"-1485,0 1 0,0 0 1,0 0-1,-1 1 0,1-1 0,-1 2 1,0-1-1,1 1 0,-1 0 1,0 1-1,0 0 0,0 0 0,-9 2 1,-5 0 233,-12 1 125,1 2 0,0 1 1,0 2-1,0 1 0,1 2 0,0 1 1,-56 30-1,4 6 217,-111 85 0,46-20-227,-142 140 1,205-168-449,4 3-1,-122 172 1,201-255-170,-21 30 49,-22 44-1,41-70-45,1 0-1,0 1 0,0 0 1,1 0-1,0 1 1,0-1-1,1 0 0,1 1 1,0-1-1,0 12 0,2-18-7,-1-1 0,0 0 0,1 1 0,0-1 0,0 0-1,0 0 1,0 0 0,0 0 0,1 0 0,-1 0 0,1 0-1,0 0 1,0-1 0,0 1 0,0 0 0,5 4 0,-3-4 3,0-1 0,0 1 1,1-1-1,-1 0 0,1 0 1,0 0-1,-1 0 0,1-1 1,0 0-1,6 1 0,8 0 8,0-1-1,0-1 0,0-1 0,33-6 0,42-12 24,113-37 0,-17 2 146,-158 46-134,39-10 102,1 3-1,107-8 0,-154 22-115,0 1 0,0 1-1,0 2 1,35 7 0,-44-6-25,-1 1-1,1 0 1,-1 1 0,0 1 0,0 1 0,-1 0-1,23 17 1,-26-16-59,0 0 0,-1 1-1,-1 0 1,1 1 0,-2 0-1,1 1 1,-2 0 0,1 0-1,-2 0 1,0 1 0,0 0-1,-1 0 1,-1 1 0,0 0-1,4 24 1,-6-22-517,-1 1-1,-1 0 1,0 0-1,-1-1 1,0 1 0,-2 0-1,-7 30 1,-17 38-6920,17-45-270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24:45.20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359 712 7429,'0'4'198,"0"-2"-60,-1 0-1,1 1 1,0-1-1,0 0 1,1 0-1,-1 0 1,0 0-1,1 0 1,-1 0-1,1 0 1,0 0-1,0 0 1,-1 0-1,1 0 1,1 0-1,-1 0 0,0-1 1,0 1-1,2 2 1,-1-2 33,0 0 0,-1 0 0,1 1-1,-1-1 1,1 1 0,-1 0 0,0-1 0,0 1 0,-1 0 0,1-1-1,0 1 1,0 5 0,-1 37 951,0-30-755,-1 15 205,-2-1 0,0 0 0,-2 0 0,-17 54 0,-50 107 594,58-157-943,-153 334 1243,142-312-1281,20-40 2,-1 0 1,-1 0-1,0-1 0,-1 0 0,-1-1 1,0 1-1,-14 14 0,22-27 77,20-22 124,25-41-185,73-131 0,-78 123-235,284-450-1929,-260 433 1168,4 3 1,4 2-1,136-121 1,-92 107-94,249-158 1,-218 155 1542,-66 42 384,-77 56-677,-7 2 7,-6 1-206,1 2 1,-1 0 0,1 0 0,-18 11 0,9-1-28,0 0 0,-22 22-1,-55 65 225,80-83-336,0 0 1,2 1 0,0 1-1,1 0 1,1 1 0,0 0-1,2 1 1,1 0 0,-9 35-1,14-43-38,0 0-1,1 1 0,0-1 0,1 1 0,1-1 0,0 1 0,4 22 1,-3-28-19,1 0 1,0 1-1,1-1 1,0-1 0,1 1-1,-1 0 1,2-1-1,-1 0 1,1 0 0,0 0-1,1 0 1,8 9-1,-11-15 23,0 1-1,0-1 0,0 0 0,1 0 0,-1 0 0,0 0 0,1 0 0,-1-1 1,1 0-1,-1 0 0,1 0 0,0 0 0,0 0 0,-1-1 0,1 1 0,0-1 1,0 0-1,0-1 0,6 0 0,-4 0 1,0 0-1,0-1 1,0 0 0,0 0-1,0-1 1,0 1-1,-1-1 1,1 0 0,-1-1-1,9-7 1,3-6-3,-1 0 1,0-1-1,-2-1 0,0 0 1,13-25-1,49-110 127,-65 131-80,112-220 1388,-117 243-1176,-3 2-219,0 0 0,1 0-1,-1 0 1,0 0-1,0 1 1,-1-1 0,1 1-1,0 0 1,-1 0 0,0 0-1,0 0 1,0 0-1,0 1 1,0-1 0,0 0-1,-1 1 1,0 0 0,1-1-1,-2 1 1,1 0 0,0-1-1,-1 1 1,1 4-1,0 12 82,-1 1 0,-1-1-1,-5 27 1,4-34-53,-48 250 918,22-132-481,-237 979 1925,-93-28-1919,256-826-1593,-143 255 0,169-386 546,64-108 293,0-1 1,-1 0 0,-1-2 0,-27 25 0,40-39 245,1 1-1,0-1 0,0 0 1,0 0-1,0 0 0,0 0 0,0 0 1,0 0-1,0 1 0,0-1 1,-1 0-1,1 0 0,0 0 1,0 0-1,0 0 0,0 0 0,0 0 1,-1 0-1,1 0 0,0 0 1,0 0-1,0 1 0,0-1 0,0 0 1,-1 0-1,1 0 0,0 0 1,0 0-1,0 0 0,0 0 1,-1 0-1,1-1 0,0 1 0,0 0 1,0 0-1,0 0 0,0 0 1,-1 0-1,1 0 0,0 0 0,0 0 1,0 0-1,0 0 0,0 0 1,0-1-1,-1 1 0,1 0 1,0 0-1,0 0 0,0 0 0,0 0 1,0-1-1,-3-2-31,0-1-1,1 0 1,-1 0-1,1-1 1,0 1 0,0 0-1,0-1 1,1 1 0,0-1-1,0 1 1,0-1-1,0 0 1,1 1 0,-1-1-1,1 0 1,0 0-1,1 1 1,1-9 0,2-10-29,2 0 1,14-37-1,-10 31-20,91-249-288,185-354 1,194-237-1835,-230 413-1861,-133 238-1092,-40 83-606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24:45.58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1164 9393,'1'-1'121,"0"0"0,1 0 0,-1 0 0,0 0 0,-1 0 1,1 0-1,0-1 0,0 1 0,0 0 0,-1-1 0,1 1 0,-1-1 0,1 1 1,-1 0-1,0-1 0,1 1 0,-1-1 0,0 1 0,0-3 0,2-5 360,13-26 1101,1 0 0,2 1 0,35-51 0,93-110 690,3-6-1272,-88 110-449,92-192 1,-70 119-46,-82 161-300,-1 5-197,0 1 0,-1-1 0,1 1 1,-1-1-1,0 0 0,0 1 0,0-1 0,0 0 1,0 0-1,-2 3 0,-6 12 24,-18 55 226,2 1 0,3 2 0,4 0 0,-12 111 0,7 33-59,-49 379 523,-46-10-3443,72-420-1372,24-87-2460,6-24-3163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24:45.71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996 0 13953,'-57'87'1908,"3"-65"-207,-10 2-133,4 0-144,3 6-208,-7 3-248,-9 0-164,-1 9-156,4 1-164,3 2-208,7-3-652,-1 6-580,1-2-1016,-7-4-1148,3 0-2409,21-3-4484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24:46.30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683 13 6273,'0'-1'45,"1"1"0,-1 0 0,0-1 0,0 1 0,0 0 0,1-1 1,-1 1-1,0-1 0,0 1 0,0 0 0,0-1 0,0 1 0,0-1 1,0 1-1,0 0 0,0-1 0,0 1 0,0-1 0,0 1 0,0-1 1,0 1-1,0 0 0,0-1 0,-1 1 0,1-1 0,0 1 0,0 0 1,0-1-1,-1 1 0,-12 1 1223,-28 22 839,29-15-1577,-42 32 863,18-9-416,2 1 1,-48 60 0,17-10-565,4 4-1,4 2 1,4 2-1,3 3 1,-44 117-1,88-193-454,0-1 0,1 1 0,1-1 0,1 1-1,-3 30 1,6-44 38,0-1-1,-1 1 0,1-1 1,1 1-1,-1-1 1,0 1-1,1-1 0,-1 1 1,1-1-1,0 0 1,0 1-1,0-1 0,0 0 1,0 1-1,0-1 0,0 0 1,1 0-1,0 0 1,-1 0-1,1 0 0,0-1 1,0 1-1,0 0 1,0-1-1,0 1 0,0-1 1,0 0-1,0 0 0,0 0 1,1 0-1,-1 0 1,1 0-1,-1 0 0,1-1 1,-1 1-1,1-1 0,-1 0 1,1 0-1,-1 0 1,1 0-1,2-1 0,7 0 8,0-1-1,0 0 1,0-1-1,0 0 1,0-1-1,20-10 1,100-63 349,-101 56 22,0 1-1,2 2 1,0 2-1,55-20 1,-84 35-349,-1 1 1,1-1-1,0 1 0,-1 0 1,1-1-1,-1 2 1,1-1-1,0 0 0,-1 1 1,1 0-1,-1-1 1,1 1-1,-1 1 0,1-1 1,-1 0-1,0 1 1,1 0-1,-1 0 0,0 0 1,0 0-1,-1 0 1,6 5-1,-2-1-22,-1 0-1,0 1 1,0-1-1,-1 1 1,1 0-1,-1 0 1,-1 1 0,6 13-1,-1 8-589,-1 0-1,-1 0 1,-2 1-1,2 40 1,-6-32-3113,-5 50 1,-4-25-3712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24:46.89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224 598 4912,'-27'84'2841,"20"-60"-2073,3-13-564,-1-1-1,1 0 1,-2-1 0,1 1 0,-1-1-1,-1 0 1,0-1 0,-11 13 0,-71 58 2109,58-60-615,23-14-174,34-15-1058,220-78-413,-93 30-998,-124 46 756,10-6-34,-1-1 0,-1-2 1,0-2-1,-2-1 0,-1-1 0,-1-2 0,-1-2 0,-2-1 0,44-54 0,-35 30 209,-2-1 0,-2-2 0,-3-2 0,26-65 0,-39 87 289,-15 30-220,0 0-1,-1 0 1,0-1-1,4-14 1,-9 27-34,0-1 0,-1 0-1,0 1 1,0-1 0,0 0 0,-7 6 0,-10 14 44,-9 19-15,-28 58-1,45-77-38,1 1-1,2 0 0,0 1 1,-6 33-1,11-25-5,3-1 1,0 1-1,2-1 1,7 42-1,-2-9 4,0-1-15,-1-7 3,-2 68 1,-7-47-23,-3 1 0,-4-1 0,-20 78 0,4-70-436,-4-1 0,-3-2 0,-73 128 0,-170 215-2018,233-365 2160,-170 226-750,212-286 995,4-8-53,7-25 85,1 1 0,2 0-1,1 1 1,31-50 0,0-3-328,49-111-2215,-35 91 836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24:47.22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171 0 1608,'-147'145'-548,"123"-73"184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24:47.75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1053 9293,'37'-84'1468,"3"50"-408,14-5-192,16-6-176,14-3-132,17-3-112,36-10-4,44-5-172,43-6-68,51-1-92,46-5-260,34-1-308,47-5-336,40 6-448,34-4-2480,33 4-2361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24:52.76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1 114 6161,'0'0'5697,"3"-1"-4741,46-14 504,2-1-491,93-17-1,315-12 159,152 42-1827,-436 6-145,541 9-6590,-443-4 2061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24:53.11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1 649 5865,'1'-2'1326,"10"-10"-553,1 0-1,0 2 1,0-1-1,1 1 1,1 1-1,19-11 0,9-1-272,47-17-1,-5 8-52,139-30 0,95 1-136,-146 29-183,568-99 6,-301 54-1789,-2-4-3659,-229 38 203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5:44.61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1 246 6249,'7'-13'459,"-1"0"409,1 0 5309,-7 16-5928,0 0 0,0-1-1,0 1 1,1 0 0,-1-1 0,1 1-1,0 0 1,-1-1 0,3 5 0,0 1 248,72 237 5008,-19-67-3636,24 159 420,-46-175-1816,-4 6-113,7 27-101,-11-80-116,29 96 13,-43-173 39,-11-35-103,2-4 3,-2 0-93,2 0 7,0 0 0,0 0 0,0 0-1,0-1 1,0 1 0,-1-1 0,1 0 0,-1 0-1,1 0 1,-1 0 0,0 0 0,1-1 0,-1 1-1,0-1 1,-1 1 0,1-1 0,0 0 0,-1 1-1,0-1 1,1 0 0,-1 0 0,1-4 0,142-620 76,-58 212-226,-57 300 57,5 2 0,4 1 0,6 1 0,61-111 0,-104 221 83,10-20-49,23-31 0,-30 47 47,1 0-1,-1 0 1,1 0 0,0 0 0,1 1 0,-1 0-1,1 0 1,0 0 0,11-5 0,-14 8 5,0 0-1,0 1 1,0-1 0,0 1 0,0-1 0,0 1-1,1 0 1,-1 0 0,0 0 0,0 1-1,0-1 1,0 1 0,0 0 0,0 0 0,0 0-1,0 0 1,0 0 0,0 1 0,4 2 0,1 1 1,0 1 0,-1-1 0,0 2 0,10 9 0,-9-7-4,-1 1 1,0 0-1,0 0 1,-1 0 0,-1 0-1,0 1 1,6 16-1,-1 7 34,7 38-1,-16-68-29,29 166 95,-8 1 1,1 304-1,-18-302-99,-1 73 89,-4-239-103,0 0 0,1 0 0,0 0 0,0 0-1,0 0 1,4 9 0,-1-3-109,-4-13 120,0 0-1,0 1 0,0-1 1,0 0-1,0 0 0,0 0 1,0 0-1,0 0 1,0 1-1,0-1 0,0 0 1,0 0-1,0 0 0,0 0 1,0 0-1,0 1 0,0-1 1,0 0-1,0 0 1,0 0-1,0 0 0,0 0 1,1 0-1,-1 0 0,0 0 1,0 1-1,0-1 0,0 0 1,0 0-1,0 0 1,1 0-1,-1 0 0,0 0 1,0 0-1,0 0 0,0 0 1,0 0-1,0 0 0,1 0 1,-1 0-1,0 0 0,0 0 1,0 0-1,0 0 1,0 0-1,1 0 0,-1 0 1,0 0-1,0 0 0,0 0 1,0 0-1,0 0 0,0 0 1,1 0-1,-1 0 1,0 0-1,0-1 0,0 1 1,0 0-1,0 0 0,0 0 1,0 0-1,1 0 0,-1 0 1,0 0-1,0-1 1,8-4-115,0 0 0,-1 0 0,1-1 0,-1 0 0,-1 0 0,1-1 0,-1 0 0,0 0 0,0-1 0,-1 0 0,0 1 0,4-10 0,7-19-322,21-59 0,-26 64 295,141-409-1025,-107 320 1125,7 1 0,98-168 1,-133 259 269,0 1 1,2 1-1,1 0 1,35-34-1,-44 49-56,0 1 0,1 0 0,0 1 0,1 0 0,0 1 0,1 1 0,-1 0 0,1 1-1,1 0 1,-1 1 0,23-5 0,-29 9-65,1 0 1,-1 1-1,0 0 0,1 1 0,-1 0 0,1 0 1,-1 1-1,0 0 0,0 0 0,0 1 1,0 0-1,0 0 0,-1 1 0,1 0 1,-1 0-1,0 1 0,0 0 0,-1 0 0,7 6 1,5 6 147,-2 1 0,0 1 1,0 0-1,-2 1 0,16 28 0,-6-2 65,-2 0 0,-2 2 0,-2 0 0,14 62 0,30 205 345,-42-200-688,16 147 39,19 93-261,-47-324-324,0 0 1,2-1-1,2 0 0,21 41 0,-25-57-301,0-1 0,1 0 0,1 0-1,17 17 1,-20-23-300,1-1 1,-1 0-1,1 0 0,0-1 1,0 0-1,1 0 0,0-1 1,12 5-1,25 4-10574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5:45.03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586 737 6717,'8'-67'570,"21"-148"2058,6 74 643,0 6 445,-32 115-2893,0-1 0,-1 0 0,-1 0 1,-3-34-1,2 53-748,0 0 0,0 0 1,0 0-1,-1 1 0,1-1 0,-1 0 1,1 0-1,-1 1 0,1-1 0,-1 0 1,0 1-1,0-1 0,0 1 0,0-1 1,0 1-1,0-1 0,0 1 0,-1 0 1,1-1-1,0 1 0,-1 0 0,-1-1 1,0 1 18,0 0 0,0 1 0,1-1 0,-1 1 1,0 0-1,0-1 0,1 1 0,-1 1 0,0-1 0,0 0 1,0 1-1,1-1 0,-1 1 0,0 0 0,-2 1 1,-6 2 146,0 1 1,1 1 0,-1 0-1,1 0 1,1 1-1,-1 0 1,1 0 0,0 1-1,-14 18 1,4-3 209,0 2 0,-24 44 0,-39 85 276,8 3 1,6 2 0,-68 241 0,113-314-628,3 2 0,-15 165 0,35-234-192,0 0 0,5 37 0,-5-55 70,0 1-1,1 0 1,-1 0-1,0 0 1,1-1-1,-1 1 1,1 0-1,-1-1 1,1 1-1,0 0 1,0-1-1,0 1 1,0-1-1,0 1 1,0-1-1,0 0 1,0 1-1,1-1 1,-1 0-1,1 0 1,-1 0-1,0 0 1,1 0-1,0 0 1,-1 0-1,1 0 1,0-1-1,-1 1 1,1-1-1,0 1 1,-1-1-1,1 0 1,0 1-1,0-1 1,0 0-1,-1 0 1,1 0-1,0-1 1,0 1-1,0 0 1,-1-1-1,1 1 1,2-2-1,6-1-93,-1-1 0,1 0 0,-1-1-1,0 0 1,-1 0 0,9-7 0,-2-1-134,0 0 0,-1-1 1,0-1-1,-1 0 1,11-18-1,52-90-775,-55 86 801,169-320-876,-117 213 1436,4-18 1003,-75 159-1238,-1 0-1,1-1 1,1 1-1,-1 0 1,0 1-1,1-1 1,-1 0-1,1 1 1,0-1-1,4-2 1,-7 5-78,1-1-1,0 1 1,0-1 0,0 1 0,1 0 0,-1 0 0,0-1 0,0 1 0,0 0 0,0 0 0,0 0 0,0 0 0,0 0 0,0 0 0,0 0 0,0 1 0,0-1 0,0 0 0,0 1 0,0-1 0,0 0 0,0 1 0,0-1 0,0 1 0,0-1 0,0 1 0,0 0 0,0 0 0,-1-1 0,1 1 0,0 0 0,0 0 0,-1 0 0,1 1 0,5 6 70,0 1 0,-1 1 0,0-1 0,0 1 0,-1 0 1,4 17-1,13 70 251,-11-46-278,4 11-556,4 0-1,25 62 1,-28-88-995,2-1 0,1-1 1,2 0-1,40 51 0,-50-73 12,0-2 0,1 1 0,0-1 0,1-1 0,24 15 0,17 7-7767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5:45.80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429 1439 10161,'-37'-25'1921,"37"24"-1780,-1 0 0,0 1 0,0-1 0,0 0-1,0 1 1,0-1 0,0 1 0,0-1-1,0 1 1,0-1 0,0 1 0,0 0-1,0 0 1,0 0 0,0-1 0,0 1-1,0 0 1,0 0 0,-1 0 0,1 0 0,0 1-1,-2-1 1,-2 1 410,-2-1-251,0 0 0,0 0 0,0 0 0,0 1 0,0 0 0,0 1 0,0-1 0,0 1-1,0 1 1,1-1 0,-1 1 0,1 0 0,-8 5 0,6-1-35,-1-1 1,1 1-1,1 0 0,-1 1 1,1 0-1,1 0 1,-1 1-1,-4 9 0,-5 12 194,2 0-1,1 1 0,2 0 0,-13 52 1,-13 63 397,-26 210 0,58-308-810,1 1 1,3-1-1,2 1 0,3-1 1,1 0-1,2 0 0,3 0 1,23 68-1,-30-106-147,1 0 1,1-1-1,-1 0 0,2 0 0,-1 0 0,1 0 0,1-1 1,-1 0-1,12 10 0,-15-16 55,-1-1 0,0 0 0,0 1 0,1-1 0,-1 0 0,1 0 0,-1 0-1,1 0 1,-1-1 0,1 1 0,0-1 0,-1 1 0,1-1 0,0 0 0,-1 0 0,1 0 0,0 0 0,3-2 0,0 1-17,1 0 1,-1-1-1,0 0 1,0 0-1,9-5 1,-10 3 10,1 0 0,-1 0 0,1 0 0,-1-1 0,0 0 0,-1 0 0,1 0 0,-1 0 0,0-1 0,5-10 0,3-7-211,13-37 0,-21 49 185,129-429-2190,-87 270 1669,137-657-1177,-93 196 2334,-89 626-542,24-166 702,23-213 1340,-45 358-1594,-2 22 187,-4 6 99,-2 5-547,0 0 1,0 1-1,0-1 1,1 1-1,0 0 1,0 1-1,1-1 1,0 0-1,1 1 1,-3 14-1,-2 5 96,-119 517 2180,102-410-2279,5 1 0,7 0 0,6 1 0,20 250 0,-9-348-402,0 0 1,3 0 0,1-1-1,2 0 1,1 0-1,2-1 1,22 40 0,-27-61-92,0 0 0,1-1-1,0 0 1,1-1 0,1 0 0,0-1 0,1 0 0,1-1 0,0 0 0,0-1 0,1 0 0,1-2 0,0 0 0,0 0 0,0-2 0,1 0 0,27 7 0,-34-12 46,0 0 0,-1-1 0,1 0 1,0-1-1,-1 0 0,1-1 0,0 0 1,0 0-1,-1-1 0,11-3 0,-5 0-114,1-1 0,-2-1 0,1 0-1,-1-1 1,20-14 0,-1-4-365,-2-2-1,0-1 1,48-60 0,-32 28 281,-2-3-1,-3-1 0,60-127 1,-59 93 1310,-4-2 0,29-125 0,-60 194-178,-3 0 0,0 0-1,-2-1 1,-2-56 0,-1 88-628,0-1-1,0 0 0,0 1 1,0-1-1,-1 0 0,1 1 1,0-1-1,-1 0 1,1 1-1,-1-1 0,0 1 1,1-1-1,-1 1 1,0-1-1,0 1 0,0-1 1,0 1-1,0 0 1,-2-2-1,2 2-21,-1 1 0,1-1 0,0 1 1,0 0-1,0-1 0,-1 1 0,1 0 0,0 0 0,0 0 0,-1 0 1,1 0-1,0 0 0,0 0 0,-1 0 0,1 1 0,0-1 0,0 0 1,-1 1-1,-1 0 0,-2 2 40,-1 0 1,0 0-1,1 1 1,0 0-1,0 0 0,0 0 1,0 1-1,-5 5 1,1 4 38,-1 0 0,2 0-1,-1 1 1,2 0 0,-6 17 0,-24 83 237,32-98-316,-8 37 59,1 1 1,3 0-1,3 0 0,2 0 0,2 1 0,11 100 1,-8-145-104,1 18 29,1-1-1,1 1 1,2-1 0,13 40-1,-17-61-16,1-1 0,1 1 0,-1-1 0,1 0 0,0 0 0,0 0 0,0 0 0,1-1 0,0 0 0,7 6 0,-8-8-8,0 0-1,0-1 1,1 1-1,-1-1 0,1 0 1,0 0-1,0-1 1,0 0-1,-1 1 1,1-2-1,0 1 0,1 0 1,-1-1-1,0 0 1,0 0-1,5-1 1,0-1-11,-1 0 0,1-1 0,-1 0 0,0 0 0,0-1 0,0 0 0,0 0 0,-1-1 0,14-10 0,7-8-37,32-33 0,-48 44 30,285-312-134,-296 321 156,15-17-21,35-31 0,-48 47 27,-1 1 0,1-1 0,0 1 1,0 1-1,1-1 0,-1 0 1,0 1-1,1 0 0,0 0 1,-1 0-1,1 1 0,0 0 1,0 0-1,0 0 0,0 0 1,9 0-1,-11 3-32,-1-1 1,1 1-1,-1-1 0,1 1 1,-1 0-1,0 0 1,0 0-1,0 0 0,0 1 1,0-1-1,0 0 1,-1 1-1,1-1 0,-1 1 1,0 0-1,1-1 1,-1 1-1,-1 0 0,1 0 1,0-1-1,0 6 0,16 106-2720,2 17-6144,-4-72 312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5:46.41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1 279 7437,'15'-61'1963,"-14"57"-1691,0 1 0,0-1-1,0 1 1,1 0 0,-1-1-1,1 1 1,0 0 0,0 0 0,0 0-1,0 0 1,0 0 0,1 1-1,3-4 1,15-20 3452,-21 25-3654,1 0 0,-1 0 0,1 1 0,-1-1 1,1 0-1,-1 0 0,1 1 0,-1-1 0,1 0 0,-1 1 0,1-1 0,0 0 0,0 1 0,-1-1 0,1 1 0,0-1 0,0 1 0,-1 0 0,3-1 0,17 7 594,-15-2-601,0-1 0,-1 0-1,1 1 1,-1 0 0,0 0 0,0 1 0,-1-1-1,1 1 1,-1-1 0,0 1 0,0 0-1,0 0 1,-1 1 0,2 5 0,5 14 140,9 44 0,-15-58-152,10 54 108,-3 0 0,1 74 0,-11 131 50,3-50-69,-3-217-140,0-1 1,0 1-1,0-1 0,0 0 1,0 1-1,1-1 0,-1 0 1,1 1-1,0-1 0,0 0 1,0 0-1,0 1 0,0-1 1,0 0-1,0 0 0,3 3 1,-3-5 1,0 1 0,1-1 0,-1 1 0,0-1 0,1 1-1,-1-1 1,0 0 0,1 1 0,-1-1 0,1 0 0,-1 0 0,1 0 0,-1 0 0,1 0 0,-1-1 0,0 1 0,1 0 0,-1-1 0,0 1 0,1-1 0,-1 1 0,0-1 0,1 0 0,-1 1 0,0-1 0,0 0 0,0 0 0,0 0 0,1 0 0,0-1 0,15-13-13,0 0 0,-1-1 0,-1 0 1,-1-2-1,25-37 0,52-109 92,-59 104-70,127-219 17,-128 227-25,-25 41-15,1 0 0,0 0 0,1 0 0,0 1 0,0 0-1,1 0 1,1 1 0,12-9 0,-21 17 12,0 0 1,1 1-1,-1-1 1,1 0-1,0 1 1,-1-1-1,1 1 1,0-1-1,-1 1 1,1 0-1,0-1 0,-1 1 1,1 0-1,0 0 1,0 0-1,-1 1 1,1-1-1,0 0 1,-1 1-1,1-1 1,0 1-1,-1-1 1,1 1-1,-1 0 0,1-1 1,-1 1-1,3 2 1,0 0 0,-1 0 0,0-1 1,0 1-1,-1 0 0,1 1 0,-1-1 1,1 0-1,-1 1 0,0 0 0,2 4 1,0 5-11,0 0 0,-1 0 1,0 0-1,-1 1 0,1 17 1,-3 74 16,-1-53 12,-14 134-51,2-29 52,13-150-13,0 0 0,1 0 0,0 0-1,0 0 1,3 8 0,-1-1-5,-3-14-3,0 0 0,0 0 0,0 0 0,0 0 0,0 0 0,0 0 0,0 1 0,0-1 0,0 0 0,0 0 0,0 0 0,0 0 0,0 0 0,0 0 0,0 0 0,0 1 0,1-1 0,-1 0 0,0 0 0,0 0 0,0 0 0,0 0 0,0 0 0,0 0 0,0 0 0,0 0 0,0 0 0,0 1 0,0-1 0,1 0 0,-1 0 0,0 0 0,0 0 0,0 0 0,0 0 0,0 0 0,0 0 0,0 0 0,1 0 0,-1 0-1,0 0 1,0 0 0,0 0 0,0 0 0,0 0 0,0 0 0,0 0 0,1 0 0,-1 0 0,0 0 0,0 0 0,0 0 0,0 0 0,0 0 0,0-1 0,0 1 0,0 0 0,1 0 0,-1 0 0,0 0 0,0 0 0,0 0 0,0 0 0,0 0 0,0 0 0,0 0 0,0-1 0,0 1 0,15-8 6,0 0-1,-1-1 1,0-1 0,-1 0-1,0-1 1,0 0-1,16-19 1,72-104 133,-90 120-114,113-173 234,-53 77 180,115-137-1,-171 229-343,98-100 540,-101 106-501,1 1-1,1 0 1,0 1-1,0 1 1,1 0-1,0 1 0,20-7 1,-31 13-73,0 0 0,1 1 0,-1-1 0,0 1 0,1 0 1,-1 1-1,1-1 0,-1 1 0,1-1 0,-1 1 0,1 1 0,-1-1 0,1 1 1,-1 0-1,1 0 0,-1 0 0,0 0 0,0 1 0,1 0 0,-1-1 0,0 2 0,0-1 1,-1 0-1,1 1 0,0 0 0,-1 0 0,0 0 0,1 0 0,3 5 0,2 6 51,-1 0-1,0 0 0,-1 1 0,0 0 0,-1 0 1,5 20-1,19 103 245,-22-93-257,77 336-994,4 17-6195,-67-287 824,7-7-3985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5:47.62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 2120 7465,'-12'-25'1747,"10"20"-104,3 2-281,1 0-996,1-4-6,-1 0 0,2 0 1,-1 1-1,1 0 0,0 0 1,0 0-1,1 0 0,-1 0 1,1 1-1,6-5 0,1 2-109,1 0 0,0 1 0,0 0 0,1 1 0,0 0 0,0 2 0,20-6 0,-1 1 19,327-78 1176,9 27-1010,-268 44-296,1161-163 563,534-87-430,-532 34-98,-13-47 151,-194-13 256,-734 184-241,371-179 1,-634 259-342,-21 11-192,-2-1 1,0-2-1,35-26 1,-58 36-736,-12 9-494,-6 1-427,-8 1-46,1 0 0,-1 1 0,-11 3 0,-9 4-6172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5:47.91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16 10521,'6'-16'5442,"-5"20"-3939,1-1-1293,0 1 0,0 0 0,1-1 0,-1 1 0,1-1 0,0 1 0,-1-1 0,2 0 0,-1 0 0,0-1-1,0 1 1,5 2 0,52 27 562,-37-21-441,304 146 2047,-74-36-1232,171 109 179,-379-200-1127,-1 2 0,-1 2 1,-2 1-1,-1 2 0,-2 2 0,60 81 1,-85-100-145,0-1 1,-2 1 0,-1 1 0,0 0-1,-2 1 1,0 0 0,-1 0 0,-2 0-1,0 1 1,-1 0 0,-2 0 0,0 0-1,-1 0 1,-2 0 0,-5 40 0,2-38-7,-1 0 1,-2 0-1,-15 38 1,-83 176 181,77-183-221,-43 61 0,34-59-96,-3 8-142,-87 138-1768,24-40-1658,39-54-1526,40-60-506,3-2-3346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5:48.39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5520 136 7225,'33'-24'1324,"-13"9"560,32-28 0,-43 35-356,0 0 1,1 1-1,13-8 1,-1 1 26,-20 12-153,-5 5-834,-122 93 873,-252 172-326,-132-10-776,-31-46-168,-556 140-24,497-169-9,435-130-143,-848 277-14,21 45 92,973-368-69,-27 11 8,0 2 1,1 2 0,-73 50-1,116-72-11,0 1 0,0-1 0,1 1 0,-1-1 0,0 0-1,0 1 1,1-1 0,-1 1 0,0 0 0,1-1 0,-1 1 0,0 0-1,1-1 1,-1 1 0,1 0 0,-1-1 0,1 1 0,0 0-1,-1 0 1,1 0 0,0-1 0,0 1 0,-1 0 0,1 0 0,0 1-1,22 8-149,-19-9 126,12 3-64,-1-1-1,1 0 0,-1-1 1,1-1-1,0 0 0,17-2 1,94-14-633,-105 12 579,417-89-4648,-152 10-2919,-128 31-597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5:48.68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989 0 11225,'-12'6'536,"0"1"0,1 0 0,0 0 0,0 1 0,0 0 0,1 1 0,0 1 0,1-1 0,-13 18 0,3-6 110,-197 233 3367,104-119-2534,-139 173 1046,193-229-1911,3 4 0,-44 90 0,88-153-501,2 1 1,0 0 0,1 0-1,1 1 1,-5 33-1,10-48-80,1 1-1,1 0 0,0 0 1,0-1-1,0 1 1,1 0-1,0 0 0,1-1 1,-1 1-1,2-1 0,-1 1 1,1-1-1,0 0 0,0 0 1,1 0-1,0 0 1,0-1-1,1 1 0,8 9 1,2-4-9,-1 0 1,2 0 0,-1-1 0,2-1 0,-1-1 0,1-1 0,1 0-1,0-1 1,0 0 0,0-2 0,19 4 0,37 4-353,108 7-1,-168-19 261,129 6-1139,193-15-1,143-46-2409,76-55-5593,-271 43-556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5:50.84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2160 1850 11725,'5'6'595,"5"10"1364,-10-15-1879,-1 0 1,1 0-1,0 0 0,-1 0 1,1-1-1,-1 1 0,1 0 0,-1 0 1,1 0-1,-1 0 0,0-1 1,1 1-1,-1 0 0,0-1 0,0 1 1,0 0-1,1-1 0,-1 1 1,-2 0-1,-39 25 1562,-1-3-1,-81 33 1,-104 22-523,110-39-695,-416 109 351,238-73-650,120-26-71,-204 54 80,249-76-15,126-26-105,-1 0-1,0 0 1,0-1-1,1 0 0,-1 0 1,0 0-1,0-1 1,1 0-1,-10-2 1,14 2-12,-1 1 0,1-1 1,0 0-1,-1 1 0,1-1 1,0 0-1,0 0 0,0 0 1,0 0-1,0 0 0,0 0 1,0 0-1,0 0 0,0 0 1,0 0-1,0 0 0,1-1 1,-1 1-1,1 0 0,-1-1 1,1 1-1,-1 0 0,1-1 1,0 1-1,-1-1 0,1 1 1,0-1-1,0 1 0,0 0 1,0-1-1,1 1 0,-1-1 1,0 1-1,0 0 0,1-1 1,0-2-1,5-10-7,0-1-1,0 1 1,2 1 0,-1-1 0,2 1-1,0 0 1,0 1 0,15-14 0,13-11-32,50-39-1,25-11-65,128-73-1,135-58-292,-245 145 213,661-347-1281,12 28-173,-748 366 1521,406-223-832,-382 198 858,-2-3-1,-3-3 1,104-104-1,-158 139 245,0-1-1,23-34 1,-36 46 68,0 0 1,-1-1-1,0 0 1,-1 0-1,0 0 0,-1 0 1,-1-1-1,3-15 1,-6 26-148,1-1 1,-1 1-1,0-1 1,0 1 0,-1-1-1,1 1 1,0 0-1,-1-1 1,1 1 0,-1-1-1,0 1 1,0 0-1,-2-5 1,3 7-40,-1 0 1,1-1-1,0 1 0,-1-1 0,1 1 1,0 0-1,-1-1 0,1 1 1,-1 0-1,1-1 0,-1 1 1,1 0-1,-1 0 0,1 0 0,-1-1 1,1 1-1,-1 0 0,1 0 1,-1 0-1,1 0 0,-1 0 1,1 0-1,-1 0 0,0 0 0,-1 0 26,1 1-1,0-1 0,-1 1 0,1 0 1,0 0-1,-1-1 0,1 1 1,0 0-1,0 0 0,0 0 0,0 0 1,0 0-1,-1 2 0,-6 8 282,1-1 0,0 1 0,1 1 0,1-1 0,0 1 0,0 0 0,1 1 1,1-1-1,-4 26 0,0 13 700,1 56-1,6-105-1018,-2 532 3443,75 263-3339,56-202-373,-27-310-4009,-65-200-1887,63 101 0,-37-85-6861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5:51.32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1374 436 10533,'31'-141'3629,"-28"124"-2772,-1 0 0,-2-1 0,0-18 0,-1 2 374,1 25-875,0-1 0,-1 1-1,0 0 1,-1 0 0,0 0 0,0 0 0,-1 0-1,0 0 1,-1 0 0,0 1 0,-9-15-1,10 19-234,0 0-1,0 0 0,0 0 1,-1 1-1,0 0 0,0-1 0,0 1 1,0 0-1,0 1 0,-1-1 1,1 1-1,-1 0 0,1 0 0,-1 0 1,0 1-1,0-1 0,0 1 0,0 1 1,0-1-1,0 0 0,0 1 1,0 0-1,-5 1 0,-11 2 108,0 1-1,0 1 1,0 1-1,1 0 1,0 2-1,1 0 1,-29 17-1,-6 8 217,-62 49 0,-307 262 516,348-275-863,4 3 1,2 3-1,-78 113 1,124-154-110,-30 60 0,45-77-38,1 0 1,1 1-1,0-1 1,1 1-1,-4 34 0,8-47 14,1-1 1,0 0-1,0 1 0,0-1 0,0 1 0,1-1 0,-1 0 0,1 1 0,0-1 0,1 0 1,-1 0-1,1 0 0,-1 0 0,1 0 0,1 0 0,-1 0 0,0 0 0,1-1 0,0 0 0,0 1 1,5 3-1,-3-3-35,0-1-1,0 0 1,0-1 0,0 1 0,1-1 0,-1 0 0,1 0 0,0-1 0,-1 0 0,1 0 0,0 0 0,0 0 0,0-1-1,0 0 1,0-1 0,6 0 0,8-3-80,-1 0-1,1-2 1,0 0-1,-1-1 1,-1-1 0,1-1-1,-1-1 1,-1 0-1,0-1 1,0-1-1,28-27 1,11-15-212,84-105 0,-135 153 346,80-99-166,230-258 1027,-290 338-608,10-11 446,77-61-1,-101 89-523,0 1 0,0 0 0,1 0 0,0 1 0,0 0 0,1 1 0,0 1 0,-1 0 0,1 1 0,1 0 0,-1 1 0,17-1 0,-20 4-29,-1 0-1,0 0 0,1 1 0,-1 0 0,0 1 0,0 0 0,0 0 1,-1 1-1,1 0 0,-1 1 0,0 0 0,0 0 0,0 1 1,-1-1-1,0 2 0,0-1 0,0 1 0,-1 0 0,0 1 0,5 8 1,5 8-28,-2-1 0,-1 2 0,-1 0 0,-1 0 0,13 48 0,4 48-106,-6 0 0,9 146-1,-17-127-98,-12-125 61,20 200-2399,-12 0-3288,-1-36-4538,-2-103-912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5:51.66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 1685 8589,'-2'-81'585,"5"-224"2223,42-60 1284,-31 290-3074,4 1 1,49-129-1,-48 159-742,2 0 0,1 2-1,2 0 1,2 1 0,2 2-1,2 1 1,58-59 0,-66 77-176,0 1-1,2 0 1,0 2 0,1 1 0,1 0 0,0 2-1,1 1 1,0 2 0,1 0 0,1 2 0,-1 1-1,2 1 1,48-5 0,-59 11-14,0 0 1,0 1-1,0 0 0,-1 2 0,1 0 0,0 1 1,-1 1-1,0 1 0,1 0 0,-2 2 1,33 15-1,-15-6 133,-1 1 0,0 2 0,-2 1 1,0 1-1,-1 2 0,-2 1 0,0 2 0,44 51 1,-29-19 72,-4 1 1,-2 2 0,-3 2 0,38 91-1,-38-62-4,-4 1 0,31 159 0,-6 207 220,-44 0-111,-24 181-60,5 317-1364,11-840 258,19 388-2849,8-174-6619,-9-199-437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5:52.07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973 806 9529,'-71'144'2561,"45"-96"-917,-60 86-1,-48 34-453,102-128-1045,-20 23 36,-2-2-1,-3-3 1,-2-2-1,-83 59 1,131-107-125,0-1-1,0 0 1,0-1-1,-1-1 1,0 0-1,0 0 1,-21 4-1,28-8-28,0 0 0,0 0 0,0-1-1,-1 0 1,1 0 0,0 0-1,0-1 1,0 1 0,0-1-1,-1 0 1,1-1 0,1 1-1,-1-1 1,0 0 0,0 0-1,1-1 1,-1 0 0,1 1-1,-1-1 1,1-1 0,-4-3-1,4 3-10,1-1 0,0 1 0,-1-1 0,2 0 0,-1 0 0,0 0 0,1 0 0,0-1 0,0 1 0,1 0 0,0-1 0,-2-9 0,1-7 46,1-41 0,3 31-73,2 1 0,1-1 1,1 1-1,16-49 0,58-119-4,-37 111 2,4 2 0,4 3 0,3 1 0,4 3 0,4 3 0,2 2 0,4 3 1,3 3-1,2 4 0,4 2 0,104-63 0,-130 93 28,2 4 1,0 1 0,2 3 0,1 2 0,84-21-1,-117 38 89,-1 1 0,0 1 0,1 1 0,0 1-1,0 1 1,-1 1 0,34 6 0,-41-4 8,0 1 0,0 0 0,-1 1 0,1 1 0,-2 0 1,1 1-1,0 0 0,-1 1 0,-1 0 0,1 1 0,-1 1 0,11 11 1,-9-5 71,-1 0-1,-1 1 1,0 0 0,-1 1 0,-1 0 0,0 1 0,7 23 0,-1 4 343,20 94 1,-25-68-240,-2 1-1,-4-1 1,-3 1 0,-9 84 0,-51 290 113,57-439-407,-97 532-1926,14-186-3221,47-208-761,3-3-3600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5:52.47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1679 5276,'0'-12'817,"1"0"0,1 0-1,-1 0 1,2 0 0,0 0-1,0 1 1,1-1-1,6-10 1,-3 6-295,2 1-1,0 1 1,1-1-1,0 2 1,13-14-1,5 0-115,0 1-1,2 1 1,1 2-1,46-27 0,-28 22-61,2 2 0,71-25-1,117-26 257,-238 76-598,765-171 871,17 62-554,-620 89-227,2460-285-327,-1866 221-285,-408 46-6,1286-147-1604,-549 53-4454,-503 57-1136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6:26.74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237 1322 8825,'-45'-63'2121,"43"60"-1865,1 1-1,-1-1 1,1 0-1,-1 1 1,1-1-1,0 0 1,0 0-1,0 0 1,1 0-1,-2-3 1,1-2 4579,1 11-3885,4 170 2556,-6 156-1039,-45 60-1172,17-158-858,-40 235 55,53-359-439,10-64-164,2 1 1,2 0-1,6 82 0,-3-126 100,0 1 0,-1-1-1,1 1 1,0-1 0,0 1 0,0-1-1,0 1 1,0-1 0,0 1-1,0-1 1,0 1 0,1-1 0,-1 1-1,0-1 1,0 1 0,0-1 0,0 1-1,1-1 1,-1 1 0,0-1 0,1 0-1,-1 1 1,0-1 0,1 1-1,-1-1 1,0 0 0,1 1 0,-1-1-1,1 0 1,-1 1 0,0-1 0,1 0-1,-1 0 1,1 1 0,-1-1 0,1 0-1,-1 0 1,1 0 0,-1 0-1,1 0 1,-1 0 0,1 0 0,-1 0-1,1 0 1,-1 0 0,1 0 0,-1 0-1,1 0 1,-1 0 0,1 0 0,-1 0-1,1-1 1,-1 1 0,1 0-1,-1 0 1,1-1 0,-1 1 0,1 0-1,-1-1 1,0 1 0,1 0 0,-1-1-1,0 1 1,1 0 0,-1-2 0,26-28-404,-10 2 180,-1 0 1,-2-1-1,15-45 1,22-103-260,-37 129 383,144-710-685,-101 451 663,-23 135 58,82-387 367,-77 414 661,99-250-1,-119 354-618,1 0 0,2 2 0,2 0-1,1 2 1,2 1 0,47-52 0,-61 76-145,1 1 0,0 0 0,0 1 0,1 1 0,1 0 0,-1 0 1,1 2-1,29-11 0,-32 14-37,1 1 1,-1 1 0,1 0 0,-1 1 0,1 0-1,0 1 1,-1 0 0,1 1 0,0 1 0,-1 0 0,1 0-1,-1 2 1,12 3 0,-2 2-65,-1 0 0,0 1 0,-1 1 0,0 0-1,-1 2 1,0 1 0,20 18 0,-16-10-66,-1 1 0,-1 1 0,-1 1 0,27 45 0,-16-12-35,-1 2 0,-4 2 0,-2 0 0,23 92 0,-3 33 13,37 359 0,-66-403-71,47 199 1,12-108-4069,-50-174-2117,59 101 0,-33-78-6735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6:26.93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406 805 14389,'-218'-36'1892,"155"18"-339,9-9-309,17-1-208,7-2-204,27-3-140,30-9-200,26-9-240,44-7-208,34-8-420,40-6-504,36-7-612,25-8-680,12-4-3021,11 4-4136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6:27.74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1 116 7437,'3'-1'1777,"-3"0"-1598,1 1 0,0-1 1,0 1-1,0-1 1,0 1-1,0 0 1,0-1-1,0 1 1,0 0-1,0 0 0,0 0 1,0 0-1,1 0 1,-1 0-1,0 0 1,0 0-1,0 0 1,0 1-1,0-1 0,0 0 1,0 1-1,0-1 1,0 1-1,0-1 1,-1 1-1,1-1 1,0 1-1,0-1 0,0 1 1,0 0-1,-1 0 1,1-1-1,0 2 1,2 3 276,-1 1 1,-1-1-1,1 1 1,-1-1-1,1 1 1,-1 7-1,7 32 245,-2 0 0,-2 0 1,-2 1-1,-2 0 0,-8 53 0,3-64-570,2 0 1,1 1-1,2-1 1,1 1-1,1-1 0,13 57 1,-14-85-107,1 0 0,0 0 0,0 0 0,1 0 0,0 0 0,0 0 1,1 0-1,5 7 0,-7-11-23,1-1 1,-1 0-1,1 1 1,-1-1 0,1 0-1,0-1 1,0 1-1,0 0 1,0-1 0,0 0-1,0 0 1,0 0-1,0 0 1,0 0-1,1 0 1,-1-1 0,0 0-1,1 1 1,-1-1-1,5-1 1,3 0 13,-1 0 1,1-1 0,0-1-1,-1 0 1,1 0 0,-1-1-1,0 0 1,0-1-1,-1 0 1,1 0 0,-1-1-1,9-7 1,12-13-52,-1 0 0,27-33 0,17-15 37,-65 67-18,3-4 13,1 1-1,0 0 1,0 1 0,26-14 0,-34 21 3,1 0 0,-1 1 1,0-1-1,1 1 1,-1 0-1,1 0 0,0 1 1,-1-1-1,1 1 0,-1 0 1,1 1-1,0-1 1,-1 1-1,1-1 0,-1 1 1,1 1-1,-1-1 0,1 1 1,-1 0-1,7 4 1,-1 0-6,0 2 0,-1-1 1,0 1-1,0 1 1,8 10-1,23 22 31,-7-12-50,-9-9 93,22 24 1,-46-43-71,0-1 1,0 0 0,0 0-1,0 0 1,1 0 0,-1 1-1,0-1 1,0 0-1,0 0 1,0 0 0,1 0-1,-1 0 1,0 0-1,0 0 1,0 0 0,1 0-1,-1 1 1,0-1-1,0 0 1,0 0 0,1 0-1,-1 0 1,0 0-1,0 0 1,0 0 0,1 0-1,-1 0 1,0 0-1,0-1 1,0 1 0,1 0-1,-1 0 1,0 0 0,0 0-1,0 0 1,1 0-1,-1 0 1,0-1 0,3 1 0,9-3 13,0-1-1,0 0 0,0-1 0,-1 0 1,1 0-1,-1-2 0,-1 1 0,1-1 1,10-9-1,24-26 274,3 3 0,1 1 0,1 3 0,2 2 0,95-44 0,-99 56-102,2 2 0,0 2 0,1 3 1,1 1-1,59-5 0,277-14 268,-354 29-425,0-2 0,-1-1 1,0-2-1,53-20 0,-70 22-18,-2-1 1,1 0-1,-1-1 0,0-1 0,0 0 0,-1-1 0,-1 0 0,0-1 0,0-1 0,-1 0 0,17-23 0,-24 29 33,1 0-1,-2 0 1,1 0-1,-1 0 1,0-1-1,0 0 1,0 1-1,-1-1 1,0 0-1,-1 0 1,0 0-1,0 0 1,0 0 0,-1-1-1,0 1 1,0 0-1,-2-9 1,2 16-41,0 0 0,0 0 0,0 0 0,0-1 0,0 1 0,0 0 0,0 0 0,0 0 0,0 0 0,0 0 0,0 0 0,0-1 0,0 1 0,0 0 0,-1 0 0,1 0 0,0 0 0,0 0-1,0 0 1,0 0 0,0-1 0,0 1 0,0 0 0,0 0 0,-1 0 0,1 0 0,0 0 0,0 0 0,0 0 0,0 0 0,0 0 0,-1 0 0,1 0 0,0 0 0,0 0 0,0 0 0,0 0 0,0 0 0,-1 0 0,1 0 0,0 0 0,0 0 0,0 0 0,0 0 0,0 0 0,0 0 0,-1 0 0,1 0 0,-5 0 10,0 0 0,0 1 0,-1 0 0,1-1 0,0 2 0,0-1 0,0 1-1,0-1 1,1 1 0,-1 1 0,0-1 0,1 1 0,-1-1 0,1 1 0,0 0 0,0 1-1,0-1 1,1 1 0,-1 0 0,-4 6 0,-17 23-14,2 0 1,1 2-1,2 1 0,1 0 1,-28 77-1,46-109 18,10-5 1,0 1 0,-1-2 0,1 1 0,-1-1 1,1-1-1,-1 1 0,0-1 0,9-5 0,63-38 632,-12 6 60,-57 34-676,1 1 0,0 0 0,0 0-1,0 1 1,1 1 0,-1 0 0,1 1 0,0 1 0,-1 0 0,1 0-1,0 1 1,0 1 0,0 0 0,0 1 0,-1 0 0,1 1-1,-1 0 1,1 1 0,-1 1 0,14 6 0,177 85-7567,-174-84 5728,76 28-9035,-69-28 3071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6:28.05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47 21 8157,'12'-21'6400,"1"40"-4684,-12-12-1481,0 0 0,-1 0 0,0-1 0,0 1 1,0 0-1,-1 0 0,0 0 0,-3 10 0,-1 13 280,-37 235 1380,38-242-1821,-12 140 351,15-139-358,1-19-61,0 0 0,1 0-1,-1 0 1,1 0 0,0 0 0,0 0 0,1 0 0,-1-1 0,1 1 0,4 7 0,-6-12-5,0 0 0,0 0 0,0 0 0,0 0 0,0 1 0,0-1 1,0 0-1,0 0 0,0 0 0,0 0 0,0 0 0,1 0 0,-1 0 0,0 1 0,0-1 0,0 0 0,0 0 0,0 0 1,0 0-1,1 0 0,-1 0 0,0 0 0,0 0 0,0 0 0,0 0 0,0 0 0,1 0 0,-1 0 0,0 0 0,0 0 1,0 0-1,0 0 0,0 0 0,1 0 0,-1 0 0,0 0 0,0 0 0,0 0 0,0 0 0,0 0 0,1 0 0,-1 0 0,0 0 1,0 0-1,0 0 0,0 0 0,0-1 0,0 1 0,0 0 0,1 0 0,-1 0 0,0 0 0,18-10 25,0 0 0,0-1-1,-1 0 1,-1-2 0,28-26-1,70-86 47,-15 14 189,-41 53 209,108-83 0,-160 136-422,1 0-1,0 0 1,0 1 0,1 1-1,-1-1 1,1 1 0,0 0-1,-1 1 1,2 0 0,-1 0-1,0 1 1,11-1 0,-12 2-3,0 1 1,0 0-1,0 0 0,-1 1 1,1-1-1,-1 2 0,1-1 1,-1 1-1,0 0 0,0 0 1,0 1-1,0-1 0,0 1 1,-1 1-1,6 5 1,0 0-5,-1 1 0,0 1 1,-1-1-1,0 2 1,11 19-1,30 74-70,-9-16-500,57 73-3877,-81-139 1865,1-1 0,28 27-1,26 9-6394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6:28.82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120 674 8409,'-8'1'825,"-7"1"7688,15 4-7037,25 310 5000,-24 166-3578,-15-296-2132,-48 237-1,15-196-288,49-240-449,0 0 0,-1-22-1,1-12-8,67-352-4,29 7-112,52-132-3,38 15 48,-183 496 56,72-152 30,-62 138 56,0 1-1,2 0 0,35-40 1,-46 60-23,-1 0-1,1 1 1,0-1 0,0 1 0,0 1 0,0-1-1,1 1 1,0 0 0,0 1 0,0 0-1,1 0 1,8-2 0,-10 4-12,0 0 0,0 1-1,0-1 1,0 1 0,0 1 0,0-1-1,0 1 1,0 0 0,-1 0-1,1 1 1,0 0 0,-1 0 0,1 0-1,-1 1 1,1 0 0,5 4 0,6 4-40,-1 1 1,-1 1-1,0 0 0,-1 1 1,-1 1-1,15 19 1,62 106-25,-42-53 9,-4 3 0,47 138 0,41 201 0,-86-267 0,96 366 0,-60-212-336,-6-117-4044,-62-168 1892,22 32 1,2-9-4449,4-8-6220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6:29.21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59 2355 14049,'-12'-4'651,"-24"-11"1167,35 15-1760,1-1 0,-1 1 0,1 0 0,-1 0 0,1 0 1,-1 0-1,1-1 0,-1 1 0,1 0 0,-1-1 0,1 1 0,0 0 0,-1-1 0,1 1 0,-1 0 0,1-1 0,0 1 0,-1-1 0,1 1 0,0-1 0,0 1 0,-1-1 1,1 1-1,0-1 0,0 1 0,0-1 0,0 1 0,0-1 0,0 1 0,0-1 0,-1 1 0,1-1 0,1 1 0,-1-1 0,0 1 0,0-1 0,0 1 0,0-1 0,0 1 0,0-1 1,1 1-1,-1-1 0,0 1 0,0-1 0,1 1 0,-1-1 0,0 1 0,1-1 0,-1 1 0,1-1 0,11-9 326,1 1 0,0 0-1,1 1 1,-1 0 0,2 1 0,-1 1-1,19-6 1,115-25 294,-146 36-666,31-6 21,772-186-2369,-80-37-3801,-576 174 4524,-2-8 1,245-144-1,-320 159 1682,-2-3 1,-2-3-1,-2-3 1,-3-2-1,-3-4 0,101-137 1,-104 117 1417,-4-3 0,-3-2 0,-5-2 0,-3-2 0,48-164-1,-58 105 2055,-22 96-742,-3 83 262,-1 16-2013,-2-1 0,-2 52-1,0-8-379,152 1576-481,-86-1282-1387,3-137-5091,-34-156 1453,-5-35-1389,7-4-5000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6:29.46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80 196 12293,'-4'-7'415,"1"-1"0,1 0 0,-1 0 1,1 0-1,0 0 0,1 0 0,0 0 0,0 0 0,1 0 0,0-1 0,0 1 1,1 0-1,0 0 0,0 0 0,5-14 0,-5 19-322,1 0 0,-1 1-1,1-1 1,0 0 0,0 0 0,0 1-1,0-1 1,0 1 0,0-1 0,1 1-1,-1 0 1,1 0 0,0 0 0,0 1-1,-1-1 1,1 0 0,0 1 0,0 0-1,1 0 1,-1 0 0,0 0 0,4 0-1,5-2 37,-1 1 0,1 1-1,0 0 1,-1 1-1,15 1 1,-6 1 4,0 1-1,-1 1 1,0 1 0,0 1 0,0 0-1,34 17 1,-42-17-85,0 0 0,0 1 0,-1 0 1,0 0-1,0 1 0,-1 1 0,0 0 0,0 0 0,-1 0 0,0 1 1,-1 0-1,7 12 0,-11-14-37,0 1 0,-1-1 1,0 0-1,0 1 0,0-1 0,-1 1 1,-1-1-1,1 1 0,-2-1 0,1 1 1,-1 0-1,0-1 0,-1 1 0,0-1 1,0 0-1,-1 1 0,0-1 0,-6 11 1,-5 9 36,-2 1 1,-1-2-1,-31 40 1,-79 88-37,51-65-1077,-109 169 0,183-256 871,-1 1 0,1 0 0,0-1 0,1 1-1,-1 0 1,1 0 0,-1 0 0,1 0-1,0 0 1,1 1 0,-1-1 0,1 0 0,0 0-1,0 0 1,0 1 0,0-1 0,2 5 0,-2-8 33,0 1 0,1-1 1,-1 0-1,0 0 1,1 0-1,-1 0 0,1 0 1,-1 0-1,1 0 0,-1 0 1,1 0-1,0 0 1,0 0-1,-1-1 0,1 1 1,0 0-1,0 0 1,0-1-1,0 1 0,0 0 1,1 0-1,25 1-3259,-20-2 2590,58-2-6592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6:29.90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47 13 11517,'0'-1'201,"-1"1"0,1-1 0,0 1 0,0-1 0,0 1 0,0-1 0,0 1 0,-1-1 0,1 0 0,0 1 0,-1 0 0,1-1 0,0 1 0,-1-1 0,1 1 0,0-1 0,-1 1 0,1 0 0,-1-1 0,1 1 0,-1 0-1,1-1 1,-1 1 0,1 0 0,-1 0 0,1-1 0,-1 1 0,1 0 0,-1 0 0,1 0 0,-1 0 0,1 0 0,-1 0 0,0 0 0,1 0 0,-1 0 0,1 0 0,-1 0 0,1 0 0,-1 0 0,1 0 0,-1 0 0,1 1 0,-1-1 0,1 0 0,-2 1 0,1 0-20,-1-1 1,1 1-1,-1-1 0,1 1 1,0 0-1,0 0 0,-1-1 1,1 1-1,0 0 0,0 0 1,0 0-1,0 1 0,0-1 1,0 0-1,0 0 0,0 1 1,0-1-1,1 0 0,-1 1 1,0-1-1,0 2 0,0 11 460,1-1-1,0 1 0,3 27 0,0-9-50,68 603 4074,-46-496-4663,75 237 0,-73-298-6,4-1 1,3-2-1,4-1 0,64 96 1,-90-153-206,1-1 0,0 0 0,1-1 0,1-1 0,1 0 0,-1 0 0,24 13 0,-28-20-37,0-1 0,0-1-1,0 0 1,1 0 0,0-1 0,0 0 0,0-1 0,0-1 0,0 0-1,1 0 1,-1-1 0,1-1 0,15-1 0,-9-2-38,-1 0 1,0-1-1,-1-1 1,1 0-1,-1-2 1,0 0-1,-1-1 1,24-14-1,-18 7 22,0-1-1,-2-1 0,0-1 0,0 0 0,21-29 1,-14 12 60,-2-2 1,-1 0 0,-2-2-1,-1-1 1,-3 0 0,25-76 0,-32 77 245,11-65 1,-20 89-9,0-1 0,-1 0 1,-1 0-1,-1 1 1,0-1-1,-1 0 0,-4-16 1,5 27-16,0 1 1,-1-1 0,1 1 0,-1 0 0,0-1-1,0 1 1,0 0 0,-1 0 0,1 1-1,-1-1 1,0 0 0,0 1 0,-1 0-1,1-1 1,-1 1 0,1 1 0,-1-1-1,0 0 1,-5-2 0,4 4-10,1 0 0,-1 0 0,1 0 0,-1 0 0,1 1-1,-1-1 1,0 1 0,1 0 0,-1 1 0,0-1 0,1 1 0,-1 0 0,1 0 0,-1 0 0,1 1-1,0 0 1,-1-1 0,1 2 0,-4 1 0,-8 6 25,1 1 0,0 0 0,0 1 0,-24 26 0,-46 65 86,52-63-165,-132 149-1035,142-164 648,1 0 0,2 2-1,1 0 1,1 1 0,-25 52-1,43-78 455,0 0 0,1 0 0,-1 0-1,0 0 1,1-1 0,-1 1 0,1 0 0,0 0-1,-1-1 1,1 1 0,0-1 0,0 1 0,0 0-1,0-1 1,0 0 0,3 3 0,1-5 100,-1 0 1,1-1 0,-1 0-1,0 0 1,1 0 0,-1 0-1,5-4 1,-4 3 45,3-2 273,1-1 1,-1 1-1,0-2 0,7-7 0,-8 8-159,-1 0 1,1 1-1,0 0 1,0 0-1,9-4 1,3 1-8,-1 0 1,1 2 0,0 0 0,0 2-1,1 0 1,-1 1 0,1 0-1,0 2 1,0 1 0,-1 0 0,21 3-1,28 7-1351,123 36-1,-83-18-1816,-72-20 1574,43 11-2632,-26-3-1913,0-1-3462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6:30.24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72 37 10305,'0'-3'-279,"-1"-14"239,-1 1 4601,-2 46 2445,-26 282-3170,12-160-3036,2 215 0,16-324-774,-1-26 70,2 1 0,3 28-1,-4-45-91,0 0-1,0-1 0,0 1 1,0-1-1,1 1 0,-1 0 1,0-1-1,0 1 0,0-1 0,1 1 1,-1-1-1,0 1 0,1-1 1,-1 1-1,0-1 0,1 1 0,-1-1 1,1 1-1,-1-1 0,1 0 1,-1 1-1,1-1 0,-1 0 0,1 1 1,-1-1-1,1 0 0,-1 0 1,1 1-1,0-1 0,-1 0 0,1 0 1,0 0-1,1 0 0,1 0 0,-1-1 0,0 1 0,0-1 0,0 1 0,0-1 0,0 0 0,0 0 0,0 0 0,1-1 0,7-4 20,-1-1 0,1 0 0,9-11 0,219-248 352,38-38-204,-241 270-123,2 2 0,2 1 0,1 2 0,1 2 0,1 2 0,56-24 0,-81 42-11,0 0 0,1 1 0,0 1 0,0 1 0,1 1 0,-1 0 0,28 0 0,-31 3 2,0 2-1,-1-1 1,1 2 0,-1 0-1,1 1 1,-1 0 0,0 1-1,0 1 1,24 13 0,-8 0 16,-1 2 1,0 1 0,-2 1-1,0 1 1,-2 2-1,-1 0 1,-1 1 0,30 48-1,-10-5-618,-3 1 1,51 129-1,-72-149-1103,-2 1 1,19 98-1,-18 24-7369,-14-62-1862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6:31.19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32 1405 10917,'-17'-182'2008,"12"124"320,4-63-1,0 15 2170,-4 71-2109,3 23-972,9 32-267,14 53 63,-2 0-1,-4 2 0,10 145 0,-18 237-319,-26-32-892,1-66 0,26-6 0,-8-350 0,0-1 0,1 1 0,-1-1 0,0 1 0,1-1 0,0 0 0,0 1 0,0-1 0,0 0 0,0 1 0,0-1 0,2 2 0,-2-3 0,0 0 0,-1 0 0,1-1 0,0 1 0,0 0 0,0-1 0,0 1 0,0 0 0,0-1 0,0 1 0,0-1 0,0 0 0,0 1 0,1-1 0,-1 0 0,0 0 0,0 1 0,2-1 0,0-1 0,0 1 0,-1-1 0,1 1 0,0-1 0,-1 0 0,1 0 0,0 0 0,-1-1 0,0 1 0,1-1 0,-1 1 0,0-1 0,0 0 0,1 0 0,-1 0 0,-1 0 0,1 0 0,2-3 0,13-23 0,-1-1 0,-1 0 0,-2-1 0,16-51 0,-17 47 0,242-824 0,6-30 0,-231 803 0,24-68 0,75-151 0,-104 251 0,3 1 0,3 2 0,64-86 0,-81 121 0,2 0 0,0 0 0,0 1 0,1 1 0,1 1 0,19-12 0,-24 18 0,1 0 0,-1 0 0,1 1 0,0 1 0,1 0 0,-1 1 0,1 0 0,-1 1 0,1 1 0,16 0 0,-8 2 0,0 2 0,0 0 0,-1 2 0,1 0 0,-1 1 0,0 1 0,-1 1 0,0 1 0,0 1 0,34 23 0,-8 0 0,-1 2 0,-2 1 0,42 47 0,-18-9 0,-2 4 0,-5 1 0,60 105 0,123 279 0,-56-10-11,-25 12 67,21 56-703,-107-305-7050,-43-121-757,-6-25-4576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6:31.79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42 3181 14305,'-10'-12'830,"1"0"0,-11-19-1,19 28-640,1 0 0,-1 1 1,1-1-1,0 0 0,0 0 0,0 1 0,0-1 0,0 0 0,1 1 0,-1-1 1,1 0-1,0 1 0,0-1 0,0 0 0,0 1 0,0-1 0,0 1 0,3-4 1,2-5 415,2-5-169,1 1 1,1 0-1,0 0 0,1 1 0,1 1 0,0 0 0,0 0 0,2 1 0,15-11 1,144-89 1016,-157 103-1355,728-375-4,-320 175-2015,513-301-3547,-675 350 3185,354-285-1,-519 362 2770,-4-5 1,-3-4-1,-5-3 0,140-205 1,-126 129 1287,-84 141-1092,-2-1-1,-2-1 1,14-55 0,-21 40 752,-4 46-1368,0 0 0,0 0 0,0 0 0,0 0 0,0 0 0,0 0 0,-1 0 1,1 0-1,0 0 0,0 0 0,-1 0 0,1 0 0,-1 0 0,1 0 0,-1 1 0,1-1 0,-1 0 1,1 0-1,-1 0 0,0 1 0,1-1 0,-1 0 0,0 0 0,0 1 0,1-1 0,-1 1 0,0-1 0,0 1 1,0-1-1,0 1 0,0-1 0,0 1 0,0 0 0,0 0 0,0-1 0,0 1 0,-2 0 0,1 0 47,-1 1-1,0-1 1,1 1-1,-1 0 0,1 0 1,-1-1-1,1 2 1,-1-1-1,1 0 1,-1 0-1,1 1 0,-4 3 1,-3 4 179,1 1 0,0 1-1,1-1 1,0 1 0,0 1 0,1-1 0,-5 17 0,6-18-124,-38 91 829,4 1-1,-46 196 0,58-159-1050,-18 249-1,42-309 55,3 0 0,4 0 0,14 82 0,-11-116 0,3-1 0,2 0 0,1 0 0,3-2 0,1 0 0,41 70 0,-49-96-25,2 0 1,0-1-1,0 0 1,2-1-1,0-1 1,0 0-1,1-1 0,1 0 1,0-1-1,1-1 1,0 0-1,0-1 0,1-1 1,0 0-1,0-2 1,1 0-1,0 0 1,0-2-1,0 0 0,1-2 1,-1 1-1,1-2 1,0-1-1,-1 0 1,1-2-1,0 0 0,-1-1 1,31-8-1,-7-4-316,0-3-1,-1-1 0,-1-2 0,-1-1 1,0-2-1,-2-2 0,45-41 0,-14 4-245,-3-2 1,89-117-1,25-71-249,-143 194 806,-3-2 0,38-94 0,-65 140 93,-1-1-1,0 1 1,-1-1-1,-1 0 1,0 0-1,0-20 1,-3 33-36,0-1 0,0 1 0,0 0 0,-1-1 0,1 1 0,-1 0 0,0-1 1,0 1-1,0 0 0,0 0 0,0 0 0,-1 0 0,1 0 0,-1 0 0,0 0 0,0 1 1,0-1-1,0 0 0,0 1 0,-1 0 0,1-1 0,-1 1 0,1 0 0,-1 1 0,0-1 0,0 0 1,0 1-1,0-1 0,0 1 0,0 0 0,0 0 0,-1 0 0,1 1 0,0-1 0,-1 1 0,-4-1 1,-1 1 19,0 0 0,0 0 0,1 1 0,-1 0 0,0 1 0,1 0 0,0 0 0,-1 1 0,1 0 0,-16 8 0,12-4 3,1 0 0,-1 1 0,1 1 0,1 0 1,0 0-1,-14 17 0,11-10-43,0 1 1,2 0-1,0 1 0,1 0 0,1 0 0,0 1 1,2 1-1,0-1 0,-5 28 0,9-35-86,2-1-1,0 1 0,0 0 0,1-1 1,1 1-1,0 0 0,3 15 0,-3-22 46,1 0 0,-1 0 0,1 0 0,0 0 0,0 0 0,0-1 0,1 1 0,0-1 0,0 1 0,0-1 0,0 0 0,0 0 0,1 0 0,0-1 0,0 1 0,0-1 0,0 0 0,0 0 0,6 2 0,2 1-24,1-2-1,0 0 1,0 0 0,0-1-1,0-1 1,1 0 0,23 0-1,6-3-4,48-7-1,-60 4 46,1 1-1,0 1 0,51 5 0,-43 5-354,0 2 1,-1 1-1,0 3 0,39 18 1,12 4-2998,8-1-5586,-53-19-899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6:32.58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32 2131 10685,'3'-15'767,"0"-1"333,-2 2 4407,-17 44-2823,12-4-2162,1-1 0,1 38 0,-1 14-29,-8 96 183,12 178 0,10-267-525,-5-85-122,5-2-23,0 0 1,-1-1-1,1 0 0,-1 0 0,1-1 1,-1-1-1,12-8 0,69-57-6,-12 9 31,-30 28-14,1 3 0,1 3 0,2 1 0,1 3 0,0 2 0,114-29 0,-139 45-63,1 1 0,-1 1 0,1 2 0,0 1 0,-1 1 0,1 1 0,0 2 0,-1 1 0,0 2 0,0 0 0,0 2 0,-1 1 0,0 1 0,-1 2 0,44 25 0,46 48-2847,-114-82 2732,1 0 0,0-1 1,0 1-1,-1-1 0,2 0 0,-1 0 0,0 0 0,0 0 0,0-1 0,1 0 0,-1 0 0,1 0 1,-1 0-1,1-1 0,0 0 0,5 0 0,-4-1 51,0 0 0,0 0 1,0-1-1,0 0 0,0 0 1,-1 0-1,1-1 0,0 0 1,-1 0-1,8-7 0,5-5 7,-1-1 0,-1 0 0,-1-1 0,0-1 0,13-22 0,15-29 305,-2-2 0,-4-2 0,39-108 0,-56 125 464,-2-2 1,-2 1-1,-3-2 0,9-105 1,-21 155-561,-1-1 1,0 1 0,-1-1 0,0 1-1,-2-11 1,3 18-84,-1 0-1,1 0 1,-1 0-1,1 0 1,-1 0-1,0 0 1,0 1 0,0-1-1,0 0 1,0 0-1,0 1 1,-1-1-1,1 1 1,0-1-1,-1 1 1,1 0-1,-1-1 1,0 1-1,1 0 1,-1 0 0,0 0-1,1 0 1,-1 0-1,0 1 1,0-1-1,0 0 1,0 1-1,0 0 1,0-1-1,-4 1 1,-2 1 8,0 0-1,0 1 1,0 0 0,0 0 0,0 1-1,0 0 1,1 1 0,-1-1 0,1 1-1,0 1 1,0 0 0,0 0 0,1 0-1,0 0 1,0 1 0,0 0 0,-5 8-1,-15 19 14,1 0-1,-23 43 0,40-63-37,-76 121-855,-40 67-2569,113-182 2855,2 0 0,0 0-1,1 1 1,-9 33 0,15-47 469,1 1 1,0-1-1,0 1 0,1-1 0,0 1 0,0-1 0,1 1 1,2 10-1,-2-14 123,0 0 0,0 1 0,0-1 0,1 0 0,-1 0-1,1 1 1,0-1 0,0-1 0,0 1 0,1 0 0,-1 0 0,1-1 0,-1 1 0,1-1 0,0 0 0,5 3 0,2-1 118,0 0 0,0-1 0,0-1 0,0 0 0,0 0 0,1-1 0,-1 0 0,19-1 0,-11 0 48,56-3 315,-41 1-360,9-1 36,0-2-1,-1-2 0,49-14 1,-41 7-144,-1-3-1,-1-1 1,0-2 0,45-28 0,-63 30-195,-1-1 1,0-1-1,-2-1 1,0-1-1,-2-1 1,0-2-1,21-29 1,-18 15 53,-1 0 0,-3-2 0,-1-1 0,-2-1 0,-2 0 0,-2-2 0,-2 0 0,13-72 0,-2-13 1377,13-202 0,-17-397 4003,-16 575-1948,29-185 0,-19 377-1916,1 40-1046,11 160-1,-17-125-360,-7-91-22,105 869-3148,-73-652-503,16 99-7175,-10-164-1272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6:33.10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92 247 11665,'-13'-40'1546,"2"-1"1,-8-59-1,19 95-1061,0 1 1,-1 0-1,0-1 0,0 1 1,0 0-1,-1 0 0,1 0 1,-1 0-1,0 0 0,0 0 1,0 1-1,-5-7 0,4 6-139,1 1 1240,0 8-140,-3 10-844,1 1 1,1 0-1,0 0 0,1 0 1,0 21-1,5 88 1104,-1-81-1160,7 1202 364,-11-730-910,45-5 0,-33-448-93,22 80 0,-23-115-941,19 43 0,-19-54-394,0 0 1,2 0-1,14 19 0,-21-30 356,15 13-1984,-1-14-3791,15-11-3996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6:33.32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333 140 7633,'13'-22'496,"-10"14"-264,1 1 0,1 0 1,-1 0-1,1 0 0,1 0 0,-1 1 1,1 0-1,0 0 0,0 0 0,13-8 1,-3 7 176,0 1 1,0 0 0,0 2 0,0 0 0,1 1-1,-1 0 1,1 1 0,0 1 0,0 1 0,0 0-1,-1 1 1,1 1 0,26 6 0,-28-4-216,-1 1-1,1 1 1,-1 0 0,0 1 0,0 0-1,-1 1 1,1 0 0,-2 2 0,0-1-1,0 1 1,0 1 0,-2 0 0,1 1-1,-1 0 1,10 17 0,-12-17-73,-2 0 0,0 0 0,0 0 0,-1 1 0,-1 0 0,0 0 0,-1 0 0,0 0 0,-1 1 0,-1-1 1,0 1-1,-1 0 0,0-1 0,-1 1 0,0-1 0,-1 1 0,-7 24 0,-3-8 8,0-1-1,-2 0 1,0-1 0,-2 0-1,-2-2 1,0 0-1,-2 0 1,-29 28 0,-30 24 212,-90 67 1,144-124-293,-312 271-154,207-171-2302,130-121 2321,-1 1 0,1-1 0,-1 1 0,1-1 0,-1 1-1,1-1 1,-1 1 0,1-1 0,0 1 0,-1 0 0,1-1 0,0 1 0,-1-1 0,1 1 0,0 0 0,0-1-1,0 1 1,0 0 0,0-1 0,-1 1 0,1 0 0,0 0 0,12 4-1422,24-12-989,21-19-2212,13-14-2691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6:33.59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534 125 9461,'2'-69'2126,"-1"66"-1967,-1 1-1,-1 0 0,1 0 1,0-1-1,0 1 1,-1 0-1,0 0 1,1 0-1,-1 0 1,0-1-1,0 1 1,0 0-1,0 0 1,0 1-1,-1-1 1,1 0-1,0 0 1,-1 1-1,0-1 1,1 0-1,-1 1 1,0 0-1,0-1 0,0 1 1,0 0-1,0 0 1,0 0-1,0 0 1,0 1-1,0-1 1,0 0-1,0 1 1,-1-1-1,1 1 1,0 0-1,0 0 1,-1 0-1,-1 0 1,-4 0 115,-1 1 0,1 0 1,0 0-1,0 1 0,0 0 1,0 0-1,0 0 0,-14 8 1,-3 5-4,1 1 0,1 1 0,1 1 0,0 1 0,1 1 0,2 0 0,-26 34 0,13-9-43,2 1 1,-49 98-1,70-123-226,0 0 1,2 1-1,0 0 0,2 0 0,-5 34 0,9-44-12,0 0 0,0 0 0,2 1 0,-1-1-1,1 0 1,1 0 0,0 0 0,1 0-1,0-1 1,1 1 0,10 21 0,-12-30 7,0 1 1,1-1-1,-1 0 0,1 0 1,-1 0-1,1 0 0,0-1 1,0 1-1,0-1 0,1 1 1,-1-1-1,0 0 1,1 0-1,4 1 0,-1-1 2,0 0-1,0 0 0,0 0 0,1-1 1,-1-1-1,0 1 0,9-1 1,5-2-1,-1 0 1,1-2 0,-1 0 0,30-10-1,50-23 62,46-14 10,-125 45-57,0 1 1,0 1-1,1 1 0,41 0 0,-51 3-6,0 1-1,-1 1 1,1 0 0,-1 0 0,0 1-1,1 0 1,-2 1 0,1 0 0,0 1-1,-1 0 1,0 1 0,11 7 0,-5 0-490,-1 1 0,0 0 1,-1 1-1,-1 1 1,23 32-1,16 36-7702,-30-41-955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6:34.17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1 236 7577,'5'2'358,"0"0"0,0 0 0,0 0 0,-1 0 0,1 1 0,0 0 0,-1 0 0,0 0 0,0 0 0,0 1 0,0-1 0,0 1 0,-1 0 0,0 0 0,0 1 0,0-1 0,0 1 0,-1 0 0,3 6 0,5 16 86,-1 1 1,-2 0-1,-1 0 0,-1 1 1,-1 0-1,-1 30 1,-12 178 910,1-121-878,-15 126 368,23-238-820,0 1 1,-1 0-1,2 0 1,-1 0-1,1-1 1,-1 1-1,3 6 1,-2-9-17,-1-1-1,1 0 1,-1 0-1,1 1 1,0-1 0,0 0-1,-1 0 1,1 0 0,0 0-1,0 0 1,0 0 0,0 0-1,0 0 1,1-1-1,-1 1 1,0 0 0,0 0-1,0-1 1,1 1 0,-1-1-1,0 1 1,1-1 0,-1 0-1,0 0 1,1 1-1,-1-1 1,0 0 0,1 0-1,-1 0 1,1 0 0,-1-1-1,2 1 1,9-3 9,-1 0 0,1-1 0,-1-1-1,0 0 1,-1 0 0,1-1 0,-1 0 0,18-14 0,-14 10-16,169-137 117,-36 27-120,-115 96 10,1 2-1,61-30 1,-68 41-19,0 2 1,1 1 0,0 1 0,1 2 0,44-4-1,52-11-11,-116 18 21,0-1 1,0 0-1,0 0 1,0 0-1,-1-1 0,1 0 1,-1-1-1,0 0 1,0 0-1,-1 0 0,0-1 1,1 0-1,-2 0 1,6-8-1,-3 3-1,0-1-1,-1-1 1,0 1-1,-1-1 1,-1 0-1,0-1 1,5-24 0,-1-5 16,-2-1 1,-1 0 0,-1-53-1,-6 68 67,0-1 0,-2 1-1,-2 0 1,0 0-1,-15-46 1,19 72-67,0 0 0,0 0 0,-1 0 0,1 0 0,-1 1 0,1-1 1,-1 1-1,0-1 0,0 1 0,0-1 0,0 1 0,0 0 0,-1 0 0,1 0 1,-1 0-1,-2-1 0,3 2-8,0 0 0,0 1 0,0-1 0,0 1 0,0 0 0,0-1 0,0 1 0,0 0 0,0 0 0,0 0 0,0 0 0,0 1 1,0-1-1,0 0 0,0 1 0,0-1 0,0 1 0,0 0 0,0 0 0,1 0 0,-1 0 0,-2 2 0,-5 4 8,0 0 1,0 1-1,1 0 1,0 1-1,1-1 1,0 2-1,0-1 0,1 1 1,0 0-1,1 0 1,0 0-1,0 1 1,-3 15-1,-4 17 11,2 1 1,-5 49-1,14-83-23,-3 35 12,2 1-1,2-1 1,2 1 0,2-1-1,18 84 1,-19-119-8,0 0 1,0 0-1,1-1 1,0 1-1,7 9 0,-11-18-6,0-1-1,0 0 1,0 0-1,0 1 1,0-1-1,1 0 1,-1 0-1,0 0 1,0 1 0,0-1-1,0 0 1,0 0-1,0 0 1,0 0-1,1 0 1,-1 1-1,0-1 1,0 0-1,0 0 1,0 0-1,1 0 1,-1 0 0,0 0-1,0 0 1,0 1-1,1-1 1,-1 0-1,0 0 1,0 0-1,0 0 1,1 0-1,-1 0 1,0 0-1,0 0 1,0 0 0,1 0-1,-1 0 1,0 0-1,0 0 1,0 0-1,1-1 1,9 0 16,-5 1-4,-1 0 1,0 0-1,0-1 0,0 0 1,0 0-1,0 0 0,0 0 0,0-1 1,0 1-1,-1-1 0,1 0 1,0 0-1,-1-1 0,7-4 0,6-8 34,6-6 38,0 1 1,2 1-1,44-26 0,-65 43-93,1 1 0,-1 0 0,1 0 0,-1 0 0,0 1 0,1-1 0,0 1 0,-1 0 1,1 0-1,-1 0 0,1 0 0,-1 1 0,1 0 0,-1-1 0,1 1 0,-1 0 0,0 1 0,1-1 0,2 2 0,6 4-216,-1 0 0,0 0 0,15 13 0,-23-17 141,13 11-876,0 1 1,-1 0 0,-1 1 0,22 32 0,-24-28-1710,-1-1 1,12 27 0,-10-14-3685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6:34.77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1105 4776,'31'-205'2691,"-23"126"-488,4 1 1,41-144 0,-34 164-929,2 1-1,36-67 1,-36 96-581,-20 29-673,0-1 0,-1 0 1,1 0-1,0 0 1,0 0-1,-1 1 0,1-1 1,0 0-1,0 1 0,-1-1 1,1 1-1,0-1 0,-1 0 1,1 1-1,-1-1 1,1 1-1,-1 0 0,1-1 1,-1 1-1,1-1 0,0 2 1,-1-1 1,3 3 8,0 2 1,-1-1-1,0 0 1,0 0-1,0 1 0,-1-1 1,1 1-1,-1 0 1,-1-1-1,1 1 0,-1 9 1,1 2 1,10 128 252,-8-79-238,13 71-1,-8-71-131,12-72 68,-16 5 5,-1 0-1,0-1 0,0 1 1,0-1-1,0 0 1,0 0-1,0 0 0,0-1 1,-1 1-1,1-1 1,3-4-1,25-40-148,-14 20 10,-2 8 1,0 0 0,1 1 0,1 0 0,1 2-1,1 0 1,0 1 0,21-12 0,153-76-735,-86 50 559,-67 33 211,-14 8 45,-1-1 1,31-22-1,-50 31 62,0-1 0,-1 1-1,0-1 1,0 0 0,0 0-1,0 0 1,-1-1 0,0 0-1,0 0 1,-1 0 0,0 0-1,0 0 1,0-1 0,2-10 0,-4 15 6,0 0-27,-1 1 26,1 0 1,0 0-1,0 0 0,0-1 0,0 1 0,0 0 0,0 0 0,0 0 0,0 1 1,0-1-1,0 0 0,1 0 0,-1 0 0,0 1 0,1-1 0,1 0 0,2-2-16,-8 34 20,1 41 0,2-40-53,-7 49 0,5-64-50,0 0 0,2 21-1,0-22 72,15-29-63,7-10 79,0-1-1,31-45 0,22-26 207,-5 14 384,-47 52-119,1 1 0,1 1 0,31-25 0,-28 28 20,-28 24-459,1 0 0,-1 0 0,1 0 1,0 0-1,-1 0 0,1 0 0,0 0 1,-1 0-1,1 0 0,0 0 0,-1 0 0,1 0 1,-1 1-1,1-1 0,0 0 0,-1 0 1,1 1-1,-1-1 0,1 0 0,-1 1 0,1-1 1,-1 1-1,1-1 0,-1 1 0,1-1 1,-1 1-1,1 0 0,11 12 155,-8-4-124,-1 1-1,0-1 1,0 0-1,-1 1 1,0 0-1,-1-1 1,0 1-1,-1 0 0,0 0 1,0-1-1,-3 13 1,2 31 48,1 106-1661,-2-109-1095,4-17-2889,1-4-1851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6:35.95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412 152 4164,'2'-1'80,"0"0"0,0 1-1,-1-1 1,1 0 0,0 0-1,-1 0 1,1 0 0,-1 0-1,1 0 1,-1-1 0,3-1-1,-2-14 1083,0-5-98,4 6 244,-5 14-1092,0 1-1,-1-1 1,1 0-1,0 1 1,-1-1-1,1 1 1,-1-1 0,0 0-1,0 0 1,1 1-1,-1-1 1,0-3-1,2-49 4170,-2 51-2818,-3 3-1430,0 0 1,0 1-1,0 0 1,-1-1-1,1 1 1,0 0-1,0 1 0,0-1 1,0 0-1,1 1 1,-1 0-1,0-1 1,-2 4-1,-31 30 269,28-27-207,-63 68 402,3 3 0,-101 154 1,159-216-559,1 1 1,1 1 0,-12 34-1,18-48-34,1 0 0,-1 0 0,1-1 0,0 1-1,1 0 1,-1 0 0,1 0 0,0 0 0,0 0 0,0 0-1,1 0 1,0 0 0,-1 0 0,2 0 0,-1-1 0,1 1-1,0 0 1,0-1 0,0 1 0,4 5 0,-3-8-5,0 1 0,0-1 1,0 0-1,1 0 1,-1 0-1,1 0 0,-1 0 1,1-1-1,0 0 1,0 0-1,0 0 0,0 0 1,-1 0-1,1-1 0,0 0 1,0 1-1,0-2 1,0 1-1,0 0 0,0-1 1,6-1-1,3-1 4,-1-1 0,0 1 0,0-2 0,0 0 0,18-11 0,12-12 107,76-67 1,-25 19 170,-91 74-275,0 0 0,1 0 0,-1 0 0,1 1 0,0-1-1,-1 1 1,1 0 0,0 0 0,0 0 0,0 0 0,4 0 0,-5 1-6,-1 0 0,0 0 0,1 0 0,-1 0 0,1 1 0,-1-1 0,0 0 0,1 1 1,-1-1-1,0 1 0,0-1 0,1 1 0,-1 0 0,0 0 0,0-1 0,0 1 0,2 2 0,1 2 3,0 1-1,0 0 1,-1 0-1,0 0 1,0 0-1,-1 0 1,1 1-1,1 8 0,0 5-7,0 0 0,-2 0 0,0 1-1,-1-1 1,-1 1 0,-1-1 0,-3 22-1,0 0-61,-34 338-2986,2-131-4767,13-101-1325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6:45.22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 55 7269,'31'-20'1154,"-25"16"2105,-26-1-1042,0 1 3810,8-18-1779,15 31-3919,1 0 0,-1 1 0,-1-1 1,1 1-1,-2-1 0,2 14 1,0 0 25,20 152 1302,11 73-249,-24-193-1229,178 967 1959,-44-344-3490,70 101-7902,-160-609 2265,2-19-4648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6:46.12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1 554 5208,'6'-29'1242,"1"1"0,13-30-1,4-13 689,-20 57-1619,2 0 0,0 1 1,0-1-1,1 1 0,1 1 0,17-23 0,-2 4 153,-9 12-237,1 0 0,1 1 0,1 1 0,0 0 0,1 1-1,1 1 1,0 1 0,40-21 0,-44 27-137,0 0 0,1 1 0,1 1 0,-1 1 0,1 0 0,-1 1 0,1 1 0,1 0 0,-1 1 0,0 1 0,0 1 0,1 1 1,17 2-1,-8 3 12,-1 2 1,1 0 0,-2 2-1,1 1 1,-2 1 0,1 1 0,-2 1-1,1 1 1,-2 1 0,27 26 0,-10-6 47,-2 2 0,-2 2 0,-1 1 0,40 64 0,-32-35-69,-3 2 0,-3 2 0,-4 1 1,-2 1-1,-5 1 0,-2 2 0,-4 0 1,-4 1-1,-3 1 0,-3 0 0,-5 1 0,-2-1 1,-4 1-1,-4 0 0,-4-1 0,-25 103 1,7-78 185,-51 121 0,-59 95 494,66-161-392,15-2 197,57-159-562,1 1 1,-1-1 0,0 1 0,0-1-1,0 1 1,0 0 0,0-1 0,1 1-1,-1-1 1,0 1 0,0-1-1,1 1 1,-1-1 0,0 1 0,1-1-1,-1 1 1,1-1 0,-1 1 0,0-1-1,1 0 1,-1 1 0,1-1-1,-1 0 1,1 1 0,-1-1 0,1 0-1,0 0 1,-1 0 0,1 1 0,-1-1-1,1 0 1,0 0 0,-1 0-1,4 1 1,-1 0 0,1-1 0,-1 0-1,1 1 1,-1-1 0,1 0-1,-1-1 1,0 1 0,1-1 0,-1 1-1,1-1 1,-1 0 0,0 0 0,4-2-1,50-27 29,-30 15-23,376-185 140,220-118-1557,-196 63-3279,-154 66-2362,-139 84 450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6:46.41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 75 7665,'-2'-1'211,"1"-1"1,0 0 0,0 0 0,0 1-1,1-1 1,-1 0 0,0 0 0,1 0-1,-1 0 1,1 0 0,0 0 0,-1 0 0,1 0-1,0 0 1,0 0 0,0 0 0,1 0-1,-1 0 1,0 0 0,1 0 0,1-3-1,0-6 678,-2 7 380,8-8 930,-8 12-2140,1 0-1,-1-1 1,1 1 0,-1 0-1,0 0 1,1 0-1,-1-1 1,0 1 0,1 0-1,-1 0 1,1 0-1,-1 0 1,1 0 0,-1 0-1,0 0 1,1 0 0,-1 0-1,1 0 1,-1 0-1,1 0 1,-1 0 0,0 0-1,1 0 1,-1 0-1,1 0 1,-1 0 0,0 1-1,1-1 1,-1 0-1,1 0 1,-1 1 0,0-1-1,1 0 1,-1 0-1,0 1 1,1-1 0,-1 0-1,0 1 1,0-1-1,1 0 1,-1 1 0,0-1-1,0 1 1,0-1 0,0 0-1,1 1 1,-1-1-1,0 1 1,0-1 0,0 0-1,0 1 1,0-1-1,0 1 1,12 41 426,-5-18 77,61 281 3291,6 25-1633,-24-168-1350,111 239 0,175 221-1137,-94-154-3201,-150-220-548,-70-172-50,16 105-1,-16-22-5770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6:47.16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7081,'0'0'1632,"2"2"-45,4 6-883,-1 1-1,1 0 1,-1 0-1,-1 0 1,0 0-1,5 15 1,14 66 1751,-17-61-1792,64 290 3622,132 479 437,17-163-4650,-97-323-3130,15-9-4422,-129-286 5655,1-1 0,18 26 1,-14-27-955,0 0 0,17 13 0,-29-28 2690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6:47.64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19 467 6901,'-2'-2'121,"1"0"0,-1 0 0,0-1 0,0 1 0,1-1 0,0 1 0,-1-1 0,1 1 0,0-1 0,0 0 0,1 0 0,-1 1 0,0-1 0,1 0 0,0 0 0,-1 0 0,1-3 0,2-1 186,0 0 0,0 0 0,0 1-1,0-1 1,7-11 0,-5 11-160,5-11 979,24-33 1,-5 9 42,-12 17-629,0 1 0,2 1 1,0 0-1,27-24 0,-32 35-324,1 0 0,0 1-1,1 0 1,0 1 0,0 1-1,1 0 1,33-12 0,-40 18-147,0 1 1,0 0-1,1 1 0,-1 0 1,0 1-1,0-1 1,1 2-1,-1-1 1,0 1-1,0 1 1,0 0-1,0 0 0,11 4 1,-10-2-5,0-1 1,-1 2-1,1-1 1,-1 1-1,0 0 0,0 1 1,-1 0-1,10 9 1,1 3 146,29 38 1,-29-31-118,-1 0 0,-1 2 0,-2 0 0,-1 1 0,-1 1 0,-1 0 0,13 52 0,-15-41-26,-3 0 0,-1 0 0,-2 1-1,-2 0 1,-5 61 0,-8 18 30,-6-1 0,-5 0 0,-72 223 0,35-172-49,-140 422 86,194-576-156,2-9 21,0 1-1,0 0 1,1 0 0,0 0 0,0 0 0,1 0-1,0 0 1,1 0 0,-1 0 0,2 1 0,-1-1-1,1 0 1,3 13 0,-3-20 0,-1 0 0,1 1 0,0-1 0,0 1-1,0-1 1,0 0 0,0 0 0,0 1 0,0-1 0,0 0 0,0 0 0,0 0-1,1 0 1,-1 0 0,0-1 0,1 1 0,-1 0 0,1 0 0,-1-1 0,3 1-1,1 0 6,-1 0-1,1-1 1,-1 1-1,1-1 1,0 0-1,-1 0 1,7-2-1,6-1 3,0-1-1,0-1 0,19-8 0,31-17-153,-1-3 0,71-47-1,118-96-1803,-199 136 1282,355-281-5806,-273 202 2341,-1 9-1958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6:49.79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407 527 3336,'7'-15'4385,"-11"15"-4289,-20 0 138,1-1 1,-1-2-1,-25-5 1,-14 3 53,-38-20 79,84 22-364,14 3 8,0-1 43,-1 0-1,1-1-5,0 1 1,0 0-1,-1 0 0,1 1 1,0-1-1,0 0 1,0 1-1,-5 0 0,2-20 170,-15-31 152,17 43-248,0 0-1,0-1 0,1 1 0,0-1 0,-2-16 0,-2-15 393,4 24-237,1 1 1,0-1-1,1-19 0,1 30-230,1-1 0,0 1-1,0-1 1,0 1 0,0 0-1,1-1 1,0 1 0,0 0-1,1 0 1,-1 0 0,1 1 0,0-1-1,4-4 1,3-2 18,0 0 0,1 1 0,0 0 1,1 1-1,0 0 0,0 1 0,1 0 0,0 1 0,0 1 0,1 0 1,0 1-1,0 0 0,0 1 0,0 1 0,22-3 0,-23 4-5,-1 1 0,1 1 0,0 0 0,0 1 0,-1 0 0,1 1 0,0 0 0,-1 1 0,0 1-1,1 0 1,-1 0 0,-1 1 0,1 1 0,-1 0 0,0 1 0,0 0 0,18 16 0,-7-1 167,-2 0 0,0 2 0,-2 0 1,0 1-1,20 41 0,-17-25-5,-3 1 0,-1 0 0,10 45 0,-15-38-16,-3-1 1,-2 1 0,-2 1 0,-2-1 0,-2 1 0,-2-1-1,-3 1 1,-12 61 0,9-76-77,-2 0 0,-13 33 0,-71 175 395,-60 80-13,111-244-387,4 3 0,-47 141 0,83-219-114,1 0-1,0-1 1,1 1 0,-1 0-1,1 0 1,0 0-1,0 0 1,0 0-1,0 0 1,0 0-1,1 0 1,1 4-1,-1-6-7,0-1-1,-1 1 0,1-1 0,0 0 0,0 1 0,0-1 0,0 0 0,0 0 0,0 1 1,1-1-1,-1 0 0,0 0 0,1 0 0,-1 0 0,0-1 0,1 1 0,-1 0 1,1-1-1,0 1 0,-1-1 0,1 1 0,-1-1 0,1 0 0,0 1 0,-1-1 1,1 0-1,0 0 0,-1 0 0,4-1 0,12-1 5,0-1 0,0-1 0,0 0 0,0-1 1,-1-1-1,1 0 0,18-12 0,109-70-324,-91 52 6,405-293-4675,-171 83-2376,-172 144 1471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6:50.01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34 9 6049,'-7'-3'547,"-10"-3"3054,16 11-2325,-3 19-354,2-1 1,0 1-1,1 1 0,3 25 1,0 11 220,40 568 3899,49-2-3493,-66-476-1238,125 685-2399,-23-287-7937,-80-372 992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6:52.79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556 0 8697,'-2'43'2537,"-2"-1"1,-19 82 0,7-48-910,-25 138 1554,-84 516 2583,99-517-4961,-136 945 1234,133-992-2220,-90 646-4378,110-633 1632,10-151 1171,1-1-1,1 1 1,1-1-1,11 36 1,13 13-8529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6:53.19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0 342 7957,'10'-24'353,"-6"11"-65,1 1 0,0 1 0,1-1 0,1 1 1,-1 0-1,2 0 0,16-19 0,3 4 627,0 1 0,1 1 0,2 2 0,32-19 0,-45 31-620,1 0 0,1 1-1,0 1 1,0 1 0,1 1 0,0 0-1,0 1 1,34-3 0,-45 8-227,0 1 0,0-1 0,0 1 0,-1 1-1,1 0 1,0 0 0,-1 1 0,0 0 0,1 0 0,-1 1 0,-1 0 0,1 1 0,-1-1 0,1 1-1,-1 1 1,0 0 0,-1-1 0,0 2 0,0-1 0,9 13 0,0 3 65,0 1 0,-1 0 1,-1 1-1,-2 0 0,14 41 1,-8-8-19,-2 0 0,-3 1 0,-3 1 1,-2 0-1,-3 0 0,-3 69 1,-10 16 29,-36 194 0,9-158-82,-7-1 1,-8-2-1,-93 214 1,102-296-36,16-40-30,2 0 0,3 2 0,-23 100 0,42-150 3,1 1 0,0-1-1,0 1 1,1-1 0,0 1 0,1 0 0,-1-1 0,2 1-1,-1-1 1,4 12 0,-3-15 4,0 0-1,1 0 1,-1 0-1,1 0 1,0-1-1,-1 1 1,2-1-1,-1 0 1,0 0-1,1 0 1,-1 0-1,1 0 1,0-1-1,0 0 1,0 0-1,0 0 1,0 0-1,0-1 1,7 2-1,10 2-10,0-1 0,1-1 0,0-1 0,0-1 0,-1 0 0,43-6 0,134-31-447,-190 35 426,81-22-982,-1-3 0,130-57 0,157-106-6814,-189 83 640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6:53.58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95 458 7413,'2'-7'290,"0"0"1,0-1-1,1 1 1,0 0 0,0 0-1,1 1 1,0-1-1,7-8 1,44-47 1661,-36 42-1274,10-10 103,2 2 1,2 1 0,0 1-1,61-34 1,-40 30-274,2 3 0,88-31 0,-131 54-401,0 0 1,0 1 0,0 1-1,24-2 1,-34 3-95,1 1 0,-1 0 0,0 0 0,0 0 0,1 0 1,-1 1-1,0-1 0,0 1 0,0 0 0,0 0 0,0 0 0,0 0 0,0 1 1,0-1-1,0 1 0,0-1 0,-1 1 0,1 0 0,-1 0 0,1 1 0,-1-1 1,0 0-1,0 1 0,0-1 0,3 5 0,-2 4 20,1-1 0,-2 1 1,1-1-1,-1 1 0,-1 0 0,0 0 0,0 0 0,-2 0 1,0 11-1,-19 104 153,15-101-151,-5 26 16,3 0 0,2 0 1,3 0-1,4 65 0,2-77-45,1 0-1,3 0 1,0-1-1,3 1 1,1-2-1,20 42 0,114 200-12,-86-173 4,79 195-1,-132-279 9,0 0 0,-1 1 0,-2 0 0,0 0 0,-2 0 0,0 0 0,-1 1 0,-2-1-1,-4 36 1,-1-32-6,0 0 0,-1 0-1,-2-1 1,-1 0 0,-1-1-1,-1 0 1,-25 39-1,4-18 4,-2-1-1,-2-1 0,-2-2 0,-1-2 1,-47 35-1,-238 158-45,66-71-1019,123-78-1274,5-10-4454,90-46 162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6:54.09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1 386 7681,'25'-34'960,"2"0"1,1 2 0,1 1-1,2 1 1,67-49 0,-65 56-407,1 2 1,1 2-1,0 1 1,2 2-1,68-21 1,-90 34-452,-1 0 0,1 1 0,0 0 0,0 1 0,0 1 0,-1 0 0,1 1-1,16 4 1,-21-3-43,1 1-1,-1 0 0,0 1 0,0 0 1,-1 1-1,1 0 0,-1 0 0,0 1 0,0 0 1,-1 1-1,0 0 0,11 11 0,-8-4 9,0 1-1,0 0 1,-1 0-1,-1 1 0,-1 1 1,0-1-1,-1 1 0,6 26 1,-3-8 17,-3 1-1,0 1 1,1 44 0,-8-26 27,-1-1 1,-3 1-1,-2-1 1,-18 69-1,-70 210 256,77-280-337,-110 327 547,-72 252 692,195-613-1175,-1 1 0,2-1 0,-1 34 0,4-49-71,-1 1 0,1 0 0,1-1 0,-1 1 0,1 0 0,0-1 0,0 1 0,0-1 0,1 1 1,-1-1-1,1 0 0,0 1 0,0-1 0,1 0 0,-1 0 0,1-1 0,0 1 0,0 0 0,0-1 0,0 0 0,7 5 0,-2-4-2,-1 0 0,1-1-1,0 0 1,0-1 0,0 0 0,0 0 0,0 0-1,1-1 1,-1 0 0,13-1 0,9-2 37,49-8 0,-9-4-11,-2-3-1,75-28 1,130-65-178,-137 48-587,141-89 0,118-100-2771,-291 182 2265,276-195-6342,-193 125 756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6:54.27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 1 6957,'-23'9'3204,"33"6"-1640,10 21 156,-3 15 4,-4 16-83,7 20-65,0 28 60,-3 26 0,0 31-56,6 24-200,1 18-276,-1 21-228,-3 18-167,-3 16-121,-3 17-120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6:56.52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111 3007 3000,'-6'3'197,"0"1"0,1-1 0,0 1 0,0 0 0,0 0 0,0 0 0,1 1 0,0 0-1,-1 0 1,2 0 0,-7 10 0,6-8 228,0 0 0,0 0 0,0 0-1,-1-1 1,-7 8 0,-1 1-50,11-12 48,3-1-26,4 11 26,-4-10-165,0 1 0,1-1 0,-1 0 0,1 1 0,0-1 0,0 0 0,3 3-1,-4-5-203,0 0 0,0 0 0,1 0-1,-1 0 1,1 0 0,-1 0-1,0 0 1,1-1 0,0 1 0,-1-1-1,1 1 1,-1-1 0,1 0-1,0 1 1,-1-1 0,1 0 0,-1 0-1,1 0 1,0 0 0,-1-1-1,3 1 1,70-16 915,-2-3-1,76-29 0,-35 10-366,466-166 624,-261 87-942,1103-388 329,-1082 385-534,126-39-48,345-113-6,-360 119 18,709-264 43,-36-85-54,-553 167 193,-498 289-77,125-106 0,-194 148-145,1 0 1,-1 0-1,0 0 0,0 0 1,-1 0-1,1 0 1,-1-1-1,0 0 0,0 1 1,1-7-1,4-8-15,-6 17 64,-15-2-734,6 2 362,0 0 0,0 1 0,0 0 0,0 1 0,-1-1-1,1 1 1,-16 3 0,-7-1-630,-17 2-2417,-79-6-1,60-3-2019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6:57.11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7765 103 4252,'31'-46'2514,"-29"44"-1429,-2-1-923,0 0 0,1 0-1,-1 0 1,1 1-1,-1-1 1,1 0 0,0 0-1,0 0 1,0 1-1,1-1 1,-1 0 0,0 1-1,1-1 1,0 1-1,0 0 1,0 0-1,0-1 1,5-3 1820,-35 19-1072,25-11-859,0 0-1,0-1 1,-1 0 0,1 0-1,0 0 1,-1 0 0,1 0 0,-1-1-1,-5 1 1,-16 3 130,-53 22 203,-103 50 0,-69 52-172,-329 222 79,158-89-204,-912 409 134,-49-102-191,1350-556-32,-1234 514 29,49 101 30,521-196-143,468-274-40,226-156 42,0-3-532,-8-16-380,2-1 0,0 0 1,1-1-1,-8-32 0,5 16-2035,3 18-1094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6:57.53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46 1607 3916,'-5'5'235,"0"-1"-1,1 1 0,-1 0 0,1 0 0,0 1 1,0-1-1,-4 9 0,7-13-173,0 0 0,0 1 0,1-1 1,-1 0-1,1 1 0,-1-1 0,1 1 0,-1-1 0,1 1 0,0 0 0,0-1 0,0 1 0,0-1 1,0 1-1,0-1 0,0 1 0,0-1 0,0 1 0,1-1 0,-1 1 0,1-1 0,-1 1 0,1-1 1,0 1-1,0-1 0,-1 0 0,1 1 0,0-1 0,0 0 0,0 0 0,0 0 0,0 1 0,1-1 0,-1 0 1,0-1-1,0 1 0,1 0 0,-1 0 0,3 0 0,4 2 25,0 0 1,0 0-1,1-1 0,-1-1 0,1 0 1,-1 0-1,1 0 0,0-1 0,14-2 1,88-15 477,-87 12-431,626-156 576,-5-40-515,-558 173-167,2150-776-1908,-1478 470-1476,-398 163 855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6:58.26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352 2721 4672,'-121'21'1105,"104"-18"-687,1 1 0,-1 1 0,1 0 0,0 1 0,0 1 0,0 1 0,1 0 0,-23 16 0,-9 6 393,33-21-439,11-7 23,6-4 23,170-114 658,341-172 0,217-39-718,-398 184-126,225-112-110,-176 75-63,282-136 88,-302 139-3,731-368 517,-972 484-557,375-207 466,-460 246-606,-2-1 0,49-43 0,-81 63-50,1 1 0,-1 0 0,0-1 0,-1 0 0,1 0 0,0 1 0,-1-1-1,1 0 1,-1 0 0,0 0 0,0 0 0,0 0 0,-1-1 0,2-4 0,-1 2-258,-2 6 231,1-1 0,-1 1 1,0-1-1,1 0 0,-1 1 1,1-1-1,-1 1 1,0-1-1,1 1 0,-1-1 1,0 1-1,1 0 0,-1-1 1,0 1-1,0 0 0,0 0 1,1-1-1,-1 1 1,0 0-1,-1 0 0,1 0-114,-16-1-3284,-3 10-1742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6:58.68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4964 1 5352,'-32'13'354,"13"-6"-22,0 1 0,0 1 0,1 1-1,0 0 1,1 2 0,-28 22 0,-17 25 1029,2 3-1,3 3 1,2 2 0,-75 124 0,-196 327 619,-39-23-1369,-347 268-1145,493-555-264,-9-10 0,-9-11 0,-7-10 0,-367 201 0,-267 103-1338,457-267-1736,365-187 2797,-60 30-1758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6:59.44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106 2213 6901,'-43'41'1398,"30"-31"-635,2 1-1,-22 24 0,33-34-701,-1 0 0,0 0-1,1 0 1,-1 0-1,0 1 1,1-1 0,-1 0-1,1 1 1,0-1 0,0 0-1,-1 1 1,1-1 0,0 0-1,0 1 1,0-1 0,0 1-1,0-1 1,1 0-1,-1 1 1,0-1 0,1 0-1,-1 1 1,1-1 0,-1 0-1,1 0 1,0 0 0,-1 1-1,1-1 1,0 0-1,0 0 1,0 0 0,0 0-1,0 0 1,0 0 0,0 0-1,0-1 1,0 1 0,2 1-1,6-2 16,0 0 0,0 0 0,0-1 0,0 0 0,0 0 0,0-1 0,0 0 0,15-6 0,0 1 30,323-114 688,-138 44-600,2493-843 234,8-66-2312,-2357 831-3306,-211 79 91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6:59.86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5520 4 4804,'2'-1'123,"-1"1"0,1-1 1,0 1-1,-1-1 0,1 1 0,0 0 0,0-1 0,-1 1 0,1 0 0,0 0 0,0 0 0,1 1 0,2-1 154,-5 2-133,-1 0 1,1 0-1,-1 0 0,1-1 0,-1 1 0,0 0 1,0-1-1,0 1 0,0 0 0,0-1 0,-2 3 0,-315 388 6233,-23-17-4358,221-245-1532,-810 806 1303,-46-42-1582,550-509-384,-681 561-2776,905-779 2031,-660 510-6517,606-489 2617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7:00.54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1182 126 4808,'-4'-19'303,"3"9"-16,-1-1 0,-1 1 0,0 0 0,0 0-1,-1 0 1,-6-13 0,9 22-177,1-1-1,-1 1 0,0-1 0,0 1 0,0 0 1,0-1-1,0 1 0,0 0 0,0 0 1,0 0-1,-1 0 0,1 0 0,0 0 0,-1 0 1,1 0-1,-1 1 0,1-1 0,-1 0 1,1 1-1,-1 0 0,1-1 0,-1 1 1,1 0-1,-1-1 0,0 1 0,1 0 0,-1 0 1,0 0-1,1 1 0,-1-1 0,1 0 1,-1 1-1,1-1 0,-1 0 0,0 1 0,1 0 1,0-1-1,-1 1 0,-1 2 0,-4 2 13,1 1 0,0 1 0,0-1-1,1 1 1,0 0 0,-6 9 0,-3 6 143,-232 360 2134,91-133-1699,-337 596 421,401-641-958,80-172-136,1-1-1,1 1 1,1 1-1,-4 53 1,11-75-17,1 0 1,0 1 0,1-1 0,0 0-1,0 1 1,1-1 0,1 0 0,0 0 0,6 13-1,-6-18-10,0 0-1,0-1 0,0 0 1,1 1-1,0-1 0,0 0 1,1-1-1,-1 1 0,1-1 1,0 0-1,0 0 0,1 0 1,-1-1-1,1 0 1,-1 0-1,1 0 0,9 2 1,5 0-102,0 0 0,0-2 0,1 0 0,-1-1 0,1-1 0,0-1 1,-1-1-1,1-1 0,32-7 0,19-8-683,91-34 0,-110 33 377,71-27-2770,187-95 0,-161 62-1703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7:01.29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 1210 3588,'-14'17'805,"14"-17"-773,0 0 1,0 0-1,0 0 1,0 1-1,0-1 1,0 0-1,0 0 1,0 0 0,0 0-1,0 0 1,0 0-1,0 1 1,0-1-1,0 0 1,0 0-1,0 0 1,0 0-1,1 0 1,-1 0-1,0 0 1,0 0-1,0 1 1,0-1-1,0 0 1,0 0-1,0 0 1,1 0-1,-1 0 1,0 0-1,0 0 1,0 0-1,0 0 1,0 0-1,0 0 1,1 0 0,-1 0-1,0 0 1,0 0-1,0 0 1,0 0-1,0 0 1,0 0-1,1 0 1,-1 0-1,0 0 1,0 0-1,0 0 1,0 0-1,0 0 1,0 0-1,1 0 1,-1-1-1,0 1 1,0 0-1,0 0 1,0 0-1,0 0 1,0 0-1,0 0 1,0 0-1,0-1 1,40-19 3487,-21 10-4093,72-38 1390,334-155 532,726-213-1679,-685 255-936,53-37-1524,-315 118 958,31-11-488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7:17.88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268 163 5092,'-1'-7'854,"0"-1"0,-1 1 0,0-1-1,0 1 1,0 0 0,-7-13-1,8 18 327,1-19 724,0 16-1564,0 1 0,0-1 1,1 1-1,-1 0 0,1-1 0,0 1 0,0 0 0,5-9 3111,-10-12-2808,2 22-286,4 16-146,0-1-109,-2 0 1,1 0-1,-2 0 1,0 0 0,-4 24-1,-1 5 101,-21 126 652,7-50-184,-55 298 1065,38-216-1134,1 13 103,-11 276 1,45-433-635,3 0 1,3 0 0,1-1-1,3 1 1,23 78-1,-20-97-44,2 1 1,1-2-1,2 0 0,2-1 0,1-1 0,1 0 0,2-2 0,43 50 0,-30-46-59,1-2-1,2-1 1,1-1-1,85 49 1,-66-50-110,2-1-1,1-4 1,80 23 0,-36-21-244,1-6 1,1-3 0,1-6-1,154-1 1,-206-11 221,0-3 1,-1-1-1,1-4 1,-1-1-1,-1-3 1,0-3-1,-1-1 0,92-43 1,-135 53 116,0 0 1,0 0 0,0-1-1,-1 0 1,0 0-1,-1-1 1,0 0 0,0-1-1,10-13 1,-14 15-223,0 0 1,0 0 0,0 0-1,-1 0 1,0-1 0,-1 1-1,1-1 1,-2 0-1,1 0 1,-1 0 0,0 0-1,0 0 1,-1 0 0,-2-14-1,-8-27-2819,-1 14-1801,-3-2-3831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7:18.36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704 157 6105,'-3'-11'964,"1"0"1,0 0 0,0 0 0,1-1 0,1 1 0,0 0-1,3-21 1,-3 28 452,0-35 2041,0 36-1012,-4 4-1993,-4 1-306,0 1-1,1 0 1,0 0-1,-1 1 0,1 0 1,1 1-1,-1-1 1,0 1-1,1 0 1,0 1-1,1 0 0,-1 0 1,-7 10-1,-8 13 929,-30 58-1,40-67-811,-16 30 412,2 1 1,-22 63-1,38-84-498,0 0 1,2 1-1,1 0 1,2 0-1,-1 49 0,6-44-113,1 0-1,1 0 0,3 0 0,0 0 1,3-1-1,1 0 0,1 0 0,2-1 0,1-1 1,2 0-1,1-2 0,29 41 0,56 68 13,44 60 10,-140-190-85,0-1 0,-1 1 1,0 0-1,0 0 0,-1 1 1,0-1-1,-1 1 0,0 0 1,2 12-1,-5-18 0,0 1-1,1 0 1,-2 0 0,1-1-1,-1 1 1,1 0 0,-2-1 0,1 1-1,-1-1 1,1 1 0,-1-1-1,-1 0 1,1 0 0,-1 1 0,0-2-1,0 1 1,-1 0 0,1-1-1,-6 5 1,4-3-10,-1-1-1,1 0 0,-1 0 1,-1-1-1,1 1 1,-1-1-1,1-1 1,-1 0-1,0 1 1,0-2-1,-1 1 1,-10 1-1,-26 9-281,0-2 0,-1-2 1,-50 4-1,64-10-83,-15 3-729,-1-2 1,0-2-1,1-2 0,-53-7 0,90 5 503,1 1 0,-1-2 0,1 1 0,0-1 0,0 0-1,0-1 1,-9-5 0,-23-23-5916,16 7-2168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7:18.62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14 224 11209,'-13'-31'8572,"16"30"-7610,11-6-614,1 0 0,1 2 1,-1 0-1,1 0 1,20-2-1,87-7 191,-65 8-314,397-26 301,-72 7-2318,-303 18-1714,153-34 0,-171 26-1286,-7-1-2751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7:19.37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25 4620,'0'0'3537,"6"-12"-4145,1 0 88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7:19.74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307 466 5380,'12'-25'1794,"-11"23"-198,-1-2-892,0-3-182,0 0 0,-1 0 0,0 0 0,-1 0-1,0 0 1,-4-11 0,5 16 210,12-62 2874,-9 47-2773,-2 13 652,0 2-848,-2-10-415,-3-2 1220,4 14-1372,0 0-1,0 0 1,0 0 0,0 0 0,0 0-1,0 0 1,0 0 0,0 0-1,0 1 1,0-1 0,0 0 0,0 1-1,0-1 1,0 1 0,0-1-1,0 1 1,0-1 0,0 1-1,-1 1 1,-8 5 241,1 1-1,1-1 0,-1 2 1,1-1-1,1 1 0,-10 14 1,-38 65 1065,50-80-1273,-23 46 398,2 0 0,3 2 0,2 1 0,-18 82 0,31-106-394,2 0 0,0 1 0,3 0 0,0 0 1,3 0-1,0 0 0,2 0 0,9 42 0,-7-58-84,0 0 1,2 0-1,0 0 0,1-1 0,1 0 0,0 0 1,1-1-1,1 0 0,1-1 0,0 0 0,1 0 1,0-1-1,1-1 0,1 0 0,0-1 0,24 16 1,-15-14-16,1-1 0,0-2 1,1 0-1,0-1 1,0-2-1,1-1 0,0-1 1,1 0-1,-1-3 1,1 0-1,53-2 1,-60-1-14,0-2 1,-1-1-1,0 0 1,1-1 0,-1-2-1,-1 0 1,1 0-1,-1-2 1,0 0 0,-1-1-1,0-1 1,0-1-1,-1 0 1,0-1 0,-1-1-1,-1 0 1,14-16-1,-10 5 5,-1-2-1,0 0 1,-2-1-1,-2-1 1,0 0-1,-2-1 1,0 0-1,-3 0 1,0-1-1,-2-1 1,3-32-1,-3-7-23,-3-1-1,-4 1 0,-15-123 1,10 143-319,-3 0 0,-2 1-1,-1 0 1,-3 1 0,-2 0 0,-2 2 0,-3 0 0,-48-78 0,66 117 18,-1 0 1,-1 1 0,1-1 0,-1 1-1,0 0 1,0 1 0,-14-10 0,16 13-11,0 0 1,-1 0 0,1 0 0,-1 0-1,1 1 1,-1 0 0,0 0 0,0 0 0,1 0-1,-1 1 1,0 0 0,0 0 0,0 0 0,1 0-1,-10 3 1,6-2-295,1 1-1,0 1 1,0-1 0,-12 7-1,-12 14-4488,3 7-3514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7:20.07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0 396 8797,'32'23'1126,"-21"-15"-622,0 0 0,-1 0-1,1 1 1,-2 0-1,1 0 1,-2 1-1,1 0 1,10 18-1,16 42 2533,42 126 0,6 81-632,-70-228-2043,-2-18 192,-3 1 0,0 0-1,-2 0 1,-2 0-1,1 60 1,-12-57 660,6-32-437,3-8-468,24-68-266,4 0 1,2 2-1,64-100 0,-38 82-1218,3 4 0,4 2 1,3 3-1,4 4 0,4 2 0,2 4 1,140-96-1,-186 144 636,289-177-8620,-196 138 2176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7:20.58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972 284 8757,'40'-74'2159,"-35"64"-1526,0 0 0,-1 0 0,0 0 0,-1 0 0,-1 0 1,1-1-1,0-11 0,0 2 324,-2 13-242,0 0 0,0 0 0,-1 1 0,0-1 0,0 0 0,-1 0 1,0 0-1,0 0 0,-1 0 0,1 0 0,-2 1 0,-2-8 0,-7 29 1278,-109 223 1805,-42 134-3056,138-300-742,-29 138 0,51-196 0,-8 40 0,3 1 0,2 0 0,3 0 0,2 1 0,3-1 0,1 1 0,4-1 0,18 79 0,0-47 0,4-1 0,3-2 0,5-1 0,54 93 0,-75-147 0,115 229 0,-126-247 0,-1 0 0,0 0 0,-1 0 0,0 0 0,-1 1 0,0 0 0,-1-1 0,0 19 0,-1-25 0,-1 1 0,0-1 0,-1 0 0,1 1 0,-1-1 0,0 0 0,0 0 0,0 0 0,-1 0 0,0-1 0,0 1 0,0 0 0,0-1 0,-1 0 0,0 0 0,1 0 0,-2-1 0,1 1 0,0-1 0,-7 4 0,-6 3-15,-1-2 0,0 0 0,0-1 0,0 0 1,-1-2-1,1 0 0,-1-1 0,-22 1 0,-18 0-306,-79-5 0,56-3-933,0-4 1,-134-28-1,197 30 626,0 0-1,0-2 1,1 0-1,-24-12 1,33 13-280,0 0 1,0 0-1,-14-13 1,17 13-328,1 0-1,0 0 1,0-1 0,0 1 0,-6-13 0,-8-31-9828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7:20.80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75 158 12001,'-13'-9'616,"2"1"728,0 0-1,1 0 0,-17-17 0,26 23-1137,1 0 1,-1 0-1,1 1 0,0-1 1,-1 0-1,1 0 1,0 0-1,0 1 1,0-1-1,1 0 1,-1 0-1,0 0 1,1 1-1,-1-1 0,1 0 1,-1 0-1,1 1 1,0-1-1,1-2 1,1 1-88,0 0 1,0 0 0,0 0 0,0 0-1,0 1 1,1 0 0,-1-1-1,1 1 1,0 1 0,-1-1 0,9-2-1,48-10 559,7 6-509,115 0 0,71 17-1922,-144-3 536,142 7-2637,33 1-4006,-147-8 957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7:21.00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312 4 10493,'-1'-1'132,"0"1"0,1 0 1,-1-1-1,0 1 0,1 0 0,-1 0 0,0-1 1,0 1-1,1 0 0,-1 0 0,0 0 0,0 0 1,0 0-1,1 0 0,-1 0 0,0 0 0,0 0 1,1 0-1,-1 0 0,0 1 0,0-1 0,1 0 1,-1 1-1,-1-1 0,-19 16 2487,-5 4-299,18-14-1795,-1 0-1,1 0 1,-1 1-1,2 0 1,-1 0-1,1 1 1,0 0-1,1 0 1,0 1-1,0-1 1,1 1-1,-8 17 1,-4 16 1684,-21 73 0,31-92-1640,-17 69 35,4 0 0,4 1 1,-4 100-1,17 285-797,11-371 193,21 108 0,36 103 0,-50-253 0,14 47-927,8 43-5196,-27-97 1234,-3-20-1246,3 9-5574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7:23.24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142 94 8953,'-1'-1'245,"-1"-1"0,1 0 1,1 0-1,-1 0 0,0 1 0,0-1 1,1 0-1,-1 0 0,1 0 1,-1 0-1,1 0 0,0 0 0,0 0 1,0 0-1,0 0 0,0 0 1,1 0-1,-1 0 0,1 0 0,-1 0 1,1 0-1,-1 0 0,1 0 1,0 0-1,3-4 2750,-5 2-1927,-2-31 4143,-10 41-3570,12-4-1558,0-1-1,0 0 1,-1 1-1,1-1 0,0 1 1,0-1-1,0 1 0,0-1 1,1 1-1,-1 0 1,0-1-1,1 1 0,-1 0 1,1 0-1,-1 0 0,1-1 1,0 4-1,0 36 526,1-27-322,-32 582 4210,2-74-4602,27-442 106,-2 93 0,26 246 0,-22-417 0,0-1 0,0 1 0,0-1 0,1 0 0,-1 1 0,0-1 0,1 1 0,-1-1 0,1 0 0,-1 0 0,1 1 0,1 1 0,-1-3-4,-1 1-1,1-1 1,0 1-1,0-1 1,-1 0 0,1 1-1,0-1 1,0 0-1,0 0 1,-1 1 0,1-1-1,0 0 1,0 0-1,0 0 1,-1 0-1,1 0 1,0 0 0,0-1-1,0 1 1,-1 0-1,1 0 1,0 0 0,0-1-1,0 1 1,-1 0-1,1-1 1,0 1 0,-1-1-1,1 1 1,0-1-1,-1 1 1,1-1 0,-1 1-1,1-1 1,-1 0-1,1 1 1,-1-1-1,1-1 1,2-1-70,-1-1 0,1 0-1,-1 0 1,0 0 0,-1-1 0,3-7 0,77-376-3165,-24-11 1068,-26 172 1415,31-303-416,-46 422 978,-16 105 224,-2 4-9,1 0 0,-1 0 0,1 0 0,-1 0 0,1 1 0,0-1 0,-1 0 0,1 1 0,0-1 0,0 1 1,0 0-1,0-1 0,-1 3 0,2-3 0,-6 13 68,0-1 1,2 1-1,0 0 1,0 1-1,2-1 1,-3 24-1,-2 15 83,-95 449 167,41-253-2213,-10-3-3331,34-132-886,0 1-3782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7:21.55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34 450 18282,'-33'-3'8600,"67"-6"-3481,30-2-4332,-51 10-789,-1 0-1,1-1 1,0-1 0,-1 0 0,0 0 0,0-2 0,0 1 0,0-2 0,13-7 0,-11 3 2,0-2 0,0 1 0,-1-2 0,0 0 0,-1 0 0,20-30 0,-16 16 0,0 0 0,23-59 0,-37 80-40,0 0 0,-1 0 0,1 0 0,-1 0 0,-1-1 0,1 1 0,-1 0 0,0-1 0,-1 1 0,0 0 0,0-1 0,-3-10 0,4 15-11,-1 1-266,1-1 0,0 0 0,-1 0 0,0 0 0,0 1 0,1-1 0,-1 0 0,0 1 0,0-1 0,0 1 0,-1-1 0,1 1 0,0-1 1,0 1-1,-1 0 0,1 0 0,-1 0 0,1 0 0,-1 0 0,0 0 0,-1-1 0,0 1-682,0 0 0,0 0 0,0 1 0,0-1 1,1 1-1,-1 0 0,0-1 0,-5 2 0,-13 5-12250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7:22.59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489 97 5981,'0'0'305,"1"-1"0,-1 1 0,0-1 0,0 1 0,0-1 1,0 1-1,0-1 0,0 1 0,0 0 0,0-1 0,0 1 1,0-1-1,0 1 0,0-1 0,0 1 0,0-1 0,-1 1 1,1 0-1,0-1 0,0 1 0,0-1 0,-2-1 1831,1 2-1830,1-1-1,-1 1 0,1 0 0,0 0 0,-1-1 0,1 1 1,-1 0-1,0 0 0,-14 11 2338,10-5-2543,0 0 0,1 1 1,0 0-1,-5 9 0,-4 25 928,-12 62 0,22-72-883,3-28 75,-4-2-206,-26 6-7,27-6-3,0-2-9,-12-2-33,1 1 0,-1 1 0,0 0 0,-26 2 0,11 0-7,-8-4-27,35 3 6,2-4 22,-14-57-226,9 34 46,-1 0 1,-17-43-1,20 61-371,0 1 1,-1-1-1,0 1 1,-1 0-1,0 0 0,0 0 1,-1 1-1,1 0 1,-2 0-1,1 1 0,-14-9 1,-7-1-3952,6 8-2593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7:24.48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69 1 10009,'3'35'1513,"-2"-28"3933,-5-4-5234,1-1 1,0 1-1,1 0 1,-1 0-1,0 1 1,1-1-1,-3 5 1,4-3-147,0 0 1,0 0 0,1 1 0,0-1 0,0 0-1,0 1 1,0-1 0,1 0 0,0 0-1,0 0 1,0 1 0,4 6 0,22 54 297,-22-56-339,1 0 0,1-1 0,14 18 0,4 6 115,-25-32-136,1 0 1,0-1-1,0 1 1,0 0 0,0-1-1,0 1 1,0-1-1,0 1 1,0-1-1,0 0 1,0 1-1,0-1 1,0 0 0,1 0-1,-1 0 1,0 0-1,0 0 1,0 0-1,1 0 1,1 0 11,0 0-11,-1 1-1,0-1 1,1 0-1,-1 0 1,1 0-1,-1 0 1,1 0-1,-1 0 1,1-1-1,-1 1 1,0-1-1,1 0 1,-1 1-1,0-1 1,0 0-1,1 0 1,-1-1-1,0 1 1,0 0-1,0-1 1,0 0-1,1-1 1,0 1 2,0-1 0,0 0 0,-1 1 0,0-1 0,1 0 0,-1 0 0,0 0 0,0 0 0,0 0 0,-1-1 0,1 1 0,-1 0 0,2-7 1,-2 1 81,0 0 0,0 0 1,-1-17-1,0 11 41,0 11 6,-1 1-74,-1-1-62,2 3 10,0 0 1,0 0-1,0 0 0,0 0 0,-1 0 0,1-1 0,-1 1 0,1 0 0,0 1 0,-1-1 0,0 0 0,1 0 0,-1 0 0,1 0 0,-1 0 0,0 0 0,0 1 0,0-1 0,1 0 0,-1 1 0,0-1 0,0 0 0,0 1 0,0-1 0,0 1 0,0 0 0,0-1 0,0 1 0,0 0 0,0-1 0,0 1 0,0 0 0,-1 0 0,1 0 0,0 0 0,0 0 0,0 0 0,-1 1 0,0-1-4,1 0 0,0 1 0,-1-1 0,1 0 1,0 1-1,-1 0 0,1-1 0,0 1 0,0 0 0,-1-1 0,1 1 0,0 0 0,0 0 0,0 0 1,0 0-1,0 0 0,0 1 0,0-1 0,1 0 0,-1 0 0,0 0 0,1 1 0,-1-1 1,1 0-1,-1 1 0,0 1 0,-2 40 124,3-34-54,-3-11-59,0 0 1,0 1-1,0-1 0,-1 1 0,1 0 0,0 0 0,-6-1 0,-1 1 3,-1 2 1,1-1-1,0 1 0,-1 0 1,1 1-1,0 0 0,0 1 1,0 0-1,0 1 0,1 0 0,-1 0 1,1 1-1,0 0 0,-13 11 1,22-13-18,0-1 1,1 1 0,-1 0 0,1 0-1,0 0 1,0 0 0,0-1 0,0 1-1,3 4 1,-3-6-4,0-1 0,-1 1 1,1 0-1,0-1 0,0 1 0,-1-1 0,1 1 1,0-1-1,0 1 0,0-1 0,0 1 0,0-1 1,0 0-1,0 1 0,0-1 0,0 0 0,0 0 1,1 0-1,1 1-2,4 1-16,0 0 1,0 0-1,1 0 0,-1-1 0,0 0 1,1-1-1,-1 0 0,0 0 0,0 0 1,1-1-1,-1 0 0,0 0 1,0-1-1,0 0 0,0 0 0,12-6 1,-7 4 36,-20 12 34,-16 13-21,18-13-24,0 1 0,0 0 1,1 0-1,0 0 0,-7 19 1,11-24-17,0-1 1,0 1 0,0 0 0,1-1 0,0 1-1,0 0 1,0 0 0,0-1 0,1 1-1,-1 0 1,1-1 0,0 1 0,0 0-1,0-1 1,0 1 0,1-1 0,0 0-1,-1 1 1,4 3 0,-4-5-48,20-5-40,-16 2 71,0 0-1,-1 0 1,1 0 0,0-1-1,-1 0 1,1 0 0,6-4-1,-9 4 3,-7 2 35,-6 1-2,0 1 0,-1 0 0,1 1 1,0 0-1,0 1 0,1 0 0,-1 1 0,1 0 1,0 1-1,0 0 0,-15 12 0,23-16-18,1-1 0,-1 1 0,1 0-1,-1 0 1,1 0 0,0 0 0,-1 0 0,1 0 0,-1 5 0,0-2 23,28 11-146,-23-15 82,0-1 1,0 0-1,0 1 1,0-1 0,0-1-1,0 1 1,-1 0-1,1-1 1,0 1-1,0-1 1,5-2-1,-3 2-38,5-1 22,-1-1 1,0 0-1,0-1 0,0 0 0,0 0 0,-1-1 0,1 0 0,-1-1 0,0 1 1,-1-1-1,0-1 0,0 0 0,7-8 0,-12 13 40,-2 5-137,1 0 126,0 0-1,0 0 1,0 0 0,0 0-1,0 0 1,1-1 0,0 1-1,1 2 1,-1-3-47,0 0 4,0-1-1,0 0 0,0 0 0,0 0 0,1-1 0,-1 1 0,0 0 0,1-1 1,-1 0-1,0 1 0,1-1 0,4 0 0,-6 0-70,3 0 56,-1 0 0,0 0 0,1 0 0,-1-1 0,0 1-1,1-1 1,-1 0 0,5-2 0,0 1-24,-7 2 107,0-1 1,-1 1-1,1-1 1,0 1-1,0-1 0,-1 1 1,1-1-1,0 1 1,0-1-1,-1 0 0,1 1 1,-1-1-1,1 0 1,-1 0-1,1 1 0,-1-1 1,1 0-1,-1 0 1,0 0-1,1 0 0,-1 0 1,1-2-39,1 0 50,0 1 1,0 0-1,-1-1 1,1 1-1,-1-1 1,1 0 0,-1 1-1,0-1 1,0 0-1,0 0 1,-1 0 0,1 0-1,-1 0 1,0 0-1,1 0 1,-1 0 0,-1 0-1,1 0 1,0 0-1,-1 0 1,1 1-1,-1-1 1,0 0 0,0 0-1,0 0 1,0 1-1,-1-1 1,1 0 0,-1 1-1,1-1 1,-1 1-1,0 0 1,-3-3-1,-1 0 115,1 0-1,-1 1 0,0-1 0,-1 2 1,1-1-1,-1 1 0,0 0 0,0 0 0,0 1 1,0-1-1,0 2 0,-11-2 0,5 2 16,0 1 0,-25 3 0,34-2-14,5-2-142,-1 0 18,1 1 0,-1-1-1,1 0 1,0 1 0,-1-1-1,1 1 1,0-1 0,-1 1 0,1-1-1,0 1 1,-1-1 0,1 1 0,0 0-1,0-1 1,0 1 0,-1 0-1,1 0 1,1 0 0,0-1 12,-1 1 0,1-1 0,-1 1 0,1-1 0,-1 1 0,1-1 0,-1 0 0,0 0 0,1 0 0,-1 0 0,0 0 0,0 0-1,2-1 1,7-16-47,16-36 0,-25 51 5,-1 1-1,1-1 1,-1 0 0,0 0 0,0 0 0,0 1 0,-1-1 0,1 0 0,-1 0-1,1 1 1,-1-1 0,0 0 0,-2-3 0,2 2-103,-2-2-389,0-1 0,0 0-1,0 1 1,-8-10 0,-9-8-5393,4 12-1016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7:25.26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1 377 16321,'3'-36'1681,"1"3"-129,-1 5-160,14-14-204,6 12-288,11-3-204,9 0-128,7 3-96,7 2-440,10 7-360,10 0-264,11 3-748,9 6-440,3 0-316,1 12-489,-4 12-2119,0 6-3689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7:25.42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248 1 8369,'-134'63'2048,"97"-45"-336,21-9-44,-8 3-88,4 3-175,10 0-105,3 4-304,31-4-172,23 3-160,3-9-128,20 6-92,17 0-140,17-6-360,20-9-676,10-9-1020,10-12-860,181-21-11102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7:26.46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670 151 8117,'-1'-4'132,"-1"-3"212,-1 0-1,2 0 1,-1 0-1,1 0 1,0 0-1,0 0 1,1 0-1,0 0 1,0 0 0,1 0-1,0 0 1,3-10-1,9-28 7514,-16 46-7218,-5 2-417,0 0-1,0 1 1,1 0-1,-1 0 1,1 1 0,0 0-1,0 0 1,1 1-1,-11 12 1,-7 9 454,-21 33 1,18-22-231,-29 38 242,3 3 1,4 2-1,-55 123 0,80-149-554,4 0 1,1 2-1,3 0 1,3 1 0,2 0-1,-6 99 1,17-129-113,1-1 1,1 1 0,1-1 0,2 0 0,0 0-1,2 0 1,1-1 0,1 0 0,22 43 0,-10-33 1,1 0 0,1-2 1,2 0-1,2-2 0,52 50 1,13-3-16,3-5 1,132 80-1,65 47 35,-278-191-43,-1 1 0,-1 1 0,1 0 0,-2 0 0,0 1 0,11 16 0,-19-25 0,-1 0 1,1 1 0,-1 0 0,0-1-1,0 1 1,-1 0 0,1 0 0,-1 0 0,0 0-1,0 0 1,-1 1 0,0-1 0,0 0-1,0 0 1,0 0 0,-1 0 0,0 1 0,0-1-1,0 0 1,0 0 0,-1-1 0,0 1-1,0 0 1,-4 6 0,0-2-7,-1 0 1,1-1-1,-1 0 0,-1-1 1,1 1-1,-1-1 0,-15 9 1,-2 0-7,-41 19 1,7-11 25,0-2-1,-71 15 0,86-26-17,-448 89-1858,480-98 1622,-18 3-622,-48 0-1,72-5 484,-1 0 1,1 0 0,0-1-1,0 1 1,-1-2-1,1 1 1,0-1 0,0 0-1,0 0 1,0 0-1,1-1 1,-1 0 0,1 0-1,-6-4 1,9 5-157,0 0 0,0 0 1,1 0-1,-1 0 0,1-1 0,-1 1 0,1 0 1,0-1-1,0 1 0,0-1 0,-1-2 1,-4-33-9994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7:26.69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199 367 10401,'-93'-15'1782,"86"13"-1398,1 1 1,0-2-1,0 1 1,1-1-1,-1 1 0,0-2 1,1 1-1,-8-6 0,-5-4 1054,16 12-1358,1 1-1,-1-1 1,0 0-1,1 0 1,-1 0-1,1 0 1,-1-1-1,1 1 0,-1 0 1,1 0-1,0-1 1,0 1-1,0-1 1,0 0-1,0 1 1,0-1-1,0 0 1,0 1-1,1-1 1,-1 0-1,0 0 0,1 0 1,0 1-1,-1-1 1,1 0-1,0 0 1,0 0-1,0 0 1,0 0-1,1 0 1,-1 1-1,0-1 1,1 0-1,-1 0 1,1 0-1,0 1 0,0-1 1,-1 0-1,1 1 1,0-1-1,0 0 1,1 1-1,-1-1 1,2-1-1,4-4 30,0 0 0,0 0 0,1 1 0,0-1 0,0 2 1,1-1-1,15-6 0,16-5 76,1 2 0,0 2 0,55-11 0,132-11 40,-167 27-206,417-40-1841,2 28-3520,-329 20 569,-6 5-2819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7:26.94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10689,'3'32'649,"-1"-7"331,-1-1 0,-1 31 0,-2-43-348,2 0 0,0 1 0,0-1 0,3 15-1,-1-20-385,-1-1 0,2 1 0,-1-1 0,1 0 0,-1 0 0,2 0 0,-1 0 0,1 0 0,6 8 0,17 16 234,1-1 1,1-1-1,1-1 0,41 27 1,142 80 261,-206-129-726,73 40-687,1-4 1,152 54-1,-195-83-566,0-1-1,70 9 0,-90-18 277,1-1 0,0 0 0,-1-1 0,1-1 0,0-1 0,-1-1-1,1-1 1,18-5 0,12-11-4737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7:27.08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1438 1 8201,'-36'2'577,"24"-2"-263,1 0-1,0 1 1,-1 1 0,1 0 0,0 0 0,0 1 0,0 1 0,-18 7-1,-288 163 7506,20 34-4656,16 23-4414,13 9-4176,202-175 419,13-3-2906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7:27.47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106 5 10581,'-69'125'4158,"63"-114"-3922,1 0 0,0 1 0,1-1 1,0 1-1,0 0 0,2 0 0,-1 0 0,2 1 1,-1-1-1,2 0 0,0 1 0,0-1 0,1 1 1,1-1-1,0 0 0,0 0 0,8 20 0,-5-21-198,1 0 0,0 0 1,1-1-1,0 0 0,0 0 0,1-1 0,1 0 0,0 0 0,0-1 0,0 0 0,1-1 0,0 0 0,1 0 0,-1-1 0,1 0 0,14 4 0,5 2-154,1-2-1,-1-1 1,1-1-1,1-2 1,35 3-1,-48-7 15,-1-1 0,1 0 0,0-1 0,0-1 1,0-1-1,0-1 0,-1-1 0,1 0 0,-1-1 0,0-1 0,0-1 0,-1 0 0,0-2 0,0 0 0,-1 0 0,0-2 0,-1 0 0,0-1 0,0 0 0,21-25 0,14-27 485,-3-2 1,59-111 0,-74 123 868,2-6 1263,-31 58-1280,-4 8-304,-7 20 256,-17 39 178,-11 28 69,-30 119 0,-8 105-696,74-317-738,-15 80-1009,-6 93 0,16-120 4,-15 141-4498,7-96-1828,6-33-3867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7:27.73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14065,'6'62'3200,"-5"-58"90,-1 0-2500,0 0-704,1 0-1,0-1 0,-1 1 1,2 0-1,-1-1 1,0 1-1,1 0 0,-1-1 1,1 0-1,0 1 0,0-1 1,1 0-1,-1 0 1,1 0-1,-1 0 0,1-1 1,5 5-1,9 6 108,0-1-1,22 12 0,-7-4-76,41 27-614,91 44 0,-100-58-867,66 29-1751,-112-55 1655,1-1-1,1 0 0,-1-1 1,1-1-1,22 1 0,5-4-4882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7:27.88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1115 0 9569,'-110'27'2032,"60"13"-128,-4 8-84,-3 0-251,-3 0-217,-1 4-332,-2 11-220,-7 3-156,-4 4-116,-3 5-116,3 3-240,4 1-412,3-1-632,6 0-536,11 4-460,-3-10-1157,9-9-1119,24-8-3137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7:28.24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40 9725,'18'-6'1472,"-1"-1"0,19-11 0,-33 17-1342,-1 0 1,1-1-1,1 1 1,-1 0 0,0 1-1,0-1 1,0 0-1,0 1 1,1 0 0,-1 0-1,0 0 1,0 0-1,0 0 1,1 1 0,3 0-1,42 17 326,-46-17-418,14 8 83,0 1 0,0 0 1,-1 1-1,-1 1 0,20 17 0,63 75 84,-73-76-198,-2 2 0,-1 1 0,-1 0 0,-2 2-1,-1 0 1,-2 1 0,24 71 0,-33-75 23,-1 1 0,-2 0 1,-1 1-1,-1-1 0,-1 0 0,-2 1 1,-2-1-1,-1 0 0,-1 0 1,-1 0-1,-11 29 0,1-11 164,-3-1-1,-2-2 1,-1 0 0,-3-1-1,-59 81 1,45-72-119,10-14-584,-1-2 0,-42 43 0,57-68-364,-17 17-748,19-6-3836,11-2-1392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7:28.48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 1 11729,'-1'20'1008,"1"-1"0,1 1-1,0 0 1,2 0 0,0-1-1,2 0 1,8 26 0,-2-18-256,0-2 1,2 1 0,1-2-1,26 37 1,107 146 871,109 147-1503,-73-128-5452,-172-214 4065,0 0 0,21 16-1,12 1-4890,-11-9-871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7:28.66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1083 1 9873,'-169'106'7968,"126"-77"-6009,2 2 0,-71 72 1,28-25-945,-144 157-582,116-114-1948,-25 32-2257,49-48-2968,85-103 6447,-62 78-9570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7:28.99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18 8825,'12'-4'370,"0"0"0,-1 2 0,2-1 1,-1 1-1,0 1 0,0 0 0,0 1 0,1 0 0,-1 1 1,0 0-1,0 1 0,14 3 0,-4 3-50,1 2 0,-2 0 0,1 0 0,-2 2 0,0 1 0,0 1 0,-1 0 0,-1 1 0,0 2 0,17 19 0,-5-2-71,-1 2-1,-2 1 1,-1 1 0,29 58-1,-40-64-133,-1 1-1,-2 0 0,-1 1 1,-2 1-1,-1-1 0,-2 1 1,-1 0-1,0 63 0,-6-55-14,-2 1 0,-2 0 0,-2-1 0,-2 0 0,-1-1 0,-29 72 0,-88 216 472,125-326-565,1-1 0,-1 1 0,1 0 0,-1 0 1,1 0-1,0 0 0,1 0 0,-1 0 0,1 0 0,0 0 1,0 0-1,0 0 0,0 0 0,1 0 0,-1 0 1,1 0-1,0 0 0,1 0 0,-1 0 0,1-1 1,-1 1-1,1 0 0,0-1 0,5 7 0,-2-5-15,0-1-1,0 0 1,0 0-1,1-1 1,0 0 0,-1 0-1,1 0 1,0 0-1,0-1 1,1 0-1,-1 0 1,0-1-1,1 0 1,6 1-1,12 0-342,1-2 0,-1 0 0,0-1 0,0-2 0,39-8-1,-11-3-1357,77-29-1,60-42-4105,-175 77 5139,100-45-5076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7:29.27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1310 1 6513,'-24'31'1615,"18"-24"-837,0 0 0,0 1-1,0 0 1,1 0 0,0 0 0,1 0-1,0 1 1,0 0 0,-2 9-1,-3 40 1079,2 1-1,2 59 0,5-109-1746,-1-1-1,0 0 0,0 1 0,0-1 0,-1 0 1,-1 0-1,-6 16 0,7-20-84,0 1 1,-1 0-1,0-1 0,0 1 0,0-1 1,-1 0-1,1 0 0,-1-1 1,0 1-1,0-1 0,0 1 1,-1-1-1,1-1 0,-7 4 0,-28 12 49,-7 2 21,0 1-1,-43 30 0,-17 25-313,2 5 0,4 5 0,4 3 0,4 5 0,-94 124 0,69-54-3084,48-49-3128,23-24-2582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7:29.80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11 6929,'0'-1'119,"0"1"1,0-1 0,0 1-1,0-1 1,1 1-1,-1-1 1,0 1 0,0-1-1,1 1 1,-1-1 0,0 1-1,1 0 1,-1-1-1,1 1 1,-1 0 0,0-1-1,1 1 1,-1 0 0,1-1-1,-1 1 1,1 0-1,-1 0 1,1 0 0,-1-1-1,1 1 1,-1 0 0,1 0-1,-1 0 1,1 0-1,0 0 1,2 17 5331,-1 7-4654,41 116 3439,-19-67-2650,11 31-194,4-2-1,4-2 0,76 126 1,-54-121-2012,5-3 1,141 159-1,-139-179-1234,43 44-3178,-36-46-2031,-13-24-2418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7:30.09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 27 8929,'0'-1'129,"-1"1"0,1-1 1,0 0-1,0 0 0,-1 1 1,1-1-1,0 0 0,0 0 1,0 1-1,0-1 0,0 0 1,0 0-1,0 0 0,0 1 1,0-1-1,1 0 0,-1 0 0,0 1 1,0-1-1,1 0 0,-1 0 1,0 1-1,1-1 0,-1 0 1,1 1-1,-1-1 0,1 1 1,-1-1-1,1 1 0,-1-1 1,1 1-1,-1-1 0,1 1 1,0-1-1,-1 1 0,1-1 0,0 1 1,0 0-1,-1 0 0,1-1 1,0 1-1,0 0 0,1 0 11,0 0-1,0 0 0,0 1 0,-1-1 0,1 1 0,0-1 0,0 1 1,-1 0-1,1-1 0,-1 1 0,1 0 0,0 0 0,-1 0 1,0 0-1,1 1 0,-1-1 0,3 3 0,17 24 765,-1 1 0,-1 1-1,-2 0 1,-1 2 0,-1 0 0,12 41-1,46 209 1633,-53-174-1841,4 122 0,-14 111-1263,-12-255-713,-5-1-1,-2 0 0,-34 131 1,-51 87-7537,29-143-932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7:31.04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104 2352 3880,'-20'12'424,"14"-9"-72,0 1 0,0-1 1,1 1-1,-1 0 1,1 0-1,0 1 1,0-1-1,1 1 1,-5 7-1,-8 6 703,8-6 2707,10-11-3657,-1 0-1,1-1 0,0 1 0,0-1 0,0 1 1,-1-1-1,1 1 0,0-1 0,0 0 1,0 1-1,0-1 0,0 0 0,0 0 0,0 0 1,0 0-1,0 0 0,0 0 0,0 0 1,0 0-1,2 0 0,28-2 404,1-1 1,-1-1-1,1-2 0,51-17 1,-15 6-117,360-111 815,-289 83-1018,635-203 269,1016-308-935,-1675 523 378,1997-543-3700,785-81-4047,-2126 507 3429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7:33.82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403 3895 4300,'0'0'3188,"-3"-2"-2441,-19-15 442,20 15-73,-2 1-716,-17-7 157,-1 0 0,0 2 0,-33-5 1,20 10-218,0 1 0,0 1 0,-58 11 0,90-11-319,-1 0 0,1 0 0,0 0 0,-1 1 0,1-1 0,0 1 0,0 0 0,-6 4 0,4-3 4,4-2-20,0 1 1,0-1 0,-1 0-1,1 1 1,0-1 0,1 0-1,-1 1 1,0 0 0,0-1 0,1 1-1,-1-1 1,1 1 0,-1 0-1,1-1 1,0 1 0,0 0-1,-1 2 1,1-2 1,0 1-25,3 18 145,-2-17-105,0 0 0,0-1 1,0 1-1,1-1 0,-1 0 0,1 1 0,0-1 0,0 0 0,0 0 0,0 0 0,1 0 0,-1 0 0,1-1 0,0 1 0,0-1 0,0 1 0,0-1 0,0 0 0,0 0 1,0-1-1,7 3 0,-3-1 21,1 0 1,0-1-1,-1 0 1,1-1-1,0 0 1,0 0-1,0 0 0,-1-1 1,13-1-1,32-9 79,0-3 0,0-1-1,84-37 1,-46 17-27,64-23-31,415-143 351,987-227-417,-1181 345-161,477-107 77,-385 88 131,34-7 5,487-160 37,-278 31-42,-250 79 109,117-38-178,435-126 303,-302 93-184,753-293 287,-1291 452-348,156-62 193,-2-2-11,-183 73 169,-130 55-368,-1 0-1,21-14 1,-30 18-28,1 1 1,-1-1-1,0 1 0,1 0 0,-1 0 0,1 0 0,-1 0 0,6 0 0,-1 6 89,6 10-16,-12-14-80,15 29 63,-13-28-44,1 0-1,-1-1 1,1 0 0,0 0-1,0-1 1,0 1 0,0-1-1,-1 0 1,1 0 0,0 0-1,0-1 1,0 0 0,0 0-1,-1 0 1,1-1 0,0 1-1,7-5 1,11-5 9,-1-1-1,26-19 1,-35 23-2,31-18 9,2 3 0,0 2-1,52-16 1,-27 10-20,79-20-5,-51 18-192,-29 11 246,-62 17-63,0-1 1,0 0 0,-1-1 0,9-3-1,1-1 26,-11 4-790,1 0 0,-1 0 0,0-1 0,0 1-1,0-1 1,-1-1 0,1 1 0,-1-1 0,6-7 0,-1 3-1124,17-18-4058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7:34.66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1 488 6061,'16'-37'2286,"1"1"0,36-53 0,54-63 1249,-103 147-3481,8-11 110,0 1 1,1 0 0,1 1-1,0 0 1,1 1 0,0 1-1,1 1 1,25-14 0,-30 19-180,1 1 1,0 0 0,0 1 0,0 1 0,0-1-1,1 2 1,-1 0 0,1 0 0,0 2-1,0-1 1,-1 1 0,1 1 0,0 0 0,12 4-1,57 14-1811,89 35-1,-7 10-3871,-83-28 257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7:34.87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131 176 4176,'-31'-5'1796,"-42"-10"0,70 14-545,-5-5 713,7 5-1888,0 1 1,0 0-1,0 0 1,1-1-1,-1 1 0,0-1 1,0 1-1,0-1 1,1 1-1,-1-1 1,0 0-1,0 1 1,1-1-1,-1 0 1,1 1-1,-1-1 0,1 0 1,-1 0-1,1 1 1,-1-1-1,1 0 1,-1-2-1,8-3 38,1 0 0,-1 0-1,1 0 1,0 1 0,1 0 0,-1 0-1,1 1 1,0 1 0,0-1 0,0 1 0,17-3-1,14-1 51,62-3 0,-63 8-65,427-15-405,-88 6-2395,-121-4-2081,-121 4 1022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7:36.60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88 148 6725,'0'0'5044,"-3"-2"-4087,-3-6-339,0 0-1,0 0 1,0-1 0,1 1-1,1-1 1,-1-1 0,-3-12 0,6 19-309,1 0-77,-8-12-18,7 10-313,-1 1 1,0-1-1,0 1 0,0 0 0,0 0 0,-5-5 0,7 8-659,51 0-7836,-20-5 3199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7:38.25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118 64 7449,'0'0'11487,"1"-3"-11359,4-25 48,-4 26-96,-2-1-40,-10-22 28,9 23-13,0 2-192,-1 1 139,0-1 0,0 1-1,1 0 1,-1 0-1,0 0 1,1 1-1,-1-1 1,1 1-1,-1-1 1,1 1-1,0 0 1,0 0 0,0 0-1,0 0 1,0 0-1,0 0 1,0 0-1,-2 5 1,3-5-21,1 1 12,-6 30 15,6-30 16,-10 45 42,10-45-69,1 0 0,0 0 0,-1 0 0,1 0 0,0 0 0,0 0 0,1-1 0,-1 1 0,1 0 0,-1-1 0,1 1 0,0-1 0,0 0 0,0 0 0,0 1-1,0-1 1,0 0 0,1-1 0,-1 1 0,5 2 0,26 24 81,21 17 18,-48-40-101,-1 0 0,0 0 0,1-1 0,0 0 0,8 4 0,1 2-71,-12-9 97,4 11-13,-6-12-9,0 1 0,0 0 0,-1 0 0,1 0 1,0 0-1,-1 0 0,1 0 0,-1 0 0,0 0 0,1 0 0,-1 0 0,0 0 0,1 1 0,-1-1 0,0 0 0,0 0 1,0 0-1,0 0 0,0 0 0,0 0 0,-1 1 0,1-1 0,0 0 0,0 0 0,-1 0 0,1 0 0,-1 0 0,1 0 0,-2 2 1,-1 3 18,2-3 15,1-3-185,0-1 153,0 0-1,0 0 1,-1 0 0,1 1 0,0-1 0,-1 0 0,1 1 0,0-1 0,-1 0 0,1 1 0,-1-1-1,1 0 1,-1 1 0,0-1 0,1 1 0,-1-1 0,1 1 0,-1-1 0,0 1 0,0-1 0,1 1 0,-1 0-1,0-1 1,0 1 0,1 0 0,-1 0 0,0 0 0,0 0 0,0-1 0,1 1 0,-1 0 0,0 0-1,0 0 1,0 1 0,1-1 0,-1 0 0,0 0 0,0 0 0,0 1 0,1-1 0,-1 0 0,0 1-1,1-1 1,-1 0 0,0 1 0,1-1 0,-1 1 0,0-1 0,1 1 0,-1 0 0,1-1 0,-1 1-1,0 1 1,-6 3-31,5-4 85,-14-46-313,16 45 243,0 0 1,0-1-1,0 1 0,0-1 1,0 1-1,0 0 1,1-1-1,-1 1 1,0 0-1,0-1 0,0 1 1,0 0-1,0-1 1,0 1-1,-1 0 0,1-1 1,0 1-1,0-1 1,0 1-1,0 0 1,0-1-1,0 1 0,-1 0 1,1 0-1,0-1 1,0 1-1,-1 0 1,1-1-1,0 1 0,0 0 1,-1 0-1,1-1 1,0 1-1,0 0 0,-1 0 1,1 0-1,0 0 1,-1-1-1,0 1 1,-7 12-863,3-2 1001,3-8-321,-1 20 59,3-22 138,0 1-1,0-1 1,0 0 0,0 1 0,0-1 0,0 0 0,0 0 0,-1 1 0,1-1 0,0 0 0,0 0 0,0 0 0,0 1 0,-1-1 0,1 0 0,0 0 0,0 0 0,-1 0 0,1 1 0,0-1 0,0 0 0,-1 0 0,1 0 0,0 0 0,0 0 0,-1 0 0,1 0 0,0 0 0,0 0 0,-1 0-1,1 0 1,-1 0 0,-1-1 10,-1 0 1,1-1-1,-1 0 0,1 1 0,0-1 0,0 0 0,0 0 0,-3-4 0,-10-9 60,13 13-87,0 1 3,1 0 11,-1-1 2,0 1 0,0 0 0,0-1 0,0 1-1,0 0 1,0 0 0,0 0 0,-1 0 0,1 0 0,0 0 0,-1 1-1,1-1 1,0 1 0,-1-1 0,1 1 0,-1 0 0,1 0 0,0 0 0,-1 1-1,-2 0 1,2-1-50,1 1 1,-1 0-1,1 0 0,0 1 0,-1-1 1,1 0-1,0 1 0,0-1 0,0 1 0,0 0 1,0 0-1,0-1 0,0 1 0,1 1 0,-1-1 1,1 0-1,-1 0 0,1 0 0,0 1 1,0-1-1,-1 6 0,-6 7-863,7-13 119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7:39.90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3564,'4'12'576,"1"0"-1,0 0 1,0-1 0,1 0-1,0 0 1,1 0-1,0-1 1,1 0 0,13 14-1,-18-22-326,-1 0 1,1 1-1,-1 0 0,1 0 0,-1-1 1,0 1-1,1 4 0,1 7 5245,-4-15-5474,0 1 0,0-1 0,0 1 0,1-1 0,-1 0 0,0 1 0,0-1 0,1 1 0,-1-1 0,0 1 0,1 0 0,-1-1 0,1 1 0,-1-1 0,0 1 0,1 0 0,-1-1-1,1 1 1,-1 0 0,1-1 0,0 1 0,0 0 18,0-1-1,-1 1 0,1 0 0,0-1 0,-1 1 1,1-1-1,0 1 0,-1-1 0,1 1 0,-1-1 1,1 1-1,-1-1 0,1 0 0,-1 1 0,1-1 1,-1 0-1,0 1 0,1-1 0,-1 0 0,0 0 1,0 1-1,0-1 0,1-1 0,-4-31 319,2 30-252,2 1-24,1-12 9,0 1 1,0-24 0,-2 34-5,-4 16-182,-1-1 104,4-10 27,0 1-52,1-2-59,-1 0 0,1 1-1,0-1 1,-1 0-1,1 1 1,0-1-1,0 0 1,0 1-1,0-1 1,0 0 0,0 1-1,0-1 1,1 0-1,-1 1 1,0-1-1,1 0 1,-1 1 0,1 1-1,1-2-22,0 0 0,0 1 1,0-1-1,1 0 0,-1 0 0,0 0 0,0 0 0,1 0 1,-1-1-1,3 1 0,45 22-1769,0-11 460,-56-46 1314,3 32 98,1-1 0,0 1-1,0-1 1,0 0 0,1 0 0,-1 0 0,1 0 0,-1 0 0,0-5-1,2 8-1,-8-33 128,8 30-66,-6-28 75,5 29-22,1 5-124,-5 36-208,0 39 0,-1-39-433,5-35 391,-3 2-411,-5 10 376,2-12-2911,5-5 3060,-1 0-223,-1 0-1,0 0 1,1 0 0,-1-1 0,1 0-1,0 1 1,-5-5 0,-1-10-1547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7:40.86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439 751 3100,'0'0'2154,"-2"-3"-1528,-12-22 380,13 23-617,-1 0-129,-1-1-238,-2 0 407,0-1-1,1 1 1,0-2 0,-1 1 0,1 0 0,1-1 0,-6-7 0,7 28 9,0 0 0,1 0 1,0-1-1,4 30 0,-3-45-431,0 0 1,0 0-1,0 0 0,0 1 1,0-1-1,0 0 0,0 0 0,0 0 1,0 0-1,0 1 0,0-1 0,0 0 1,0 0-1,0 0 0,0 0 0,0 0 1,0 0-1,0 1 0,1-1 0,-1 0 1,0 0-1,0 0 0,0 0 0,0 0 1,0 0-1,0 0 0,0 0 0,1 0 1,-1 0-1,0 1 0,0-1 1,0 0-1,0 0 0,0 0 0,1 0 1,-1 0-1,0 0 0,0 0 0,0 0 1,0 0-1,0 0 0,1 0 0,-1 0 1,0 0-1,0 0 0,0 0 0,0 0 1,0-1-1,1 1 0,-1 0 0,0 0 1,0 0-1,0 0 0,28-4 288,0-2 1,0-1-1,-1 0 0,-1-2 0,1-2 1,25-13-1,154-94 716,-167 93-878,105-73 292,-24 16-258,-26 17 74,-3-4 0,-4-3 0,84-90 0,-157 143-131,-13 19-109,-1 0 0,0 0 1,0-1-1,0 1 0,0 0 1,0 0-1,0 0 0,0-1 1,0 1-1,0 0 0,0 0 1,0-1-1,0 1 0,0 0 0,0 0 1,0 0-1,0-1 0,0 1 1,0 0-1,0 0 0,0-1 1,0 1-1,0 0 0,0 0 1,0 0-1,0-1 0,-1 1 0,1 0 1,0 0-1,0 0 0,0-1 1,0 1-1,0 0 0,-1 0 1,1 0-1,0 0 0,0 0 1,0-1-1,-1 1 0,1 0 0,0 0 1,-5 0 0,0 0 0,0 0 0,1 0 0,-1 0 0,0 1 0,-9 2 0,-22 7-8,0 2 0,0 2 0,-38 19 0,55-24-8,-821 457-2019,464-235 1589,369-226 439,-1 0 0,1-1 0,-1 0 0,0 0 0,-1-1 0,1 0 0,0 0 0,-1-1 0,0 0 0,-10 1 0,20-25-88,-1 19 96,1 0-1,0-1 0,1 1 1,-1 0-1,0-1 1,1 1-1,0 0 1,0 0-1,0 0 0,0 1 1,0-1-1,0 0 1,1 1-1,-1-1 1,5-2-1,48-33 15,-47 33-15,64-37 5,2 2-1,1 4 1,83-26 0,-123 49-14,0-1-237,1 3-1,69-15 1,-101 26-21,-18 9-3005,7-6 2620,-1-1 0,1 0 1,-1 0-1,1-1 0,-1 0 1,-14 0-1,-21 2-3482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7:43.05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1350 493 3160,'-25'13'865,"20"-11"2727,2-3-3163,-7-5-137,0-1-1,1 0 1,0 0 0,0 0 0,1-1-1,0-1 1,0 1 0,1-1-1,0-1 1,0 1 0,1-1-1,1 0 1,-5-12 0,9 17-237,-1 0 1,2 0-1,-1 0 1,1 0 0,-1 0-1,2 0 1,-1 0-1,2-8 1,-1 8-26,1 0-1,-1 0 1,2 0 0,-1 1 0,0-1-1,1 0 1,0 1 0,0 0 0,0 0-1,0 0 1,1 0 0,0 0 0,0 1-1,6-5 1,11-7 129,35-20 0,-39 25-87,52-27 274,3 4-1,0 2 1,2 4-1,79-18 1,-148 44-349,18-6 87,0 2 0,23-3 1,-39 7-54,-1 1 0,0-1 1,1 2-1,-1-1 0,1 1 1,-1 0-1,1 0 1,-1 0-1,0 1 0,0 0 1,0 0-1,6 4 0,-10-5-23,0 1-1,0-1 0,-1 1 0,1-1 0,0 1 0,-1 0 0,1-1 0,-1 1 0,0 0 0,1 0 0,-1 0 0,0 0 0,0 1 0,-1-1 0,1 0 0,0 0 0,-1 0 1,1 1-1,-1-1 0,0 0 0,0 1 0,0-1 0,0 0 0,0 1 0,0-1 0,0 0 0,-2 4 0,0 3 28,0 1 1,-1-2-1,0 1 0,-1 0 0,-9 15 0,-19 23 56,-2-2-1,-1-1 1,-65 59-1,18-17-10,-207 250 64,235-264-116,2 2 0,-78 155 0,117-200-39,-7 11 55,2 1-1,-21 71 1,36-101-44,0-1 0,1 1 0,0-1 1,1 1-1,0 0 0,1 0 0,0-1 0,1 1 1,0 0-1,0 0 0,1-1 0,1 1 1,0-1-1,0 0 0,1 0 0,8 16 1,-7-19 8,0-1 1,0 0 0,0 0-1,1 0 1,0 0 0,0-1 0,1 0-1,-1-1 1,1 1 0,0-1 0,15 6-1,2-1-17,1 0-1,36 6 0,35 1-23,86 1 17,43-11-36,-150-5 156,138 17 0,-200-15-105,0 0 1,0 0-1,-1 1 0,1 1 0,-1 0 0,0 0 0,-1 1 0,1 1 1,-1 0-1,-1 1 0,1 0 0,-1 0 0,9 11 0,-15-14 12,0 0-1,0 0 1,-1 0-1,0 0 0,0 1 1,0-1-1,-1 1 1,0 0-1,0 0 0,0 0 1,-1 0-1,0 0 0,1 10 1,-3-8 15,1 0 1,-1 1-1,-1-1 1,1 0-1,-1-1 1,-1 1 0,0 0-1,0-1 1,0 1-1,-1-1 1,0 0-1,-10 13 1,14-19-27,-25 34 71,-2-1 0,-1 0 1,-1-3-1,-39 33 0,-11 0 0,-3-4-1,-143 79 1,-196 67 115,-32-35-1221,-12-36-785,374-110 1538,-85 21-5775,106-30-310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7:50.20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661 154 5717,'92'-99'4513,"-40"44"1735,-49 82-4063,-3 4-1320,-1 0 1,-1 1-1,-13 55 0,-32 95 1235,24-103-1494,21-71-560,-160 514 2067,88-338-1730,-188 524-1630,126-214-4055,110-395 3090,-6 32-3755,7-6-3693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7:50.88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0 145 7729,'7'-55'986,"-6"51"-842,0 1 0,0 0 0,1-1 0,-1 1-1,1 0 1,-1 0 0,1 0 0,0 0 0,0 1-1,1-1 1,-1 0 0,0 1 0,1 0 0,3-3-1,39-21 1282,-38 23-1196,0 0-127,0 0 0,1 1 0,-1 0 0,1 0 1,-1 1-1,1 0 0,-1 1 0,1-1 0,0 1 0,-1 1 1,1 0-1,11 2 0,-7-1-11,-1 1-1,1 1 1,0 0 0,-1 1 0,0 0-1,0 1 1,12 7 0,2 6 9,0 1 0,-2 0 1,0 2-1,-2 1 0,0 1 0,-1 0 0,-2 1 0,-1 2 1,0-1-1,20 51 0,-14-22-8,-3 2 1,-3 0-1,-2 1 1,13 101-1,-24-106-43,-1-1 0,-3 1 1,-2 0-1,-2-1 0,-20 90 0,5-62 2,-4-1 1,-66 150-1,-13-32 15,11-23-46,57-110-18,21-42 35,2 0 1,-15 37 0,26-59-38,0 1 0,-1-1 1,1 1-1,0 0 1,0-1-1,0 1 1,0 0-1,-1-1 0,1 1 1,0 0-1,0 0 1,1-1-1,-1 1 1,0 0-1,0-1 0,0 1 1,0-1-1,0 1 1,1 0-1,-1-1 1,0 1-1,1 0 0,-1-1 1,0 1-1,1-1 1,-1 1-1,1-1 1,-1 1-1,1-1 0,-1 1 1,1-1-1,0 1 1,2 0-1,-1 0 0,0 0 0,1 0 1,-1-1-1,1 1 0,0-1 0,-1 1 1,1-1-1,3 0 0,6 0 5,0-1-1,-1-1 1,21-4-1,31-14-48,-1-3 1,-1-3-1,92-52 0,161-123-587,-191 119 302,866-567-793,-952 625 1113,0 1 1,48-20 0,-84 42 18,-1 1 1,1-1-1,-1 1 1,1-1-1,0 1 1,0 0-1,-1-1 1,1 1-1,0 0 1,0 0-1,-1 0 1,1-1-1,0 1 1,0 0-1,-1 0 1,1 0-1,0 0 1,0 0-1,-1 0 1,1 1-1,0-1 1,0 0-1,-1 0 0,1 0 1,0 1-1,0-1 1,-1 0-1,1 1 1,0-1-1,-1 1 1,1-1-1,0 1 1,-1-1-1,1 1 1,-1-1-1,1 1 1,-1 0-1,1-1 1,-1 1-1,0 0 1,1-1-1,-1 1 1,0 0-1,1-1 1,-1 1-1,0 1 0,1 2 53,-1 0 0,0 0 0,0 0-1,0 0 1,0 1 0,-1-1-1,-1 5 1,-11 39 319,-2-2 0,-29 61 0,3-9 66,11-15 42,3 0 1,-29 163-1,50-205-362,2-1 0,2 1 0,1 1 0,2-1 0,2 0 0,1-1 1,3 1-1,15 54 0,-15-75-95,1 0 0,1 0 0,1-1-1,0-1 1,2 1 0,0-2 0,0 1 0,2-2 0,0 0 0,1 0 0,1-2 0,0 0 0,1 0 0,23 13 0,-28-20-23,1 0 0,0 0 1,0-1-1,1-1 1,-1 0-1,1-1 1,0-1-1,0 0 1,1 0-1,-1-2 1,1 0-1,-1 0 1,1-2-1,-1 1 1,0-2-1,1 0 1,-1-1-1,0 0 0,0-1 1,0-1-1,22-10 1,-15 3-17,-2-1 0,1-1 0,-1 0 0,-1-1 1,-1-1-1,0-1 0,-1 0 0,-1-1 0,-1-1 0,21-36 0,-8 8 10,-3-1-1,-3-2 0,27-84 1,-24 43-14,-3-1 0,-5-1 1,-3 0-1,-5-1 1,-4-115-1,-6 165-17,-1 0-1,-3-1 0,-1 2 1,-2-1-1,-2 1 1,-30-73-1,30 93-47,0-1 0,-1 2 0,-2-1-1,0 2 1,-1 0 0,-1 0 0,-2 2 0,1 0 0,-2 1 0,-1 1-1,0 0 1,-41-24 0,33 26-203,-1 2-1,-1 1 0,0 1 1,0 2-1,-1 1 1,0 1-1,-1 2 1,0 1-1,1 1 1,-1 2-1,0 1 0,-61 9 1,31 1-1053,1 4-1,1 1 1,1 4 0,0 2-1,-96 49 1,25 3-3279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7:51.27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1351 12273,'46'5'1132,"1"-2"0,-1-2 0,0-2 1,65-10-1,-46 4-462,188-16 738,464-38 167,1570-126-438,-14-132-2451,-762 3-1286,-823 107-919,-641 192 2661,-1-3 0,50-29 0,-71 35-449,-2-1 1,32-26-1,-40 27-625,-1-1 1,19-25 0,-33 40 1912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7:52.39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1086 22 11649,'-20'-21'4775,"0"30"-2715,9-1-1827,1 1 1,0 0 0,1 1-1,0 0 1,1 0 0,0 1-1,-7 12 1,-17 21 300,-58 74 802,-80 138 0,132-188-1076,2 1 1,3 2 0,-43 139 0,63-158-201,2 2 0,3-1-1,2 1 1,2 0-1,3 1 1,2-1 0,3 0-1,2 0 1,2 0 0,2-1-1,3 0 1,22 56 0,24 42 75,8-2 1,169 276-1,-115-211-161,-103-177 27,-2 0 0,-1 1 1,18 79-1,-31-109 3,-1 1 0,0 0-1,0-1 1,-1 1 0,0 0-1,0-1 1,-1 1 0,-1 0 0,1-1-1,-1 1 1,-1-1 0,1 0 0,-1 0-1,-1 0 1,0 0 0,-9 14 0,5-12-6,0 1 1,-1-2-1,-1 1 0,0-1 1,0-1-1,-1 0 1,0 0-1,0-1 1,-1 0-1,-15 6 1,-1-1-12,-1-1-1,0-1 1,-1-1 0,-36 5 0,3-2-294,-1-3 1,-80 2-1,82-11-338,-81-9 1,123 7 124,-1-2 0,1 0 0,0-1 0,0-1 0,0-1 0,1-1 1,-33-18-1,46 23-50,0-1 1,1 0 0,-1-1 0,1 0-1,0 1 1,0-1 0,0-1-1,1 1 1,0-1 0,0 0 0,0 0-1,1 0 1,-5-11 0,-4-38-7853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7:52.62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2 602 10217,'0'-25'380,"-1"17"-239,0 0-1,1 1 0,0-1 1,0 0-1,1 1 1,0-1-1,1 1 1,-1-1-1,1 1 0,1-1 1,-1 1-1,1 0 1,0 0-1,1 0 1,0 1-1,5-8 1,9-5 366,0 0 0,1 1 0,1 2 0,1 0 0,35-21 1,122-55 1286,-83 52-1407,1 4-1,2 4 1,1 4 0,131-19-1,-64 25-601,311 0 0,-44 47-2032,-352-13 208,-1 3 0,-1 3 0,101 37-1,-91-19-3897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7:52.92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45 11213,'6'-6'601,"1"0"-1,0 0 1,0 1-1,0 0 1,1 1 0,10-6-1,-17 10-456,1-1 0,0 1 0,0-1 0,0 1-1,-1-1 1,1 1 0,0 0 0,0 0 0,0 0 0,0 0-1,-1 0 1,1 1 0,0-1 0,0 0 0,0 1 0,-1 0-1,1-1 1,0 1 0,-1 0 0,1 0 0,0 0 0,-1 0-1,1 0 1,-1 0 0,1 0 0,-1 0 0,0 1-1,0-1 1,1 0 0,-1 1 0,0-1 0,0 1 0,0 0-1,-1-1 1,1 1 0,0 0 0,-1-1 0,2 4 0,4 14 577,-1 1 1,0 0 0,-2 0 0,2 33 0,0-7 18,79 988 4641,-71-733-5460,-26 310 0,-1-409-534,-46 469-4519,20-355 810,23-167 2020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7:53.10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17 289 12189,'-10'-15'1912,"4"3"5873,9-12-6805,0 0-176,4 9-148,7 3-152,9-3-320,17-9-456,-6 9-252,-4-6-632,13-4-824,-2-5-648,-5 0-2881,11 3-4452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7:53.32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0 293 10529,'30'-51'1276,"-3"12"-248,3 9-140,0 6-88,7-4-204,0 4-124,3 3-76,4 0-96,9 6-163,4-3-422,10 6-639,14 6-312,-4 3-808,6 12-1452,8 15-1957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7:53.45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17 666 7709,'-17'-18'1964,"27"-6"-524,0 0-224,0 3-76,10-12-168,0 9-152,4-6-252,9-4-68,11-2-39,13 0-157,6-3-512,11-3-437,10-10-227,23 1-428,7-6-268,10-12-2076,10-7-2229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7:53.63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868 2 6641,'-53'0'1388,"52"-1"-1353,1 1-1,0 0 1,-1 0 0,1 0 0,0 0-1,-1 0 1,1-1 0,0 1 0,-1 0 0,1 0-1,0 0 1,-1 0 0,1 0 0,0 0 0,-1 0-1,1 0 1,0 0 0,-1 0 0,1 1 0,0-1-1,-1 0 1,1 0 0,0 0 0,-1 0-1,1 0 1,0 1 0,0-1 0,-1 0 0,1 0-1,0 0 1,0 1 0,-1-1 0,1 0 0,0 0-1,0 1 1,-1-1 0,1 0 0,0 1 0,-13 28 1342,0 0 0,-2-1 0,-2 0-1,-24 32 1,-1 2-365,-233 436 1934,69-115-4714,106-188-1483,44-62-2648,31-68-427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7:54.09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6989,'26'10'697,"-1"1"0,41 24 1,-57-29-460,-1 0 0,1 0 1,-1 1-1,0 0 1,-1 1-1,0-1 0,0 1 1,0 1-1,-1 0 1,8 14-1,-4 2-8,0 1 0,-1 0 0,-2 0 0,-1 1 0,-1 0 0,-1 0 0,-1 1 0,-2-1 0,-2 46 0,-9 20 71,-29 134 0,34-203-256,-22 102 91,-29 160 29,55-281-155,0 1 0,0 0 0,1 0 0,0 0 0,0-1 0,0 1 0,1 0 0,0 0 0,0 0 0,0-1 0,1 1 0,2 6 0,-2-9-14,-1-1 0,1 0 0,0 0 0,0 0 0,0 0 0,0 0 0,0-1 0,0 1 0,0 0 0,1-1 0,-1 0 0,1 1-1,-1-1 1,1 0 0,-1 0 0,1-1 0,-1 1 0,1 0 0,0-1 0,0 0 0,-1 1 0,1-1 0,0 0 0,-1-1 0,1 1 0,0 0-1,4-2 1,13-1-22,1-2-1,-1 0 0,0-1 0,-1-2 0,30-14 1,94-61-131,-48 26 90,-88 53 73,53-30-28,1 2-1,71-25 1,-111 50 35,0 1 0,1 0-1,0 2 1,0 0-1,1 2 1,-1 0 0,1 1-1,-1 2 1,1 0 0,31 7-1,18 9 181,-1 3 0,115 50-1,-154-56-154,0-2 0,0-2 0,35 8 0,-56-16-26,-1 0 0,1-1 0,0-1 0,0 1 0,-1-2 0,1 1 0,0-2 1,-1 1-1,1-1 0,-1-1 0,1 0 0,-1 0 0,18-10 0,-11 2 57,0 0 0,0-2 1,-2 0-1,1-1 0,-2 0 0,0-1 0,-1-1 0,0 0 0,-1-1 1,-1-1-1,-1 1 0,0-1 0,8-23 0,-11 22-23,0 0-1,5-24 0,16-100 196,-25 119-397,-2-1 0,0 1 1,-1 0-1,-2 0 0,0 0 1,-2 0-1,0 0 0,-15-45 0,17 65 83,-3-15-672,-2 1 1,0 0-1,-19-33 1,-17-12-4189,21 35 398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7:54.26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50 100 7997,'0'0'3084,"4"-21"-1844,3 0 1376,-14 3-2040,3-3 100,-9 11-1856,3 1-148,-17 15-9369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8:03.15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569 343 11237,'5'-24'686,"-4"16"-340,1 1 1,-1-1-1,-1 0 1,0 1-1,0-1 1,0 0-1,-2-8 1,2 5 308,0-1 0,1 0 0,1 1 0,0-1 0,0 1 0,1-1 1,1 1-1,6-16 0,9-32 1638,-17 52-2106,-1 3 94,0-1-1,0 1 1,0 0-1,-1 0 1,0 0 0,1 0-1,-1-1 1,-1 1 0,1 0-1,-1-5 1,0 7-246,-3-8 762,0 15-38,0 2-772,-37 62 428,3 1 1,3 2-1,3 2 0,4 0 1,-20 82-1,27-68-290,5 2 0,-9 131 0,24-177-102,1 0 0,3 0 0,1-1 0,3 1 0,1-1-1,2-1 1,19 53 0,-6-40-15,2 0 0,3-2 0,2-1 0,54 73 0,-17-41 71,126 122 0,-91-109-76,169 176-189,-254-254 156,-1 1-1,-1 0 0,-1 1 0,-1 0 1,14 30-1,-24-44 24,0-1 1,-1 1-1,1 0 1,-2 0-1,1 0 1,0 0-1,-1 0 1,-1 0-1,1 0 1,-1 1-1,0-1 1,-1 0-1,0 0 1,0 0-1,0 0 0,-1 0 1,0 0-1,0 0 1,-1 0-1,0-1 1,0 1-1,-8 10 1,3-7 0,0-2 1,-1 1 0,0-1-1,0-1 1,-1 1 0,0-1-1,0-1 1,0 0 0,-1-1-1,-17 7 1,-14 2-3,-65 14-1,-101 14-996,-377 26-1,570-67 627,-1-1 0,1 0 0,-1-1 0,1-1 0,-1-1 0,1 0-1,-25-9 1,33 10-44,2-1-1,-1 0 0,0 0 0,0-1 0,1 1 1,0-1-1,0 0 0,-9-10 0,11 10-198,-1 0 0,1-1-1,1 1 1,-1-1-1,1 0 1,0 0-1,0 0 1,0 0 0,0 0-1,1 0 1,0 0-1,0-8 1,3-42-9836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8:03.41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98 469 13217,'-2'0'53,"-7"-1"576,0 0 0,0 0 0,-1-1 0,1-1 1,1 0-1,-1 0 0,0 0 0,-12-8 0,19 9 1129,2-2-258,1-1-1350,0 0 0,1 1 0,0-1 0,-1 1 1,2-1-1,-1 1 0,0 0 0,1 0 0,0 0 0,0 0 0,0 0 0,0 1 1,1-1-1,-1 1 0,1 0 0,0 0 0,0 0 0,0 0 0,0 1 0,5-2 0,14-7 133,1 0 0,41-10 0,-39 13-110,178-52 384,251-39 1,216 3-3493,-668 95 2915,349-38-4755,-119 31-3212,-104 12-791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8:03.64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1 191 13085,'3'-25'1704,"27"4"-328,4 6-359,9 0-185,-2-3-136,16 3-224,10-3-364,13 3-608,14 3-748,10 0-597,-4-3-699,7 6-1272,7 9-2537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8:03.78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346 85 10825,'-181'76'2076,"127"-61"-100,34-6-227,-7-3-117,1 0 1176,9 0-1616,-3 3 700,63-9-1248,41-3-124,7-3-340,16-9-692,23-9-532,14-4-752,21-8-704,15-9-3341,21-9-4976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8:04.45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245 269 3680,'0'-3'1047,"0"-2"-769,1 1 1,0-1-1,0 0 0,0 1 0,0 0 0,1-1 1,0 1-1,0 0 0,0 0 0,0 0 1,5-6-1,42-48 3127,-36 44-2198,-1 0 0,14-20 1,-16 19 423,2 0 1,14-15-1,-4 5-110,-20 23-906,-21 17 1421,8-5-1620,0 1 0,1 1 0,1 0-1,0 1 1,0-1 0,1 2 0,-10 24 0,-38 108 1250,55-142-1623,-14 43 402,1 1-1,3 0 0,-8 82 0,17-97-315,1 0 0,2-1 0,1 1 0,2 0 0,1-1 0,14 49 0,-5-40-83,1-2-1,2 0 1,30 50 0,77 101 111,-78-123-104,64 88 4,90 144 8,-195-290-70,17 29-47,-2 1 0,-1 1 1,-2 0-1,15 54 1,-29-83 40,-1 1 0,0 0 0,-1 0 0,-1 0 0,1 0 0,-2 0 0,0 0 0,-4 21 1,3-25 12,-1 0-1,0 0 1,0 0 0,-1 0 0,0-1 0,0 1 0,-1-1 0,0 0 0,0 0 0,-1-1 0,0 0 0,0 0 0,-12 9 0,1-4-48,0 0 0,0-2 0,-1 0 0,-1-1 0,1 0 0,-1-2-1,0 0 1,-1-2 0,1 0 0,-26 2 0,-25-1-721,-104-6 0,167 1 702,-20-1-494,-1-1 0,1-1-1,-1-1 1,1-2 0,-47-16 0,62 17-107,-1-1 1,1 0-1,1-1 1,-1 0-1,-16-15 1,19 15-435,2-1 1,-1 0-1,1 0 1,0-1-1,1 0 0,0 0 1,-9-18-1,-5-32-9721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8:04.65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44 136 9829,'-30'-21'4380,"23"6"-2508,0 3-283,14-3-85,17-12-596,12 12-180,18 3-160,20 0-100,16 6-108,14 6 48,17 0-464,16 0-580,24 3-696,6 6-620,1-9-729,9 6-1983,1 9-3645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8:04.82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386 28 10321,'-94'9'2148,"47"-9"-84,30 0-179,-60-12 1975,50 6-2228,-3 3-396,7 0-160,-1 3 480,4-6-1136,3-1-436,17 23-3552,7 2 976,-14 0-3353,-3 15-5148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8:05.79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928 446 6541,'7'-17'364,"-2"3"99,0 1-1,1 0 1,1 0-1,0 0 1,1 0-1,13-15 1,-8 11 482,-2 0-1,0-1 1,-1 0-1,-1-1 1,0 1-1,-2-2 1,9-31 0,-7 21 208,5-21 1160,-14 46-2034,1-1-1,0 0 1,1 0-1,0 1 1,0-1 0,0 1-1,0-1 1,1 1 0,3-5-1,-4 7 574,-6 7 74,-22 26-340,1 0 0,1 2 0,2 1 0,1 1 0,-20 43 0,-71 193 728,93-218-1053,-13 35-29,4 1-1,4 2 0,-23 164 0,41-197-177,3 1 0,2 0 0,3-1 1,2 1-1,3-1 0,2 0 0,22 72 0,-1-42-18,4-2-1,3-1 1,4-2-1,74 110 1,236 283-449,-341-461 392,15 17-32,-1 1-1,-2 1 1,-1 1 0,25 56-1,-42-79 41,0 1 0,0 0-1,-1-1 1,-1 1 0,0 0-1,-1 0 1,0 1-1,-1 15 1,-1-20 7,0 0 0,-1 0 0,0 0 0,0 0 0,0-1-1,-1 1 1,0-1 0,-1 0 0,0 0 0,0 0 0,0 0 0,-1-1 0,-11 12 0,5-7 13,-1-2 0,0 1 0,0-2 1,-1 1-1,0-2 0,-1 0 0,1 0 0,-1-2 1,-21 7-1,-15 1-61,-72 11 0,-12-9-724,-1-6 0,-255-15 0,330 2-644,-112-21 0,149 20 168,0-2 0,-42-19 0,51 19-149,1 0-1,0-1 0,0-1 0,1 0 0,-18-16 1,-19-35-9666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8:05.99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117 453 10577,'-74'-52'1972,"70"49"-1670,1 1-1,-1-1 1,1 1-1,0-1 1,0 0-1,0 0 1,1 0-1,-1 0 1,1-1-1,-1 1 1,1-1-1,0 0 1,1 1-1,-2-5 1,2 5-184,1 1 0,-1 0 0,1 0 0,0-1 0,0 1 0,0 0 0,1-1 0,-1 1 0,0 0 1,1-1-1,0 1 0,-1 0 0,1 0 0,0 0 0,0 0 0,0-1 0,1 2 0,1-4 0,2-1 33,2-1-1,-1 1 0,1 0 0,0 1 0,0-1 0,1 1 1,0 1-1,0-1 0,15-5 0,27-8 126,1 2 0,67-13-1,112-8-918,-172 28 317,328-48-2981,17-2-4739,-249 40 1708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8:06.21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319 1 8429,'0'0'2037,"-11"6"2048,10-5-3950,0 0 0,1-1-1,-1 1 1,0 0 0,0 0-1,0 0 1,0 0 0,1 0-1,-1 0 1,0 0 0,1 0-1,-1 0 1,1 0 0,0 0-1,-1 1 1,1-1 0,0 0 0,-1 0-1,1 0 1,0 1 0,0-1-1,0 0 1,0 0 0,0 0-1,0 1 1,1 1 0,-1 18 965,-2 18 570,-4 173 4300,17 44-1954,4 452-2193,-126 454-1823,82-980-62,-37 240-337,28-142-2895,8-97-1048,1 0-5610,18-76-1782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8:06.43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47 453 15221,'-13'-39'2949,"-1"6"-433,7 18-208,4-13-88,0 1-400,-1 0-359,1 0-313,10 3-216,-4-6-128,7 6-228,4-19-420,-1 16-472,0 3-700,11 3-732,6 0-897,3 0-743,-2 6-3389,9 9-6460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8:06.72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30 510 15369,'-27'-63'1905,"24"15"-161,6 9 140,4-1-172,3 1-260,4-3-328,9 0-200,10-3-212,11 2-147,26 10-197,11 3-516,16 6-649,7 12-351,6 3-664,1 18-660,-7 6-236,-4 21-2865,-3 9-4544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8:06.86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3 501 10357,'-3'-6'1648,"23"3"2164,7-12-2307,13-6-305,7 3-312,20-12-220,13 0-96,21-6-400,16-16-588,17-5-832,24-15-976,19-7-2773,17-2-3956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8:07.08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176 1 13069,'-23'11'661,"10"-4"73,-1-1-1,1 2 0,0 0 0,-19 16 0,26-18-254,0 1 0,0-1 0,1 1 0,0 0 0,0 0 0,1 1-1,-1-1 1,2 1 0,-1 0 0,1 0 0,0 1 0,1-1 0,0 0 0,-2 18 0,1 8 680,2 2 0,4 49 0,-1-40-673,26 335 2015,1 6-2675,11 109-4218,17-170-3150,-30-222 1402,5-1-3672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8:07.66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0 272 9933,'85'-96'1589,"-77"86"-930,1 0 0,1 0 0,0 1-1,0 1 1,1-1 0,0 2-1,0-1 1,22-9 0,-29 16-532,-1 0 1,1 0-1,0 0 0,0 1 1,0 0-1,0-1 1,0 1-1,-1 0 0,1 1 1,0-1-1,0 1 1,0 0-1,0 0 0,-1 0 1,1 0-1,5 3 1,-3-1-23,1 0 0,-1 0 1,0 1-1,0 0 1,0 0-1,-1 1 1,0-1-1,7 9 1,4 9 88,-2 1 0,0 0-1,-2 1 1,-1 0 0,-1 1 0,0 1 0,7 38 0,-9-28-85,-2 1 1,-1 0 0,-2 0-1,-2 0 1,-4 50-1,-34 188 319,32-243-386,-50 248 148,-11 72 35,63-333-218,1-1 1,1 1 0,0 0-1,2 0 1,4 37-1,-4-50-5,1-1 0,-1 0 0,1 0 0,0 0 0,0 0 0,0 0 0,0 0 0,1 0 0,0-1 0,0 1 0,1-1 0,-1 0 0,1 0-1,-1 0 1,1-1 0,1 1 0,-1-1 0,0 0 0,1 0 0,0 0 0,-1-1 0,1 0 0,0 0 0,0 0 0,8 2 0,2-2-26,0 0 1,0-1-1,0 0 0,0-2 1,0 1-1,0-2 1,-1 0-1,1-1 1,0 0-1,-1-1 0,18-7 1,3-4-68,1-1-1,-2-2 1,39-26 0,218-176-541,-16-23 212,143-116 98,-365 318 286,65-45-99,-116 84 147,0 0-1,0 1 1,0 0 0,1-1-1,-1 1 1,0 0 0,1 0-1,-1 0 1,1 1-1,-1-1 1,0 0 0,1 1-1,0 0 1,-1-1 0,1 1-1,-1 0 1,1 1 0,-1-1-1,1 0 1,-1 1 0,1-1-1,-1 1 1,1 0 0,-1 0-1,0 0 1,1 0 0,-1 0-1,0 0 1,0 1 0,0-1-1,1 1 1,-2-1-1,4 4 1,-1 0 16,0 1-1,-1-1 1,0 1 0,0 0-1,-1 0 1,1 0-1,-1 0 1,-1 0 0,1 1-1,-1-1 1,1 9-1,0 35 162,-8 99-1,2-104-137,2 0 0,2-1-1,5 47 1,2-51-19,0 1-1,3-2 1,1 1 0,32 70 0,-32-87-24,1-1-1,1-1 1,1 0 0,0-1 0,2 0-1,0-1 1,2-1 0,0 0 0,23 16-1,-23-21-3,1-2 0,0 0 0,0-2 0,1 0 0,0-1 0,1-1 0,32 7 0,-35-10-2,0-2-1,0 0 0,0-1 0,0-1 0,1-1 1,-1 0-1,0-1 0,0-1 0,-1-1 0,1-1 0,-1 0 1,0-1-1,0-1 0,0 0 0,-1-2 0,23-15 0,-17 9 4,0-1 0,-2-2 0,0 0 0,-1-1 0,-1-1 0,0 0-1,-2-2 1,-1 0 0,0-1 0,15-33 0,-9 11 1,-2-1 0,-2 0 1,-2-1-1,15-87 0,-23 82-12,-3-1 0,-1 1 0,-3-1 1,-2 0-1,-15-84 0,5 73 2,-3 1-1,-3 1 1,-2 0 0,-32-66-1,28 79-3,-3 0-1,-49-70 0,58 96-179,-1 0-1,0 1 1,-2 1 0,-1 1-1,0 0 1,-34-21 0,44 34-149,0 0 1,-1 1 0,1 0 0,-1 1-1,-21-5 1,28 8-89,-1 1-1,0 0 1,0 0 0,0 1 0,-10 1-1,13-1-127,0 1-1,0-1 0,0 1 0,0 1 0,0-1 0,0 0 0,0 1 0,1 0 0,-1 0 0,-3 2 0,-18 19-7640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8:07.80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91 146 10101,'0'-31'2112,"-7"13"-676,-3 0-72,-3 3-276,2 3 397,-2 0-1593,0 0-1097,3-3-783,-4 3-2124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8:13.45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127 525 8325,'-31'2'2278,"30"-2"-2128,0-1 0,0 1 0,0-1 0,0 1-1,0-1 1,0 0 0,0 1 0,0-1 0,1 0 0,-1 0-1,0 0 1,0 0 0,1 0 0,-1 1 0,0-3 0,-9-10 1385,-18-11 1903,25 22-3188,-1-1-1,1 1 0,0 0 1,0-1-1,0 0 1,0 0-1,1 0 1,-1 0-1,1 0 0,0-1 1,-4-6-1,5 7-170,0 0-1,0 0 1,0 0-1,0 0 1,0 0-1,1 0 1,0 0-1,-1-1 0,1 1 1,0 0-1,1 0 1,-1 0-1,1 0 1,-1-1-1,1 1 1,0 0-1,0 0 1,3-5-1,-1 3-20,0 0 0,0 1 0,1 0 0,0 0 0,-1 0 0,2 0 0,-1 0 0,0 1 0,1-1 0,5-2 0,12-5 18,0 1 0,1 1 0,46-13-1,-62 20-42,660-127 370,-423 91-270,244-41-99,-297 55-19,-189 24-16,0 0-1,0 0 1,0 0 0,1 0-1,-1 0 1,0 1 0,0-1-1,0 1 1,0-1 0,0 1-1,0 0 1,-1 0 0,1 0-1,0 0 1,0 0 0,0 0-1,-1 0 1,1 1 0,-1-1-1,1 0 1,-1 1 0,1 0-1,-1-1 1,0 1 0,0 0-1,0-1 1,0 1 0,0 0-1,0 0 1,0 0 0,-1 0-1,1 0 1,-1 0 0,1 0-1,-1 0 1,0 0 0,0 3-1,1 8 52,-1-1-1,0 1 1,-1 0-1,-5 22 1,-9 51 448,-30 144 895,-15 55-112,-29 366 0,39 181-769,52-733-1363,23 146 0,20-25-5156,-44-217 5338,-1 0-1,1 0 1,0 0 0,0 0 0,1-1 0,-1 1-1,1 0 1,-1-1 0,1 1 0,0-1-1,0 1 1,3 2 0,-5-4 441,16 16-9330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8:13.73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37 498 10949,'-37'9'9530,"38"-12"-9391,0 0 0,1 1 0,-1-1 0,1 0 0,-1 1 0,1-1 0,0 0 0,0 1 0,0 0 0,0 0 0,0-1 0,1 1 0,-1 0 0,1 1 0,-1-1 0,1 0 0,5-1 0,15-7 146,1 1 0,0 1-1,1 1 1,27-4 0,2 0-27,296-48 564,-234 42-678,221-26-123,268-47-2433,-259 7-2005,-119 13-3034,-96 25-935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8:14.20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19 7 10701,'-1'-1'192,"1"1"0,0-1 0,-1 1 0,1 0 0,-1-1 0,1 1 1,-1-1-1,1 1 0,-1 0 0,1-1 0,-1 1 0,1 0 0,-1 0 0,1 0 0,-1-1 0,0 1 0,1 0 0,-1 0 1,1 0-1,-1 0 0,0 0 0,1 0 0,-1 0 0,1 0 0,-1 0 0,0 0 0,1 0 0,-1 1 0,1-1 0,-1 0 0,0 1 1,2 21 4395,0-16-5361,5 56 3217,-2 87-1,-2-18-918,21 619 2024,-23-139-5317,-11-115-7707,7-386 3213,6-1-3873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8:14.41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23 380 12057,'0'-3'539,"-1"-1"0,1 1 0,-1-1-1,0 1 1,0 0 0,0 0 0,0 0 0,-1 0-1,1-1 1,-1 2 0,0-1 0,-2-3-1,3 4-154,-4-16 3773,6 14-3868,-1 1 0,1-1 0,-1 1 0,1-1 0,0 1 0,0 0 0,1-1 0,-1 1 0,1 0 0,2-4 0,8-7 219,2 1 0,0 0-1,0 0 1,1 2 0,1-1 0,17-8 0,-17 11-1475,0-1 0,-1-1 1,0 0-1,-1-1 0,-1-1 1,16-18-1,7-10-6012,-27 31 4083,17-21-7814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8:14.70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1 284 11737,'7'-21'1955,"1"0"-1,2 1 1,19-34 0,-22 45-1715,0 0 0,1 1 0,0-1 0,0 1 0,1 1 0,-1 0 0,2 0 0,-1 1 1,14-8-1,4 2-54,-1 0 0,1 2 0,1 1 0,42-8 0,-14 8-1489,79-5 0,-13 14-6891,-64 2-909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8:14.89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0 423 9429,'0'0'6324,"7"-27"-4779,3 2-317,10 10-316,27-15-192,3 6-180,11-3-88,6-3-388,10-9-620,0-10-936,7 1-1068,13-3-2325,17-6-3852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8:15.66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1 372 8177,'2'-4'411,"0"0"0,1 0 1,-1 1-1,1-1 1,0 1-1,0-1 0,0 1 1,1 0-1,-1 1 0,1-1 1,0 0-1,4-1 0,50-26 2766,-56 29-3108,55-20 1436,1 1 0,116-21 0,-61 16-705,16-6-246,272-69 902,-217 50-1029,-178 48-392,-1 0 0,1 1 0,0-1 0,0 1 0,0 1-1,0-1 1,0 1 0,0 0 0,0 1 0,0 0 0,0-1 0,0 2-1,-1-1 1,10 4 0,-10-2 36,0 0 0,0 1 0,0-1-1,0 1 1,-1 0 0,0 0 0,0 1 0,0-1 0,0 1 0,-1 0-1,0 0 1,0 0 0,0 0 0,3 10 0,3 7 185,-2 0 1,-1 1 0,0-1-1,3 37 1,1 99 695,-8-105-680,11 913 1693,-42-502-1941,9-182-3101,1-89-4620,15-153 2192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8:15.92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14 166 10441,'-14'-27'10522,"19"26"-9640,63-12 82,125-8 0,77 15-729,-18 1-782,94-17-2106,-173 2-591,-4-10-3329,-74 9-1434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8:16.14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5897,'4'6'546,"-1"0"0,1 0 0,-1 0 1,-1 0-1,1 0 0,-1 0 1,0 1-1,-1-1 0,2 12 1,-1-12 113,0 0 1,0 0-1,1 0 1,-1-1 0,1 1-1,5 5 1,4 11 552,-3-5-887,2-1 0,-1 0 0,2-1 0,0 0 0,1 0 1,0-2-1,1 0 0,1 0 0,0-1 0,0-1 0,1 0 0,1-2 0,33 16 0,-1-6-846,0-1-1,1-3 0,95 16 1,-30-19-2622,-39-9-2014,-70-3 4554,55 1-7194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8:16.51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171 11 8545,'2'-2'303,"1"1"1,-1 0-1,0 0 0,1 0 1,-1 0-1,1 0 1,-1 0-1,1 1 0,0-1 1,-1 1-1,1 0 1,0 0-1,-1 0 0,1 0 1,-1 0-1,1 1 1,4 0-1,-4 1 147,0 1 1,0-1-1,0 1 0,0 0 1,0 0-1,-1 0 0,1 0 1,-1 0-1,0 1 0,0-1 0,3 7 1,-1-2 8,-1 0 1,0 1-1,0 0 0,-1-1 1,0 1-1,0 0 1,-1 0-1,0 0 1,-1 0-1,0 0 0,-2 16 1,-3 10 654,-16 58-1,17-78-802,-14 43 530,-31 69 0,28-77-1116,2 0-1,-15 63 1,-7 41-4156,3-55-1904,23-58 642,6-3-3181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8:16.90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191 1 9785,'-43'68'4918,"27"-44"-3269,1 1-1,-18 39 1,16-19-927,1 2 0,3-1 0,1 2 0,3 0 1,2 0-1,2 0 0,1 65 0,5-70-565,2-1 0,3 1 0,1-1 0,1 0 0,3 0 0,2-1 0,1-1-1,30 61 1,-32-81-132,1-1-1,1 0 0,1-1 0,0 0 0,1-1 0,1-1 0,1-1 0,0 0 0,1-1 0,25 13 0,-39-24-26,0 0 0,1-1-1,-1 0 1,1 0 0,0 0 0,-1-1-1,1 0 1,0 0 0,0-1-1,0 1 1,12-2 0,-15 1 3,1 0-1,0-1 1,0 0-1,-1 0 1,1 0 0,-1 0-1,1-1 1,-1 1-1,1-1 1,-1 0-1,0 0 1,0 0 0,0 0-1,0-1 1,0 1-1,0-1 1,-1 0 0,1 1-1,2-5 1,-2 1-2,-1 1 1,1-1-1,-1 0 0,0 0 1,-1 0-1,1 0 1,-1 0-1,-1 0 0,1 0 1,-1 0-1,0 0 1,0 0-1,-1-1 0,1 1 1,-2 0-1,1 0 1,0 0-1,-1 1 0,-4-10 1,0 3-30,0 0-1,-1 1 1,-1 0 0,0 0-1,0 1 1,-1-1 0,0 2-1,-1 0 1,-11-10 0,0 4-597,-1 0-1,0 2 1,-39-18 0,43 23-675,0 2 1,-26-7-1,-12 4-7365,27 11-41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8:17.14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11373,'20'17'1451,"0"1"-1,34 40 1,-36-36 0,1-2 0,42 36 0,94 72 542,-16-12-1354,-8-5-1151,-36-29-2464,3-7-7299,-84-66 4312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8:17.28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735 0 7189,'-71'18'1624,"51"-3"100,-13 15-88,2-6-240,1 4-140,-10-1-244,-3 6-175,-1 6-197,0 3-380,-2 3 144,-5 4-132,-6 5-584,-113 112-6921,116-103-488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8:17.64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272 0 8625,'-18'12'799,"0"0"0,1 2 0,0 0 0,1 0 0,0 2 0,1 0 0,-15 21 0,13-11-163,0 0 0,2 0-1,1 2 1,1 0 0,-16 52-1,23-59-504,2 1-1,0 0 0,1 0 0,1 0 0,2 1 1,0-1-1,1 0 0,7 39 0,3-13-30,3 0-1,1-1 0,3 0 1,1-1-1,44 74 0,154 197 39,-116-179-98,-86-116-67,8 9-90,32 61 1,-50-83 105,-1-1-1,-1 0 1,0 1 0,0 0 0,0 0 0,-1 0-1,0 0 1,-1 0 0,0 1 0,-1-1 0,0 0-1,-2 18 1,0-20-81,0 0-1,0-1 0,-1 1 0,0-1 1,0 0-1,-1 0 0,0 0 1,0 0-1,0-1 0,0 1 1,-1-1-1,0 0 0,0-1 1,-1 1-1,1-1 0,-1 0 1,0 0-1,0-1 0,0 0 1,0 0-1,-1 0 0,-7 1 1,-11 4-948,-1-1 0,0-1 0,0-2 0,-41 3 0,-3-6-2975,5-1-2026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8:17.82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1 368 7693,'30'-87'1392,"3"54"-232,-9-1-168,-1 4-180,11 6-160,-4-3-132,13 3-108,8 3-132,-1 3-236,10-3-332,11 3-388,-1 6-292,0-1-892,-6 7-1168,-4 12-1125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8:18.04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8553,'118'86'5861,"-73"-53"-4628,2-1 0,57 29 1,-21-13-726,19 9-1370,158 63-1,-7-24-8639,-213-84 5091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8:18.19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958 59 5805,'0'-3'168,"0"-1"1,-1 0 0,1 1 0,-1-1 0,0 1 0,0 0-1,0-1 1,-1 1 0,1 0 0,-1 0 0,-3-6 0,3 8 16,-1-1 0,1 1 0,0 0 0,0 0 0,-1-1 0,1 2 1,-1-1-1,1 0 0,-1 0 0,1 1 0,-1-1 0,0 1 0,1 0 0,-1 0 1,1 0-1,-1 0 0,-4 1 0,-6 1 185,0 0 0,1 1 0,0 0-1,-1 1 1,1 0 0,1 1 0,-1 1 0,1-1-1,-19 14 1,-10 10 350,-43 40 0,47-38-425,-235 221-576,175-159-1298,-63 70-4439,90-78 284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8:18.76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7729,'23'7'1043,"-23"-6"-977,1 0 1,-1-1-1,0 1 0,1 0 1,-1 0-1,0 0 0,1-1 1,-1 1-1,0 0 0,0 0 0,0 0 1,0 0-1,1 0 0,-1 0 1,-1-1-1,1 1 0,0 0 1,0 0-1,0 0 0,0 0 0,-1 0 1,1 0-1,0-1 0,-1 2 1,1-1 93,-9 34 1322,6-28-1231,1 0 0,0 0 0,0 1 0,1-1 0,0 12 1,3 22 55,3-1 0,1 0 1,2 0-1,1 0 0,3-1 1,1-1-1,22 46 0,-15-43-210,1-1-1,3-1 1,1-1-1,1-1 1,42 43-1,-63-74-80,0 0-1,1-1 1,0 0 0,0 0-1,1 0 1,-1-1-1,1 0 1,0 0 0,0-1-1,13 5 1,-16-7-4,-1-1-1,1 1 1,0-1 0,-1 0 0,1 0-1,0 0 1,0 0 0,-1-1-1,1 0 1,0 1 0,-1-1 0,1-1-1,-1 1 1,1 0 0,-1-1 0,1 0-1,-1 0 1,0 0 0,0 0 0,0 0-1,0 0 1,-1-1 0,6-5 0,8-13 19,0 0 1,-2-1-1,0-1 1,17-38 0,14-25 69,-44 84-103,132-209 46,-92 152 1,72-79 1,-74 93-90,-38 42 158,-31 20 14,25-14-52,2 1-1,-1-1 1,0 1 0,1 0-1,-1 0 1,1 1-1,0-1 1,1 1 0,-1-1-1,-2 9 1,-18 50 845,3 0 1,-15 84 0,-3 11-150,-71 305 341,94-334-1008,0 95-107,13-147-1174,10 103 0,-1-77-2279,-3-33-2091,5-2-3362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8:19.04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10281,'2'5'265,"-1"-1"-1,1 1 1,0-1 0,0 0 0,0 0-1,0 0 1,1 0 0,-1 0 0,1 0-1,0 0 1,0-1 0,1 0 0,-1 0-1,1 0 1,5 4 0,22 22 2086,34 57 6,-49-62-2118,2-1 0,0 0 1,2-1-1,0-1 1,34 27-1,72 36-1587,2-11-3463,-122-70 3968,0 0 1,0-1-1,0 0 1,0 0-1,0 0 1,8 0-1,-13-1 680,35 3-5294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8:19.19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651 0 5465,'-57'27'1544,"20"9"16,0-9 12,3 1-244,1 2-220,3 3-92,-7 9-256,-3 6-156,0 7-104,-4 5-96,0 6-100,1 1-560,3-4-640,-4-3-432,-3 3-2628,4 4-2789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8:19.58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94 18 5821,'5'-2'308,"0"0"-1,0 0 1,0 1 0,0-1 0,1 1 0,-1 0 0,0 0 0,0 1 0,1 0 0,-1 0 0,0 0 0,7 1 0,30-2 1757,-11-2-1469,0 1 0,0 2 0,1 1-1,-1 1 1,33 7 0,-45-6-421,-1 2-1,1 0 0,-1 1 1,0 1-1,0 1 1,-1 0-1,0 2 0,-1 0 1,22 16-1,-33-21-132,0 0 0,0 0-1,0 1 1,-1-1 0,0 1-1,0 0 1,-1 0 0,0 0-1,0 1 1,0-1 0,0 1-1,-1 0 1,0-1 0,-1 1-1,0 0 1,1 7 0,-1 14 154,0 1 1,-7 49-1,1 1-138,18 183 42,-11-244-93,-1 0-1,-1 1 1,0-1-1,-1 0 0,-2 1 1,1-1-1,-2 0 0,0 0 1,-2-1-1,1 1 1,-2-1-1,-1 0 0,0-1 1,-1 0-1,0 0 1,-1-1-1,-1 0 0,-14 14 1,0-4-17,-1-1 0,-1-1 0,-1-1-1,-42 24 1,-131 62-1752,148-81 538,-26 10-1647,28-16-1888,34-13-376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8:19.83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7241,'26'36'2684,"38"40"1,-28-33-1046,-8-5-576,-1 1 0,22 45 0,-4-8-359,-11-20-405,82 122-10,43 40-5669,-156-215 4754,0 1 0,0 0 1,-1 1-1,1-1 0,-1 0 0,0 1 0,2 7 1,-3-9 110,8 22-4330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8:19.98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389 0 5404,'-10'36'1125,"-6"-21"-181,-8 6-76,-9 13-144,13-1-96,-4 3 24,1 12-316,-4-3-84,-3 10-44,0-1-88,-1 3-328,1 3-324,0 1-568,-30 50-5337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8:20.32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213 1 4224,'-1'2'134,"-1"0"0,1 1 0,0-1-1,0 0 1,0 1 0,0-1 0,1 1-1,-1 0 1,1-1 0,-1 1 0,1 0-1,0-1 1,0 1 0,0 0 0,0-1-1,0 1 1,1 0 0,-1-1 0,1 1-1,2 4 1,-2-2 45,1 0 0,-1 0 0,-1 1 0,1-1-1,-1 0 1,0 0 0,0 0 0,-1 7 0,-13 45 776,-3 0 0,-30 68 0,15-41-399,0-6-106,19-48-241,0 0-1,3 1 1,0 1-1,-7 46 1,13-50 33,2 1 1,1-1 0,1 0 0,9 56 0,-8-76-197,0 1 1,1-1-1,1 0 1,-1 0-1,1 0 0,1 0 1,-1-1-1,1 1 1,0-1-1,1 0 1,0 0-1,0-1 1,1 1-1,0-1 0,0 0 1,0-1-1,0 1 1,1-1-1,0-1 1,12 7-1,-13-9-41,1 0 0,-1 0 0,0-1 0,1 0 0,0-1 0,-1 1 0,1-1 0,-1 0 0,1-1 0,0 0 0,-1 0-1,1 0 1,-1-1 0,0 0 0,1 0 0,-1 0 0,0-1 0,10-6 0,-2-1-227,0 0-1,-1-1 0,0-1 1,-1 0-1,-1 0 1,0-1-1,18-28 1,-7 5-1970,-2-2 0,17-40 0,-15 27-2308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8:20.70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8 5533,'0'-1'361,"1"0"0,0 1 0,0-1 0,0 0 0,0 1 0,0-1 0,0 1 0,0-1 0,0 1 0,0 0 0,0-1 0,0 1 0,0 0 0,0 0 1,0 0-1,0 0 0,2 0 0,26 4 1187,26 17-1212,-4 4-68,-28-13-977,35 12 0,-51-22 257,1 1 1,0 1-1,-1 0 0,0 0 1,0 0-1,0 0 0,0 1 1,-1 1-1,8 6 0,-13-10-349,2-2-472,0-1 1368,0 0 0,-1 0 0,1 0-1,-1 0 1,1-1 0,-1 1-1,0-1 1,5-3 0,-7 3-36,0-1 0,-1 1 0,1 0 0,0 0 1,-1-1-1,0 1 0,1 0 0,-1 0 0,0 0 0,0 0 0,0 0 0,-1 0 1,1 0-1,0 0 0,-1 1 0,1-1 0,-1 0 0,0 1 0,1-1 0,-1 1 1,0 0-1,0 0 0,0-1 0,0 1 0,0 0 0,0 1 0,0-1 0,0 0 0,-1 0 1,1 1-1,0 0 0,0-1 0,0 1 0,-1 0 0,1 0 0,0 0 0,-1 0 1,1 1-1,0-1 0,0 0 0,0 1 0,-1 0 0,1-1 0,0 1 0,0 0 1,0 0-1,0 0 0,-3 3 0,-9 6 34,0 0 0,1 1 0,0 1 0,0 0 0,2 1 0,0 0-1,-11 16 1,2 1-676,1 1 0,-21 46 0,23-37-1965,0-1-839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8:20.92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238 0 4320,'-27'91'984,"4"-22"-167,13-18-173,-4 1-128,-2-1-24,-4 6-228,-7 7-488,-7-4-904,-2 6-833,5 9 221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48:22.27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95 6153 3028,'-30'6'5895,"9"-10"-5192,5 0-317,12 3 912,2 0-905,-18-3 298,18 1 980,29 1 2332,18-2-3179,73-23 484,115-42 0,-40 9-749,116-26-136,1274-380 521,-670 171-315,415-135-267,-8-26-361,-607 196 38,943-336-83,775-196 339,-96 114 401,2118-574 89,-4439 1248-785,303-84 12,359-106-868,-439 111-440,-185 61 230,-1-2 1,61-38-1,-94 51 186,-1-2 1,-1 0 0,25-24-1,-32 27-446,0-1 1,-1 1-1,10-18 0,7-31-7729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668D1-9D3C-4A73-A5F0-394B6DCE5D5E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480F0-6C38-42D8-99DD-99D69BF496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0282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668D1-9D3C-4A73-A5F0-394B6DCE5D5E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480F0-6C38-42D8-99DD-99D69BF496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7149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668D1-9D3C-4A73-A5F0-394B6DCE5D5E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480F0-6C38-42D8-99DD-99D69BF496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7452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668D1-9D3C-4A73-A5F0-394B6DCE5D5E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480F0-6C38-42D8-99DD-99D69BF496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4753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668D1-9D3C-4A73-A5F0-394B6DCE5D5E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480F0-6C38-42D8-99DD-99D69BF496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072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668D1-9D3C-4A73-A5F0-394B6DCE5D5E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480F0-6C38-42D8-99DD-99D69BF496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5630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668D1-9D3C-4A73-A5F0-394B6DCE5D5E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480F0-6C38-42D8-99DD-99D69BF496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1493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668D1-9D3C-4A73-A5F0-394B6DCE5D5E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480F0-6C38-42D8-99DD-99D69BF496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3582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668D1-9D3C-4A73-A5F0-394B6DCE5D5E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480F0-6C38-42D8-99DD-99D69BF496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3119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668D1-9D3C-4A73-A5F0-394B6DCE5D5E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480F0-6C38-42D8-99DD-99D69BF496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5492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668D1-9D3C-4A73-A5F0-394B6DCE5D5E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480F0-6C38-42D8-99DD-99D69BF496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6411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0AA668D1-9D3C-4A73-A5F0-394B6DCE5D5E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A7B480F0-6C38-42D8-99DD-99D69BF496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72875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.xml"/><Relationship Id="rId21" Type="http://schemas.openxmlformats.org/officeDocument/2006/relationships/image" Target="../media/image10.png"/><Relationship Id="rId42" Type="http://schemas.openxmlformats.org/officeDocument/2006/relationships/customXml" Target="../ink/ink21.xml"/><Relationship Id="rId47" Type="http://schemas.openxmlformats.org/officeDocument/2006/relationships/image" Target="../media/image23.png"/><Relationship Id="rId63" Type="http://schemas.openxmlformats.org/officeDocument/2006/relationships/image" Target="../media/image31.png"/><Relationship Id="rId68" Type="http://schemas.openxmlformats.org/officeDocument/2006/relationships/customXml" Target="../ink/ink34.xml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9" Type="http://schemas.openxmlformats.org/officeDocument/2006/relationships/image" Target="../media/image14.png"/><Relationship Id="rId11" Type="http://schemas.openxmlformats.org/officeDocument/2006/relationships/image" Target="../media/image5.png"/><Relationship Id="rId24" Type="http://schemas.openxmlformats.org/officeDocument/2006/relationships/customXml" Target="../ink/ink12.xml"/><Relationship Id="rId32" Type="http://schemas.openxmlformats.org/officeDocument/2006/relationships/customXml" Target="../ink/ink16.xml"/><Relationship Id="rId37" Type="http://schemas.openxmlformats.org/officeDocument/2006/relationships/image" Target="../media/image18.png"/><Relationship Id="rId40" Type="http://schemas.openxmlformats.org/officeDocument/2006/relationships/customXml" Target="../ink/ink20.xml"/><Relationship Id="rId45" Type="http://schemas.openxmlformats.org/officeDocument/2006/relationships/image" Target="../media/image22.png"/><Relationship Id="rId53" Type="http://schemas.openxmlformats.org/officeDocument/2006/relationships/image" Target="../media/image26.png"/><Relationship Id="rId58" Type="http://schemas.openxmlformats.org/officeDocument/2006/relationships/customXml" Target="../ink/ink29.xml"/><Relationship Id="rId66" Type="http://schemas.openxmlformats.org/officeDocument/2006/relationships/customXml" Target="../ink/ink33.xml"/><Relationship Id="rId5" Type="http://schemas.openxmlformats.org/officeDocument/2006/relationships/image" Target="../media/image2.png"/><Relationship Id="rId61" Type="http://schemas.openxmlformats.org/officeDocument/2006/relationships/image" Target="../media/image30.png"/><Relationship Id="rId19" Type="http://schemas.openxmlformats.org/officeDocument/2006/relationships/image" Target="../media/image9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3.png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43" Type="http://schemas.openxmlformats.org/officeDocument/2006/relationships/image" Target="../media/image21.png"/><Relationship Id="rId48" Type="http://schemas.openxmlformats.org/officeDocument/2006/relationships/customXml" Target="../ink/ink24.xml"/><Relationship Id="rId56" Type="http://schemas.openxmlformats.org/officeDocument/2006/relationships/customXml" Target="../ink/ink28.xml"/><Relationship Id="rId64" Type="http://schemas.openxmlformats.org/officeDocument/2006/relationships/customXml" Target="../ink/ink32.xml"/><Relationship Id="rId69" Type="http://schemas.openxmlformats.org/officeDocument/2006/relationships/image" Target="../media/image34.png"/><Relationship Id="rId8" Type="http://schemas.openxmlformats.org/officeDocument/2006/relationships/customXml" Target="../ink/ink4.xml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3" Type="http://schemas.openxmlformats.org/officeDocument/2006/relationships/image" Target="../media/image1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25" Type="http://schemas.openxmlformats.org/officeDocument/2006/relationships/image" Target="../media/image12.png"/><Relationship Id="rId33" Type="http://schemas.openxmlformats.org/officeDocument/2006/relationships/image" Target="../media/image16.png"/><Relationship Id="rId38" Type="http://schemas.openxmlformats.org/officeDocument/2006/relationships/customXml" Target="../ink/ink19.xml"/><Relationship Id="rId46" Type="http://schemas.openxmlformats.org/officeDocument/2006/relationships/customXml" Target="../ink/ink23.xml"/><Relationship Id="rId59" Type="http://schemas.openxmlformats.org/officeDocument/2006/relationships/image" Target="../media/image29.png"/><Relationship Id="rId67" Type="http://schemas.openxmlformats.org/officeDocument/2006/relationships/image" Target="../media/image33.png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54" Type="http://schemas.openxmlformats.org/officeDocument/2006/relationships/customXml" Target="../ink/ink27.xml"/><Relationship Id="rId62" Type="http://schemas.openxmlformats.org/officeDocument/2006/relationships/customXml" Target="../ink/ink31.xml"/><Relationship Id="rId70" Type="http://schemas.openxmlformats.org/officeDocument/2006/relationships/customXml" Target="../ink/ink35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49" Type="http://schemas.openxmlformats.org/officeDocument/2006/relationships/image" Target="../media/image24.png"/><Relationship Id="rId57" Type="http://schemas.openxmlformats.org/officeDocument/2006/relationships/image" Target="../media/image28.png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44" Type="http://schemas.openxmlformats.org/officeDocument/2006/relationships/customXml" Target="../ink/ink22.xml"/><Relationship Id="rId52" Type="http://schemas.openxmlformats.org/officeDocument/2006/relationships/customXml" Target="../ink/ink26.xml"/><Relationship Id="rId60" Type="http://schemas.openxmlformats.org/officeDocument/2006/relationships/customXml" Target="../ink/ink30.xml"/><Relationship Id="rId65" Type="http://schemas.openxmlformats.org/officeDocument/2006/relationships/image" Target="../media/image32.png"/><Relationship Id="rId73" Type="http://schemas.openxmlformats.org/officeDocument/2006/relationships/image" Target="../media/image36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27.png"/><Relationship Id="rId7" Type="http://schemas.openxmlformats.org/officeDocument/2006/relationships/image" Target="../media/image3.png"/><Relationship Id="rId71" Type="http://schemas.openxmlformats.org/officeDocument/2006/relationships/image" Target="../media/image35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2.png"/><Relationship Id="rId18" Type="http://schemas.openxmlformats.org/officeDocument/2006/relationships/customXml" Target="../ink/ink45.xml"/><Relationship Id="rId26" Type="http://schemas.openxmlformats.org/officeDocument/2006/relationships/customXml" Target="../ink/ink49.xml"/><Relationship Id="rId39" Type="http://schemas.openxmlformats.org/officeDocument/2006/relationships/image" Target="../media/image55.png"/><Relationship Id="rId21" Type="http://schemas.openxmlformats.org/officeDocument/2006/relationships/image" Target="../media/image46.png"/><Relationship Id="rId34" Type="http://schemas.openxmlformats.org/officeDocument/2006/relationships/customXml" Target="../ink/ink53.xml"/><Relationship Id="rId42" Type="http://schemas.openxmlformats.org/officeDocument/2006/relationships/customXml" Target="../ink/ink57.xml"/><Relationship Id="rId47" Type="http://schemas.openxmlformats.org/officeDocument/2006/relationships/image" Target="../media/image59.png"/><Relationship Id="rId7" Type="http://schemas.openxmlformats.org/officeDocument/2006/relationships/image" Target="../media/image39.png"/><Relationship Id="rId2" Type="http://schemas.openxmlformats.org/officeDocument/2006/relationships/customXml" Target="../ink/ink37.xml"/><Relationship Id="rId16" Type="http://schemas.openxmlformats.org/officeDocument/2006/relationships/customXml" Target="../ink/ink44.xml"/><Relationship Id="rId29" Type="http://schemas.openxmlformats.org/officeDocument/2006/relationships/image" Target="../media/image50.png"/><Relationship Id="rId11" Type="http://schemas.openxmlformats.org/officeDocument/2006/relationships/image" Target="../media/image41.png"/><Relationship Id="rId24" Type="http://schemas.openxmlformats.org/officeDocument/2006/relationships/customXml" Target="../ink/ink48.xml"/><Relationship Id="rId32" Type="http://schemas.openxmlformats.org/officeDocument/2006/relationships/customXml" Target="../ink/ink52.xml"/><Relationship Id="rId37" Type="http://schemas.openxmlformats.org/officeDocument/2006/relationships/image" Target="../media/image54.png"/><Relationship Id="rId40" Type="http://schemas.openxmlformats.org/officeDocument/2006/relationships/customXml" Target="../ink/ink56.xml"/><Relationship Id="rId45" Type="http://schemas.openxmlformats.org/officeDocument/2006/relationships/image" Target="../media/image58.png"/><Relationship Id="rId5" Type="http://schemas.openxmlformats.org/officeDocument/2006/relationships/image" Target="../media/image38.png"/><Relationship Id="rId15" Type="http://schemas.openxmlformats.org/officeDocument/2006/relationships/image" Target="../media/image43.png"/><Relationship Id="rId23" Type="http://schemas.openxmlformats.org/officeDocument/2006/relationships/image" Target="../media/image47.png"/><Relationship Id="rId28" Type="http://schemas.openxmlformats.org/officeDocument/2006/relationships/customXml" Target="../ink/ink50.xml"/><Relationship Id="rId36" Type="http://schemas.openxmlformats.org/officeDocument/2006/relationships/customXml" Target="../ink/ink54.xml"/><Relationship Id="rId49" Type="http://schemas.openxmlformats.org/officeDocument/2006/relationships/image" Target="../media/image60.png"/><Relationship Id="rId10" Type="http://schemas.openxmlformats.org/officeDocument/2006/relationships/customXml" Target="../ink/ink41.xml"/><Relationship Id="rId19" Type="http://schemas.openxmlformats.org/officeDocument/2006/relationships/image" Target="../media/image45.png"/><Relationship Id="rId31" Type="http://schemas.openxmlformats.org/officeDocument/2006/relationships/image" Target="../media/image51.png"/><Relationship Id="rId44" Type="http://schemas.openxmlformats.org/officeDocument/2006/relationships/customXml" Target="../ink/ink58.xml"/><Relationship Id="rId4" Type="http://schemas.openxmlformats.org/officeDocument/2006/relationships/customXml" Target="../ink/ink38.xml"/><Relationship Id="rId9" Type="http://schemas.openxmlformats.org/officeDocument/2006/relationships/image" Target="../media/image40.png"/><Relationship Id="rId14" Type="http://schemas.openxmlformats.org/officeDocument/2006/relationships/customXml" Target="../ink/ink43.xml"/><Relationship Id="rId22" Type="http://schemas.openxmlformats.org/officeDocument/2006/relationships/customXml" Target="../ink/ink47.xml"/><Relationship Id="rId27" Type="http://schemas.openxmlformats.org/officeDocument/2006/relationships/image" Target="../media/image49.png"/><Relationship Id="rId30" Type="http://schemas.openxmlformats.org/officeDocument/2006/relationships/customXml" Target="../ink/ink51.xml"/><Relationship Id="rId35" Type="http://schemas.openxmlformats.org/officeDocument/2006/relationships/image" Target="../media/image53.png"/><Relationship Id="rId43" Type="http://schemas.openxmlformats.org/officeDocument/2006/relationships/image" Target="../media/image57.png"/><Relationship Id="rId48" Type="http://schemas.openxmlformats.org/officeDocument/2006/relationships/customXml" Target="../ink/ink60.xml"/><Relationship Id="rId8" Type="http://schemas.openxmlformats.org/officeDocument/2006/relationships/customXml" Target="../ink/ink40.xml"/><Relationship Id="rId3" Type="http://schemas.openxmlformats.org/officeDocument/2006/relationships/image" Target="../media/image37.png"/><Relationship Id="rId12" Type="http://schemas.openxmlformats.org/officeDocument/2006/relationships/customXml" Target="../ink/ink42.xml"/><Relationship Id="rId17" Type="http://schemas.openxmlformats.org/officeDocument/2006/relationships/image" Target="../media/image44.png"/><Relationship Id="rId25" Type="http://schemas.openxmlformats.org/officeDocument/2006/relationships/image" Target="../media/image48.png"/><Relationship Id="rId33" Type="http://schemas.openxmlformats.org/officeDocument/2006/relationships/image" Target="../media/image52.png"/><Relationship Id="rId38" Type="http://schemas.openxmlformats.org/officeDocument/2006/relationships/customXml" Target="../ink/ink55.xml"/><Relationship Id="rId46" Type="http://schemas.openxmlformats.org/officeDocument/2006/relationships/customXml" Target="../ink/ink59.xml"/><Relationship Id="rId20" Type="http://schemas.openxmlformats.org/officeDocument/2006/relationships/customXml" Target="../ink/ink46.xml"/><Relationship Id="rId41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9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64.xml"/><Relationship Id="rId3" Type="http://schemas.openxmlformats.org/officeDocument/2006/relationships/image" Target="../media/image61.png"/><Relationship Id="rId7" Type="http://schemas.openxmlformats.org/officeDocument/2006/relationships/image" Target="../media/image63.png"/><Relationship Id="rId2" Type="http://schemas.openxmlformats.org/officeDocument/2006/relationships/customXml" Target="../ink/ink6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63.xml"/><Relationship Id="rId11" Type="http://schemas.openxmlformats.org/officeDocument/2006/relationships/image" Target="../media/image65.png"/><Relationship Id="rId5" Type="http://schemas.openxmlformats.org/officeDocument/2006/relationships/image" Target="../media/image62.png"/><Relationship Id="rId10" Type="http://schemas.openxmlformats.org/officeDocument/2006/relationships/customXml" Target="../ink/ink65.xml"/><Relationship Id="rId4" Type="http://schemas.openxmlformats.org/officeDocument/2006/relationships/customXml" Target="../ink/ink62.xml"/><Relationship Id="rId9" Type="http://schemas.openxmlformats.org/officeDocument/2006/relationships/image" Target="../media/image64.png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78.xml"/><Relationship Id="rId21" Type="http://schemas.openxmlformats.org/officeDocument/2006/relationships/image" Target="../media/image75.png"/><Relationship Id="rId42" Type="http://schemas.openxmlformats.org/officeDocument/2006/relationships/customXml" Target="../ink/ink86.xml"/><Relationship Id="rId47" Type="http://schemas.openxmlformats.org/officeDocument/2006/relationships/image" Target="../media/image88.png"/><Relationship Id="rId63" Type="http://schemas.openxmlformats.org/officeDocument/2006/relationships/image" Target="../media/image96.png"/><Relationship Id="rId68" Type="http://schemas.openxmlformats.org/officeDocument/2006/relationships/customXml" Target="../ink/ink99.xml"/><Relationship Id="rId16" Type="http://schemas.openxmlformats.org/officeDocument/2006/relationships/customXml" Target="../ink/ink73.xml"/><Relationship Id="rId11" Type="http://schemas.openxmlformats.org/officeDocument/2006/relationships/image" Target="../media/image70.png"/><Relationship Id="rId24" Type="http://schemas.openxmlformats.org/officeDocument/2006/relationships/customXml" Target="../ink/ink77.xml"/><Relationship Id="rId32" Type="http://schemas.openxmlformats.org/officeDocument/2006/relationships/customXml" Target="../ink/ink81.xml"/><Relationship Id="rId37" Type="http://schemas.openxmlformats.org/officeDocument/2006/relationships/image" Target="../media/image83.png"/><Relationship Id="rId40" Type="http://schemas.openxmlformats.org/officeDocument/2006/relationships/customXml" Target="../ink/ink85.xml"/><Relationship Id="rId45" Type="http://schemas.openxmlformats.org/officeDocument/2006/relationships/image" Target="../media/image87.png"/><Relationship Id="rId53" Type="http://schemas.openxmlformats.org/officeDocument/2006/relationships/image" Target="../media/image91.png"/><Relationship Id="rId58" Type="http://schemas.openxmlformats.org/officeDocument/2006/relationships/customXml" Target="../ink/ink94.xml"/><Relationship Id="rId66" Type="http://schemas.openxmlformats.org/officeDocument/2006/relationships/customXml" Target="../ink/ink98.xml"/><Relationship Id="rId74" Type="http://schemas.openxmlformats.org/officeDocument/2006/relationships/customXml" Target="../ink/ink102.xml"/><Relationship Id="rId79" Type="http://schemas.openxmlformats.org/officeDocument/2006/relationships/image" Target="../media/image104.png"/><Relationship Id="rId5" Type="http://schemas.openxmlformats.org/officeDocument/2006/relationships/image" Target="../media/image67.png"/><Relationship Id="rId61" Type="http://schemas.openxmlformats.org/officeDocument/2006/relationships/image" Target="../media/image95.png"/><Relationship Id="rId19" Type="http://schemas.openxmlformats.org/officeDocument/2006/relationships/image" Target="../media/image74.png"/><Relationship Id="rId14" Type="http://schemas.openxmlformats.org/officeDocument/2006/relationships/customXml" Target="../ink/ink72.xml"/><Relationship Id="rId22" Type="http://schemas.openxmlformats.org/officeDocument/2006/relationships/customXml" Target="../ink/ink76.xml"/><Relationship Id="rId27" Type="http://schemas.openxmlformats.org/officeDocument/2006/relationships/image" Target="../media/image78.png"/><Relationship Id="rId30" Type="http://schemas.openxmlformats.org/officeDocument/2006/relationships/customXml" Target="../ink/ink80.xml"/><Relationship Id="rId35" Type="http://schemas.openxmlformats.org/officeDocument/2006/relationships/image" Target="../media/image82.png"/><Relationship Id="rId43" Type="http://schemas.openxmlformats.org/officeDocument/2006/relationships/image" Target="../media/image86.png"/><Relationship Id="rId48" Type="http://schemas.openxmlformats.org/officeDocument/2006/relationships/customXml" Target="../ink/ink89.xml"/><Relationship Id="rId56" Type="http://schemas.openxmlformats.org/officeDocument/2006/relationships/customXml" Target="../ink/ink93.xml"/><Relationship Id="rId64" Type="http://schemas.openxmlformats.org/officeDocument/2006/relationships/customXml" Target="../ink/ink97.xml"/><Relationship Id="rId69" Type="http://schemas.openxmlformats.org/officeDocument/2006/relationships/image" Target="../media/image99.png"/><Relationship Id="rId77" Type="http://schemas.openxmlformats.org/officeDocument/2006/relationships/image" Target="../media/image103.png"/><Relationship Id="rId8" Type="http://schemas.openxmlformats.org/officeDocument/2006/relationships/customXml" Target="../ink/ink69.xml"/><Relationship Id="rId51" Type="http://schemas.openxmlformats.org/officeDocument/2006/relationships/image" Target="../media/image90.png"/><Relationship Id="rId72" Type="http://schemas.openxmlformats.org/officeDocument/2006/relationships/customXml" Target="../ink/ink101.xml"/><Relationship Id="rId3" Type="http://schemas.openxmlformats.org/officeDocument/2006/relationships/image" Target="../media/image66.png"/><Relationship Id="rId12" Type="http://schemas.openxmlformats.org/officeDocument/2006/relationships/customXml" Target="../ink/ink71.xml"/><Relationship Id="rId17" Type="http://schemas.openxmlformats.org/officeDocument/2006/relationships/image" Target="../media/image73.png"/><Relationship Id="rId25" Type="http://schemas.openxmlformats.org/officeDocument/2006/relationships/image" Target="../media/image77.png"/><Relationship Id="rId33" Type="http://schemas.openxmlformats.org/officeDocument/2006/relationships/image" Target="../media/image81.png"/><Relationship Id="rId38" Type="http://schemas.openxmlformats.org/officeDocument/2006/relationships/customXml" Target="../ink/ink84.xml"/><Relationship Id="rId46" Type="http://schemas.openxmlformats.org/officeDocument/2006/relationships/customXml" Target="../ink/ink88.xml"/><Relationship Id="rId59" Type="http://schemas.openxmlformats.org/officeDocument/2006/relationships/image" Target="../media/image94.png"/><Relationship Id="rId67" Type="http://schemas.openxmlformats.org/officeDocument/2006/relationships/image" Target="../media/image98.png"/><Relationship Id="rId20" Type="http://schemas.openxmlformats.org/officeDocument/2006/relationships/customXml" Target="../ink/ink75.xml"/><Relationship Id="rId41" Type="http://schemas.openxmlformats.org/officeDocument/2006/relationships/image" Target="../media/image85.png"/><Relationship Id="rId54" Type="http://schemas.openxmlformats.org/officeDocument/2006/relationships/customXml" Target="../ink/ink92.xml"/><Relationship Id="rId62" Type="http://schemas.openxmlformats.org/officeDocument/2006/relationships/customXml" Target="../ink/ink96.xml"/><Relationship Id="rId70" Type="http://schemas.openxmlformats.org/officeDocument/2006/relationships/customXml" Target="../ink/ink100.xml"/><Relationship Id="rId75" Type="http://schemas.openxmlformats.org/officeDocument/2006/relationships/image" Target="../media/image102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68.xml"/><Relationship Id="rId15" Type="http://schemas.openxmlformats.org/officeDocument/2006/relationships/image" Target="../media/image72.png"/><Relationship Id="rId23" Type="http://schemas.openxmlformats.org/officeDocument/2006/relationships/image" Target="../media/image76.png"/><Relationship Id="rId28" Type="http://schemas.openxmlformats.org/officeDocument/2006/relationships/customXml" Target="../ink/ink79.xml"/><Relationship Id="rId36" Type="http://schemas.openxmlformats.org/officeDocument/2006/relationships/customXml" Target="../ink/ink83.xml"/><Relationship Id="rId49" Type="http://schemas.openxmlformats.org/officeDocument/2006/relationships/image" Target="../media/image89.png"/><Relationship Id="rId57" Type="http://schemas.openxmlformats.org/officeDocument/2006/relationships/image" Target="../media/image93.png"/><Relationship Id="rId10" Type="http://schemas.openxmlformats.org/officeDocument/2006/relationships/customXml" Target="../ink/ink70.xml"/><Relationship Id="rId31" Type="http://schemas.openxmlformats.org/officeDocument/2006/relationships/image" Target="../media/image80.png"/><Relationship Id="rId44" Type="http://schemas.openxmlformats.org/officeDocument/2006/relationships/customXml" Target="../ink/ink87.xml"/><Relationship Id="rId52" Type="http://schemas.openxmlformats.org/officeDocument/2006/relationships/customXml" Target="../ink/ink91.xml"/><Relationship Id="rId60" Type="http://schemas.openxmlformats.org/officeDocument/2006/relationships/customXml" Target="../ink/ink95.xml"/><Relationship Id="rId65" Type="http://schemas.openxmlformats.org/officeDocument/2006/relationships/image" Target="../media/image97.png"/><Relationship Id="rId73" Type="http://schemas.openxmlformats.org/officeDocument/2006/relationships/image" Target="../media/image101.png"/><Relationship Id="rId78" Type="http://schemas.openxmlformats.org/officeDocument/2006/relationships/customXml" Target="../ink/ink104.xml"/><Relationship Id="rId4" Type="http://schemas.openxmlformats.org/officeDocument/2006/relationships/customXml" Target="../ink/ink67.xml"/><Relationship Id="rId9" Type="http://schemas.openxmlformats.org/officeDocument/2006/relationships/image" Target="../media/image69.png"/><Relationship Id="rId13" Type="http://schemas.openxmlformats.org/officeDocument/2006/relationships/image" Target="../media/image71.png"/><Relationship Id="rId18" Type="http://schemas.openxmlformats.org/officeDocument/2006/relationships/customXml" Target="../ink/ink74.xml"/><Relationship Id="rId39" Type="http://schemas.openxmlformats.org/officeDocument/2006/relationships/image" Target="../media/image84.png"/><Relationship Id="rId34" Type="http://schemas.openxmlformats.org/officeDocument/2006/relationships/customXml" Target="../ink/ink82.xml"/><Relationship Id="rId50" Type="http://schemas.openxmlformats.org/officeDocument/2006/relationships/customXml" Target="../ink/ink90.xml"/><Relationship Id="rId55" Type="http://schemas.openxmlformats.org/officeDocument/2006/relationships/image" Target="../media/image92.png"/><Relationship Id="rId76" Type="http://schemas.openxmlformats.org/officeDocument/2006/relationships/customXml" Target="../ink/ink103.xml"/><Relationship Id="rId7" Type="http://schemas.openxmlformats.org/officeDocument/2006/relationships/image" Target="../media/image68.png"/><Relationship Id="rId71" Type="http://schemas.openxmlformats.org/officeDocument/2006/relationships/image" Target="../media/image100.png"/><Relationship Id="rId2" Type="http://schemas.openxmlformats.org/officeDocument/2006/relationships/customXml" Target="../ink/ink66.xml"/><Relationship Id="rId29" Type="http://schemas.openxmlformats.org/officeDocument/2006/relationships/image" Target="../media/image79.png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17.xml"/><Relationship Id="rId21" Type="http://schemas.openxmlformats.org/officeDocument/2006/relationships/image" Target="../media/image114.png"/><Relationship Id="rId42" Type="http://schemas.openxmlformats.org/officeDocument/2006/relationships/customXml" Target="../ink/ink125.xml"/><Relationship Id="rId47" Type="http://schemas.openxmlformats.org/officeDocument/2006/relationships/image" Target="../media/image127.png"/><Relationship Id="rId63" Type="http://schemas.openxmlformats.org/officeDocument/2006/relationships/image" Target="../media/image135.png"/><Relationship Id="rId68" Type="http://schemas.openxmlformats.org/officeDocument/2006/relationships/customXml" Target="../ink/ink138.xml"/><Relationship Id="rId84" Type="http://schemas.openxmlformats.org/officeDocument/2006/relationships/customXml" Target="../ink/ink146.xml"/><Relationship Id="rId89" Type="http://schemas.openxmlformats.org/officeDocument/2006/relationships/image" Target="../media/image148.png"/><Relationship Id="rId16" Type="http://schemas.openxmlformats.org/officeDocument/2006/relationships/customXml" Target="../ink/ink112.xml"/><Relationship Id="rId11" Type="http://schemas.openxmlformats.org/officeDocument/2006/relationships/image" Target="../media/image109.png"/><Relationship Id="rId32" Type="http://schemas.openxmlformats.org/officeDocument/2006/relationships/customXml" Target="../ink/ink120.xml"/><Relationship Id="rId37" Type="http://schemas.openxmlformats.org/officeDocument/2006/relationships/image" Target="../media/image122.png"/><Relationship Id="rId53" Type="http://schemas.openxmlformats.org/officeDocument/2006/relationships/image" Target="../media/image130.png"/><Relationship Id="rId58" Type="http://schemas.openxmlformats.org/officeDocument/2006/relationships/customXml" Target="../ink/ink133.xml"/><Relationship Id="rId74" Type="http://schemas.openxmlformats.org/officeDocument/2006/relationships/customXml" Target="../ink/ink141.xml"/><Relationship Id="rId79" Type="http://schemas.openxmlformats.org/officeDocument/2006/relationships/image" Target="../media/image143.png"/><Relationship Id="rId5" Type="http://schemas.openxmlformats.org/officeDocument/2006/relationships/image" Target="../media/image106.png"/><Relationship Id="rId90" Type="http://schemas.openxmlformats.org/officeDocument/2006/relationships/customXml" Target="../ink/ink149.xml"/><Relationship Id="rId95" Type="http://schemas.openxmlformats.org/officeDocument/2006/relationships/image" Target="../media/image151.png"/><Relationship Id="rId22" Type="http://schemas.openxmlformats.org/officeDocument/2006/relationships/customXml" Target="../ink/ink115.xml"/><Relationship Id="rId27" Type="http://schemas.openxmlformats.org/officeDocument/2006/relationships/image" Target="../media/image117.png"/><Relationship Id="rId43" Type="http://schemas.openxmlformats.org/officeDocument/2006/relationships/image" Target="../media/image125.png"/><Relationship Id="rId48" Type="http://schemas.openxmlformats.org/officeDocument/2006/relationships/customXml" Target="../ink/ink128.xml"/><Relationship Id="rId64" Type="http://schemas.openxmlformats.org/officeDocument/2006/relationships/customXml" Target="../ink/ink136.xml"/><Relationship Id="rId69" Type="http://schemas.openxmlformats.org/officeDocument/2006/relationships/image" Target="../media/image138.png"/><Relationship Id="rId80" Type="http://schemas.openxmlformats.org/officeDocument/2006/relationships/customXml" Target="../ink/ink144.xml"/><Relationship Id="rId85" Type="http://schemas.openxmlformats.org/officeDocument/2006/relationships/image" Target="../media/image146.png"/><Relationship Id="rId12" Type="http://schemas.openxmlformats.org/officeDocument/2006/relationships/customXml" Target="../ink/ink110.xml"/><Relationship Id="rId17" Type="http://schemas.openxmlformats.org/officeDocument/2006/relationships/image" Target="../media/image112.png"/><Relationship Id="rId25" Type="http://schemas.openxmlformats.org/officeDocument/2006/relationships/image" Target="../media/image116.png"/><Relationship Id="rId33" Type="http://schemas.openxmlformats.org/officeDocument/2006/relationships/image" Target="../media/image120.png"/><Relationship Id="rId38" Type="http://schemas.openxmlformats.org/officeDocument/2006/relationships/customXml" Target="../ink/ink123.xml"/><Relationship Id="rId46" Type="http://schemas.openxmlformats.org/officeDocument/2006/relationships/customXml" Target="../ink/ink127.xml"/><Relationship Id="rId59" Type="http://schemas.openxmlformats.org/officeDocument/2006/relationships/image" Target="../media/image133.png"/><Relationship Id="rId67" Type="http://schemas.openxmlformats.org/officeDocument/2006/relationships/image" Target="../media/image137.png"/><Relationship Id="rId20" Type="http://schemas.openxmlformats.org/officeDocument/2006/relationships/customXml" Target="../ink/ink114.xml"/><Relationship Id="rId41" Type="http://schemas.openxmlformats.org/officeDocument/2006/relationships/image" Target="../media/image124.png"/><Relationship Id="rId54" Type="http://schemas.openxmlformats.org/officeDocument/2006/relationships/customXml" Target="../ink/ink131.xml"/><Relationship Id="rId62" Type="http://schemas.openxmlformats.org/officeDocument/2006/relationships/customXml" Target="../ink/ink135.xml"/><Relationship Id="rId70" Type="http://schemas.openxmlformats.org/officeDocument/2006/relationships/customXml" Target="../ink/ink139.xml"/><Relationship Id="rId75" Type="http://schemas.openxmlformats.org/officeDocument/2006/relationships/image" Target="../media/image141.png"/><Relationship Id="rId83" Type="http://schemas.openxmlformats.org/officeDocument/2006/relationships/image" Target="../media/image145.png"/><Relationship Id="rId88" Type="http://schemas.openxmlformats.org/officeDocument/2006/relationships/customXml" Target="../ink/ink148.xml"/><Relationship Id="rId91" Type="http://schemas.openxmlformats.org/officeDocument/2006/relationships/image" Target="../media/image149.png"/><Relationship Id="rId96" Type="http://schemas.openxmlformats.org/officeDocument/2006/relationships/customXml" Target="../ink/ink152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07.xml"/><Relationship Id="rId15" Type="http://schemas.openxmlformats.org/officeDocument/2006/relationships/image" Target="../media/image111.png"/><Relationship Id="rId23" Type="http://schemas.openxmlformats.org/officeDocument/2006/relationships/image" Target="../media/image115.png"/><Relationship Id="rId28" Type="http://schemas.openxmlformats.org/officeDocument/2006/relationships/customXml" Target="../ink/ink118.xml"/><Relationship Id="rId36" Type="http://schemas.openxmlformats.org/officeDocument/2006/relationships/customXml" Target="../ink/ink122.xml"/><Relationship Id="rId49" Type="http://schemas.openxmlformats.org/officeDocument/2006/relationships/image" Target="../media/image128.png"/><Relationship Id="rId57" Type="http://schemas.openxmlformats.org/officeDocument/2006/relationships/image" Target="../media/image132.png"/><Relationship Id="rId10" Type="http://schemas.openxmlformats.org/officeDocument/2006/relationships/customXml" Target="../ink/ink109.xml"/><Relationship Id="rId31" Type="http://schemas.openxmlformats.org/officeDocument/2006/relationships/image" Target="../media/image119.png"/><Relationship Id="rId44" Type="http://schemas.openxmlformats.org/officeDocument/2006/relationships/customXml" Target="../ink/ink126.xml"/><Relationship Id="rId52" Type="http://schemas.openxmlformats.org/officeDocument/2006/relationships/customXml" Target="../ink/ink130.xml"/><Relationship Id="rId60" Type="http://schemas.openxmlformats.org/officeDocument/2006/relationships/customXml" Target="../ink/ink134.xml"/><Relationship Id="rId65" Type="http://schemas.openxmlformats.org/officeDocument/2006/relationships/image" Target="../media/image136.png"/><Relationship Id="rId73" Type="http://schemas.openxmlformats.org/officeDocument/2006/relationships/image" Target="../media/image140.png"/><Relationship Id="rId78" Type="http://schemas.openxmlformats.org/officeDocument/2006/relationships/customXml" Target="../ink/ink143.xml"/><Relationship Id="rId81" Type="http://schemas.openxmlformats.org/officeDocument/2006/relationships/image" Target="../media/image144.png"/><Relationship Id="rId86" Type="http://schemas.openxmlformats.org/officeDocument/2006/relationships/customXml" Target="../ink/ink147.xml"/><Relationship Id="rId94" Type="http://schemas.openxmlformats.org/officeDocument/2006/relationships/customXml" Target="../ink/ink151.xml"/><Relationship Id="rId99" Type="http://schemas.openxmlformats.org/officeDocument/2006/relationships/image" Target="../media/image153.png"/><Relationship Id="rId101" Type="http://schemas.openxmlformats.org/officeDocument/2006/relationships/image" Target="../media/image154.png"/><Relationship Id="rId4" Type="http://schemas.openxmlformats.org/officeDocument/2006/relationships/customXml" Target="../ink/ink106.xml"/><Relationship Id="rId9" Type="http://schemas.openxmlformats.org/officeDocument/2006/relationships/image" Target="../media/image108.png"/><Relationship Id="rId13" Type="http://schemas.openxmlformats.org/officeDocument/2006/relationships/image" Target="../media/image110.png"/><Relationship Id="rId18" Type="http://schemas.openxmlformats.org/officeDocument/2006/relationships/customXml" Target="../ink/ink113.xml"/><Relationship Id="rId39" Type="http://schemas.openxmlformats.org/officeDocument/2006/relationships/image" Target="../media/image123.png"/><Relationship Id="rId34" Type="http://schemas.openxmlformats.org/officeDocument/2006/relationships/customXml" Target="../ink/ink121.xml"/><Relationship Id="rId50" Type="http://schemas.openxmlformats.org/officeDocument/2006/relationships/customXml" Target="../ink/ink129.xml"/><Relationship Id="rId55" Type="http://schemas.openxmlformats.org/officeDocument/2006/relationships/image" Target="../media/image131.png"/><Relationship Id="rId76" Type="http://schemas.openxmlformats.org/officeDocument/2006/relationships/customXml" Target="../ink/ink142.xml"/><Relationship Id="rId97" Type="http://schemas.openxmlformats.org/officeDocument/2006/relationships/image" Target="../media/image152.png"/><Relationship Id="rId7" Type="http://schemas.openxmlformats.org/officeDocument/2006/relationships/image" Target="../media/image107.png"/><Relationship Id="rId71" Type="http://schemas.openxmlformats.org/officeDocument/2006/relationships/image" Target="../media/image139.png"/><Relationship Id="rId92" Type="http://schemas.openxmlformats.org/officeDocument/2006/relationships/customXml" Target="../ink/ink150.xml"/><Relationship Id="rId2" Type="http://schemas.openxmlformats.org/officeDocument/2006/relationships/customXml" Target="../ink/ink105.xml"/><Relationship Id="rId29" Type="http://schemas.openxmlformats.org/officeDocument/2006/relationships/image" Target="../media/image118.png"/><Relationship Id="rId24" Type="http://schemas.openxmlformats.org/officeDocument/2006/relationships/customXml" Target="../ink/ink116.xml"/><Relationship Id="rId40" Type="http://schemas.openxmlformats.org/officeDocument/2006/relationships/customXml" Target="../ink/ink124.xml"/><Relationship Id="rId45" Type="http://schemas.openxmlformats.org/officeDocument/2006/relationships/image" Target="../media/image126.png"/><Relationship Id="rId66" Type="http://schemas.openxmlformats.org/officeDocument/2006/relationships/customXml" Target="../ink/ink137.xml"/><Relationship Id="rId87" Type="http://schemas.openxmlformats.org/officeDocument/2006/relationships/image" Target="../media/image147.png"/><Relationship Id="rId61" Type="http://schemas.openxmlformats.org/officeDocument/2006/relationships/image" Target="../media/image134.png"/><Relationship Id="rId82" Type="http://schemas.openxmlformats.org/officeDocument/2006/relationships/customXml" Target="../ink/ink145.xml"/><Relationship Id="rId19" Type="http://schemas.openxmlformats.org/officeDocument/2006/relationships/image" Target="../media/image113.png"/><Relationship Id="rId14" Type="http://schemas.openxmlformats.org/officeDocument/2006/relationships/customXml" Target="../ink/ink111.xml"/><Relationship Id="rId30" Type="http://schemas.openxmlformats.org/officeDocument/2006/relationships/customXml" Target="../ink/ink119.xml"/><Relationship Id="rId35" Type="http://schemas.openxmlformats.org/officeDocument/2006/relationships/image" Target="../media/image121.png"/><Relationship Id="rId56" Type="http://schemas.openxmlformats.org/officeDocument/2006/relationships/customXml" Target="../ink/ink132.xml"/><Relationship Id="rId77" Type="http://schemas.openxmlformats.org/officeDocument/2006/relationships/image" Target="../media/image142.png"/><Relationship Id="rId100" Type="http://schemas.openxmlformats.org/officeDocument/2006/relationships/customXml" Target="../ink/ink154.xml"/><Relationship Id="rId8" Type="http://schemas.openxmlformats.org/officeDocument/2006/relationships/customXml" Target="../ink/ink108.xml"/><Relationship Id="rId51" Type="http://schemas.openxmlformats.org/officeDocument/2006/relationships/image" Target="../media/image129.png"/><Relationship Id="rId72" Type="http://schemas.openxmlformats.org/officeDocument/2006/relationships/customXml" Target="../ink/ink140.xml"/><Relationship Id="rId93" Type="http://schemas.openxmlformats.org/officeDocument/2006/relationships/image" Target="../media/image150.png"/><Relationship Id="rId98" Type="http://schemas.openxmlformats.org/officeDocument/2006/relationships/customXml" Target="../ink/ink153.xml"/><Relationship Id="rId3" Type="http://schemas.openxmlformats.org/officeDocument/2006/relationships/image" Target="../media/image105.png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67.xml"/><Relationship Id="rId21" Type="http://schemas.openxmlformats.org/officeDocument/2006/relationships/image" Target="../media/image164.png"/><Relationship Id="rId42" Type="http://schemas.openxmlformats.org/officeDocument/2006/relationships/customXml" Target="../ink/ink175.xml"/><Relationship Id="rId47" Type="http://schemas.openxmlformats.org/officeDocument/2006/relationships/image" Target="../media/image177.png"/><Relationship Id="rId63" Type="http://schemas.openxmlformats.org/officeDocument/2006/relationships/image" Target="../media/image185.png"/><Relationship Id="rId68" Type="http://schemas.openxmlformats.org/officeDocument/2006/relationships/customXml" Target="../ink/ink188.xml"/><Relationship Id="rId84" Type="http://schemas.openxmlformats.org/officeDocument/2006/relationships/customXml" Target="../ink/ink196.xml"/><Relationship Id="rId16" Type="http://schemas.openxmlformats.org/officeDocument/2006/relationships/customXml" Target="../ink/ink162.xml"/><Relationship Id="rId11" Type="http://schemas.openxmlformats.org/officeDocument/2006/relationships/image" Target="../media/image159.png"/><Relationship Id="rId32" Type="http://schemas.openxmlformats.org/officeDocument/2006/relationships/customXml" Target="../ink/ink170.xml"/><Relationship Id="rId37" Type="http://schemas.openxmlformats.org/officeDocument/2006/relationships/image" Target="../media/image172.png"/><Relationship Id="rId53" Type="http://schemas.openxmlformats.org/officeDocument/2006/relationships/image" Target="../media/image180.png"/><Relationship Id="rId58" Type="http://schemas.openxmlformats.org/officeDocument/2006/relationships/customXml" Target="../ink/ink183.xml"/><Relationship Id="rId74" Type="http://schemas.openxmlformats.org/officeDocument/2006/relationships/customXml" Target="../ink/ink191.xml"/><Relationship Id="rId79" Type="http://schemas.openxmlformats.org/officeDocument/2006/relationships/image" Target="../media/image193.png"/><Relationship Id="rId5" Type="http://schemas.openxmlformats.org/officeDocument/2006/relationships/image" Target="../media/image156.png"/><Relationship Id="rId19" Type="http://schemas.openxmlformats.org/officeDocument/2006/relationships/image" Target="../media/image163.png"/><Relationship Id="rId14" Type="http://schemas.openxmlformats.org/officeDocument/2006/relationships/customXml" Target="../ink/ink161.xml"/><Relationship Id="rId22" Type="http://schemas.openxmlformats.org/officeDocument/2006/relationships/customXml" Target="../ink/ink165.xml"/><Relationship Id="rId27" Type="http://schemas.openxmlformats.org/officeDocument/2006/relationships/image" Target="../media/image167.png"/><Relationship Id="rId30" Type="http://schemas.openxmlformats.org/officeDocument/2006/relationships/customXml" Target="../ink/ink169.xml"/><Relationship Id="rId35" Type="http://schemas.openxmlformats.org/officeDocument/2006/relationships/image" Target="../media/image171.png"/><Relationship Id="rId43" Type="http://schemas.openxmlformats.org/officeDocument/2006/relationships/image" Target="../media/image175.png"/><Relationship Id="rId48" Type="http://schemas.openxmlformats.org/officeDocument/2006/relationships/customXml" Target="../ink/ink178.xml"/><Relationship Id="rId56" Type="http://schemas.openxmlformats.org/officeDocument/2006/relationships/customXml" Target="../ink/ink182.xml"/><Relationship Id="rId64" Type="http://schemas.openxmlformats.org/officeDocument/2006/relationships/customXml" Target="../ink/ink186.xml"/><Relationship Id="rId69" Type="http://schemas.openxmlformats.org/officeDocument/2006/relationships/image" Target="../media/image188.png"/><Relationship Id="rId77" Type="http://schemas.openxmlformats.org/officeDocument/2006/relationships/image" Target="../media/image192.png"/><Relationship Id="rId8" Type="http://schemas.openxmlformats.org/officeDocument/2006/relationships/customXml" Target="../ink/ink158.xml"/><Relationship Id="rId51" Type="http://schemas.openxmlformats.org/officeDocument/2006/relationships/image" Target="../media/image179.png"/><Relationship Id="rId72" Type="http://schemas.openxmlformats.org/officeDocument/2006/relationships/customXml" Target="../ink/ink190.xml"/><Relationship Id="rId80" Type="http://schemas.openxmlformats.org/officeDocument/2006/relationships/customXml" Target="../ink/ink194.xml"/><Relationship Id="rId85" Type="http://schemas.openxmlformats.org/officeDocument/2006/relationships/image" Target="../media/image196.png"/><Relationship Id="rId3" Type="http://schemas.openxmlformats.org/officeDocument/2006/relationships/image" Target="../media/image155.png"/><Relationship Id="rId12" Type="http://schemas.openxmlformats.org/officeDocument/2006/relationships/customXml" Target="../ink/ink160.xml"/><Relationship Id="rId17" Type="http://schemas.openxmlformats.org/officeDocument/2006/relationships/image" Target="../media/image162.png"/><Relationship Id="rId25" Type="http://schemas.openxmlformats.org/officeDocument/2006/relationships/image" Target="../media/image166.png"/><Relationship Id="rId33" Type="http://schemas.openxmlformats.org/officeDocument/2006/relationships/image" Target="../media/image170.png"/><Relationship Id="rId38" Type="http://schemas.openxmlformats.org/officeDocument/2006/relationships/customXml" Target="../ink/ink173.xml"/><Relationship Id="rId46" Type="http://schemas.openxmlformats.org/officeDocument/2006/relationships/customXml" Target="../ink/ink177.xml"/><Relationship Id="rId59" Type="http://schemas.openxmlformats.org/officeDocument/2006/relationships/image" Target="../media/image183.png"/><Relationship Id="rId67" Type="http://schemas.openxmlformats.org/officeDocument/2006/relationships/image" Target="../media/image187.png"/><Relationship Id="rId20" Type="http://schemas.openxmlformats.org/officeDocument/2006/relationships/customXml" Target="../ink/ink164.xml"/><Relationship Id="rId41" Type="http://schemas.openxmlformats.org/officeDocument/2006/relationships/image" Target="../media/image174.png"/><Relationship Id="rId54" Type="http://schemas.openxmlformats.org/officeDocument/2006/relationships/customXml" Target="../ink/ink181.xml"/><Relationship Id="rId62" Type="http://schemas.openxmlformats.org/officeDocument/2006/relationships/customXml" Target="../ink/ink185.xml"/><Relationship Id="rId70" Type="http://schemas.openxmlformats.org/officeDocument/2006/relationships/customXml" Target="../ink/ink189.xml"/><Relationship Id="rId75" Type="http://schemas.openxmlformats.org/officeDocument/2006/relationships/image" Target="../media/image191.png"/><Relationship Id="rId83" Type="http://schemas.openxmlformats.org/officeDocument/2006/relationships/image" Target="../media/image195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57.xml"/><Relationship Id="rId15" Type="http://schemas.openxmlformats.org/officeDocument/2006/relationships/image" Target="../media/image161.png"/><Relationship Id="rId23" Type="http://schemas.openxmlformats.org/officeDocument/2006/relationships/image" Target="../media/image165.png"/><Relationship Id="rId28" Type="http://schemas.openxmlformats.org/officeDocument/2006/relationships/customXml" Target="../ink/ink168.xml"/><Relationship Id="rId36" Type="http://schemas.openxmlformats.org/officeDocument/2006/relationships/customXml" Target="../ink/ink172.xml"/><Relationship Id="rId49" Type="http://schemas.openxmlformats.org/officeDocument/2006/relationships/image" Target="../media/image178.png"/><Relationship Id="rId57" Type="http://schemas.openxmlformats.org/officeDocument/2006/relationships/image" Target="../media/image182.png"/><Relationship Id="rId10" Type="http://schemas.openxmlformats.org/officeDocument/2006/relationships/customXml" Target="../ink/ink159.xml"/><Relationship Id="rId31" Type="http://schemas.openxmlformats.org/officeDocument/2006/relationships/image" Target="../media/image169.png"/><Relationship Id="rId44" Type="http://schemas.openxmlformats.org/officeDocument/2006/relationships/customXml" Target="../ink/ink176.xml"/><Relationship Id="rId52" Type="http://schemas.openxmlformats.org/officeDocument/2006/relationships/customXml" Target="../ink/ink180.xml"/><Relationship Id="rId60" Type="http://schemas.openxmlformats.org/officeDocument/2006/relationships/customXml" Target="../ink/ink184.xml"/><Relationship Id="rId65" Type="http://schemas.openxmlformats.org/officeDocument/2006/relationships/image" Target="../media/image186.png"/><Relationship Id="rId73" Type="http://schemas.openxmlformats.org/officeDocument/2006/relationships/image" Target="../media/image190.png"/><Relationship Id="rId78" Type="http://schemas.openxmlformats.org/officeDocument/2006/relationships/customXml" Target="../ink/ink193.xml"/><Relationship Id="rId81" Type="http://schemas.openxmlformats.org/officeDocument/2006/relationships/image" Target="../media/image194.png"/><Relationship Id="rId86" Type="http://schemas.openxmlformats.org/officeDocument/2006/relationships/customXml" Target="../ink/ink197.xml"/><Relationship Id="rId4" Type="http://schemas.openxmlformats.org/officeDocument/2006/relationships/customXml" Target="../ink/ink156.xml"/><Relationship Id="rId9" Type="http://schemas.openxmlformats.org/officeDocument/2006/relationships/image" Target="../media/image158.png"/><Relationship Id="rId13" Type="http://schemas.openxmlformats.org/officeDocument/2006/relationships/image" Target="../media/image160.png"/><Relationship Id="rId18" Type="http://schemas.openxmlformats.org/officeDocument/2006/relationships/customXml" Target="../ink/ink163.xml"/><Relationship Id="rId39" Type="http://schemas.openxmlformats.org/officeDocument/2006/relationships/image" Target="../media/image173.png"/><Relationship Id="rId34" Type="http://schemas.openxmlformats.org/officeDocument/2006/relationships/customXml" Target="../ink/ink171.xml"/><Relationship Id="rId50" Type="http://schemas.openxmlformats.org/officeDocument/2006/relationships/customXml" Target="../ink/ink179.xml"/><Relationship Id="rId55" Type="http://schemas.openxmlformats.org/officeDocument/2006/relationships/image" Target="../media/image181.png"/><Relationship Id="rId76" Type="http://schemas.openxmlformats.org/officeDocument/2006/relationships/customXml" Target="../ink/ink192.xml"/><Relationship Id="rId7" Type="http://schemas.openxmlformats.org/officeDocument/2006/relationships/image" Target="../media/image157.png"/><Relationship Id="rId71" Type="http://schemas.openxmlformats.org/officeDocument/2006/relationships/image" Target="../media/image189.png"/><Relationship Id="rId2" Type="http://schemas.openxmlformats.org/officeDocument/2006/relationships/customXml" Target="../ink/ink155.xml"/><Relationship Id="rId29" Type="http://schemas.openxmlformats.org/officeDocument/2006/relationships/image" Target="../media/image168.png"/><Relationship Id="rId24" Type="http://schemas.openxmlformats.org/officeDocument/2006/relationships/customXml" Target="../ink/ink166.xml"/><Relationship Id="rId40" Type="http://schemas.openxmlformats.org/officeDocument/2006/relationships/customXml" Target="../ink/ink174.xml"/><Relationship Id="rId45" Type="http://schemas.openxmlformats.org/officeDocument/2006/relationships/image" Target="../media/image176.png"/><Relationship Id="rId66" Type="http://schemas.openxmlformats.org/officeDocument/2006/relationships/customXml" Target="../ink/ink187.xml"/><Relationship Id="rId87" Type="http://schemas.openxmlformats.org/officeDocument/2006/relationships/image" Target="../media/image197.png"/><Relationship Id="rId61" Type="http://schemas.openxmlformats.org/officeDocument/2006/relationships/image" Target="../media/image184.png"/><Relationship Id="rId82" Type="http://schemas.openxmlformats.org/officeDocument/2006/relationships/customXml" Target="../ink/ink19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2BD2F05-D2A1-B91A-1E72-D12F018DB07E}"/>
                  </a:ext>
                </a:extLst>
              </p14:cNvPr>
              <p14:cNvContentPartPr/>
              <p14:nvPr/>
            </p14:nvContentPartPr>
            <p14:xfrm>
              <a:off x="1068955" y="345980"/>
              <a:ext cx="988200" cy="15955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2BD2F05-D2A1-B91A-1E72-D12F018DB07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64635" y="341660"/>
                <a:ext cx="996840" cy="1604160"/>
              </a:xfrm>
              <a:prstGeom prst="rect">
                <a:avLst/>
              </a:prstGeom>
            </p:spPr>
          </p:pic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C4883F50-AE9B-0D92-2DE1-420AAED3EED8}"/>
              </a:ext>
            </a:extLst>
          </p:cNvPr>
          <p:cNvGrpSpPr/>
          <p:nvPr/>
        </p:nvGrpSpPr>
        <p:grpSpPr>
          <a:xfrm>
            <a:off x="1218715" y="326180"/>
            <a:ext cx="1399320" cy="1498680"/>
            <a:chOff x="1218715" y="326180"/>
            <a:chExt cx="1399320" cy="1498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ADE8CD36-759B-C337-BCCD-183C2976319B}"/>
                    </a:ext>
                  </a:extLst>
                </p14:cNvPr>
                <p14:cNvContentPartPr/>
                <p14:nvPr/>
              </p14:nvContentPartPr>
              <p14:xfrm>
                <a:off x="1218715" y="362180"/>
                <a:ext cx="462960" cy="9075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ADE8CD36-759B-C337-BCCD-183C2976319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209715" y="353180"/>
                  <a:ext cx="480600" cy="9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20CBE3D-BA71-7D26-F439-8E491E3A6171}"/>
                    </a:ext>
                  </a:extLst>
                </p14:cNvPr>
                <p14:cNvContentPartPr/>
                <p14:nvPr/>
              </p14:nvContentPartPr>
              <p14:xfrm>
                <a:off x="1850155" y="326180"/>
                <a:ext cx="767880" cy="14986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20CBE3D-BA71-7D26-F439-8E491E3A617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841515" y="317540"/>
                  <a:ext cx="785520" cy="1516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C60B1EEA-2812-CB8B-8C39-2A148713F438}"/>
                  </a:ext>
                </a:extLst>
              </p14:cNvPr>
              <p14:cNvContentPartPr/>
              <p14:nvPr/>
            </p14:nvContentPartPr>
            <p14:xfrm>
              <a:off x="11688595" y="604100"/>
              <a:ext cx="11160" cy="1224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C60B1EEA-2812-CB8B-8C39-2A148713F43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679595" y="595100"/>
                <a:ext cx="28800" cy="29880"/>
              </a:xfrm>
              <a:prstGeom prst="rect">
                <a:avLst/>
              </a:prstGeom>
            </p:spPr>
          </p:pic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1D0BBC6E-990A-896E-3698-CFD3BFEFB255}"/>
              </a:ext>
            </a:extLst>
          </p:cNvPr>
          <p:cNvGrpSpPr/>
          <p:nvPr/>
        </p:nvGrpSpPr>
        <p:grpSpPr>
          <a:xfrm>
            <a:off x="2617675" y="2109620"/>
            <a:ext cx="7403760" cy="3053520"/>
            <a:chOff x="2617675" y="2109620"/>
            <a:chExt cx="7403760" cy="3053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14E6332-51BA-68EF-B2C1-9CA6ADAB85DB}"/>
                    </a:ext>
                  </a:extLst>
                </p14:cNvPr>
                <p14:cNvContentPartPr/>
                <p14:nvPr/>
              </p14:nvContentPartPr>
              <p14:xfrm>
                <a:off x="3323995" y="3012140"/>
                <a:ext cx="727560" cy="7495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14E6332-51BA-68EF-B2C1-9CA6ADAB85D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314995" y="3003140"/>
                  <a:ext cx="745200" cy="76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0CA7295-CA8B-F8D0-CE72-C96C4D88408C}"/>
                    </a:ext>
                  </a:extLst>
                </p14:cNvPr>
                <p14:cNvContentPartPr/>
                <p14:nvPr/>
              </p14:nvContentPartPr>
              <p14:xfrm>
                <a:off x="4105195" y="2782460"/>
                <a:ext cx="831240" cy="7578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0CA7295-CA8B-F8D0-CE72-C96C4D88408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096195" y="2773460"/>
                  <a:ext cx="848880" cy="77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2392FC2-0944-0712-12CE-D3548224ED3B}"/>
                    </a:ext>
                  </a:extLst>
                </p14:cNvPr>
                <p14:cNvContentPartPr/>
                <p14:nvPr/>
              </p14:nvContentPartPr>
              <p14:xfrm>
                <a:off x="4731595" y="3009620"/>
                <a:ext cx="672840" cy="2124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2392FC2-0944-0712-12CE-D3548224ED3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722595" y="3000620"/>
                  <a:ext cx="69048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A874EF0-32F7-9CEB-0AEC-3F396EA26EE4}"/>
                    </a:ext>
                  </a:extLst>
                </p14:cNvPr>
                <p14:cNvContentPartPr/>
                <p14:nvPr/>
              </p14:nvContentPartPr>
              <p14:xfrm>
                <a:off x="5576155" y="2990540"/>
                <a:ext cx="282600" cy="2152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A874EF0-32F7-9CEB-0AEC-3F396EA26EE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567515" y="2981540"/>
                  <a:ext cx="30024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9D3FCD0-0B96-B8FF-B1E1-C53F2852D719}"/>
                    </a:ext>
                  </a:extLst>
                </p14:cNvPr>
                <p14:cNvContentPartPr/>
                <p14:nvPr/>
              </p14:nvContentPartPr>
              <p14:xfrm>
                <a:off x="6115075" y="2722340"/>
                <a:ext cx="170280" cy="2030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9D3FCD0-0B96-B8FF-B1E1-C53F2852D71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106435" y="2713700"/>
                  <a:ext cx="18792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68808E8-8901-B804-DA92-70CC778DE8F5}"/>
                    </a:ext>
                  </a:extLst>
                </p14:cNvPr>
                <p14:cNvContentPartPr/>
                <p14:nvPr/>
              </p14:nvContentPartPr>
              <p14:xfrm>
                <a:off x="7406035" y="2426060"/>
                <a:ext cx="307080" cy="7221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68808E8-8901-B804-DA92-70CC778DE8F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397395" y="2417060"/>
                  <a:ext cx="324720" cy="73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8AD7D4C-E2FD-81C1-C65F-3CF0FF83D05F}"/>
                    </a:ext>
                  </a:extLst>
                </p14:cNvPr>
                <p14:cNvContentPartPr/>
                <p14:nvPr/>
              </p14:nvContentPartPr>
              <p14:xfrm>
                <a:off x="7602235" y="2109620"/>
                <a:ext cx="246240" cy="1681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8AD7D4C-E2FD-81C1-C65F-3CF0FF83D05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593235" y="2100980"/>
                  <a:ext cx="26388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8F1A763-0C18-DA64-9308-AB78C885764F}"/>
                    </a:ext>
                  </a:extLst>
                </p14:cNvPr>
                <p14:cNvContentPartPr/>
                <p14:nvPr/>
              </p14:nvContentPartPr>
              <p14:xfrm>
                <a:off x="7525915" y="2643140"/>
                <a:ext cx="184680" cy="219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8F1A763-0C18-DA64-9308-AB78C885764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517275" y="2634140"/>
                  <a:ext cx="20232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F5246B7-A2F5-F53D-EC6A-CDA81611C72A}"/>
                    </a:ext>
                  </a:extLst>
                </p14:cNvPr>
                <p14:cNvContentPartPr/>
                <p14:nvPr/>
              </p14:nvContentPartPr>
              <p14:xfrm>
                <a:off x="8244835" y="2529020"/>
                <a:ext cx="166680" cy="1404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F5246B7-A2F5-F53D-EC6A-CDA81611C72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235835" y="2520380"/>
                  <a:ext cx="18432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9029111-230B-97E6-34B2-1DAFEC19AD7A}"/>
                    </a:ext>
                  </a:extLst>
                </p14:cNvPr>
                <p14:cNvContentPartPr/>
                <p14:nvPr/>
              </p14:nvContentPartPr>
              <p14:xfrm>
                <a:off x="8145835" y="2476100"/>
                <a:ext cx="445320" cy="3574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9029111-230B-97E6-34B2-1DAFEC19AD7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136835" y="2467100"/>
                  <a:ext cx="462960" cy="37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83508E3-6928-C5E8-3CE8-04545685F618}"/>
                    </a:ext>
                  </a:extLst>
                </p14:cNvPr>
                <p14:cNvContentPartPr/>
                <p14:nvPr/>
              </p14:nvContentPartPr>
              <p14:xfrm>
                <a:off x="8958355" y="2241740"/>
                <a:ext cx="82080" cy="5983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83508E3-6928-C5E8-3CE8-04545685F61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949715" y="2232740"/>
                  <a:ext cx="99720" cy="61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5C0169F-BD56-F08F-C228-D4C9E79489BE}"/>
                    </a:ext>
                  </a:extLst>
                </p14:cNvPr>
                <p14:cNvContentPartPr/>
                <p14:nvPr/>
              </p14:nvContentPartPr>
              <p14:xfrm>
                <a:off x="8977795" y="2472860"/>
                <a:ext cx="273960" cy="1306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5C0169F-BD56-F08F-C228-D4C9E79489B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969155" y="2463860"/>
                  <a:ext cx="29160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091F410-0511-ECDE-7044-B35D8EB1576C}"/>
                    </a:ext>
                  </a:extLst>
                </p14:cNvPr>
                <p14:cNvContentPartPr/>
                <p14:nvPr/>
              </p14:nvContentPartPr>
              <p14:xfrm>
                <a:off x="9442195" y="2229500"/>
                <a:ext cx="237960" cy="1522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091F410-0511-ECDE-7044-B35D8EB1576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433195" y="2220860"/>
                  <a:ext cx="25560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7B23E7A-F780-56DE-FFE4-F2BC7A2C3CA6}"/>
                    </a:ext>
                  </a:extLst>
                </p14:cNvPr>
                <p14:cNvContentPartPr/>
                <p14:nvPr/>
              </p14:nvContentPartPr>
              <p14:xfrm>
                <a:off x="9706075" y="2234900"/>
                <a:ext cx="315360" cy="698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7B23E7A-F780-56DE-FFE4-F2BC7A2C3CA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697435" y="2226260"/>
                  <a:ext cx="33300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22637D3-A550-0418-5924-84166A407393}"/>
                    </a:ext>
                  </a:extLst>
                </p14:cNvPr>
                <p14:cNvContentPartPr/>
                <p14:nvPr/>
              </p14:nvContentPartPr>
              <p14:xfrm>
                <a:off x="3968755" y="3810620"/>
                <a:ext cx="5599080" cy="6771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22637D3-A550-0418-5924-84166A40739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959755" y="3801980"/>
                  <a:ext cx="5616720" cy="69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A2A19C2-FAEF-09EA-1792-F7358295BCD8}"/>
                    </a:ext>
                  </a:extLst>
                </p14:cNvPr>
                <p14:cNvContentPartPr/>
                <p14:nvPr/>
              </p14:nvContentPartPr>
              <p14:xfrm>
                <a:off x="4938235" y="3832580"/>
                <a:ext cx="2908800" cy="4788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A2A19C2-FAEF-09EA-1792-F7358295BCD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929595" y="3823580"/>
                  <a:ext cx="2926440" cy="49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8D288F3-6334-AE49-6282-B2BC25C9C689}"/>
                    </a:ext>
                  </a:extLst>
                </p14:cNvPr>
                <p14:cNvContentPartPr/>
                <p14:nvPr/>
              </p14:nvContentPartPr>
              <p14:xfrm>
                <a:off x="2617675" y="2253260"/>
                <a:ext cx="669240" cy="29098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8D288F3-6334-AE49-6282-B2BC25C9C68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608675" y="2244620"/>
                  <a:ext cx="686880" cy="29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0045918-61F7-7C87-4D51-42AA9916D669}"/>
                    </a:ext>
                  </a:extLst>
                </p14:cNvPr>
                <p14:cNvContentPartPr/>
                <p14:nvPr/>
              </p14:nvContentPartPr>
              <p14:xfrm>
                <a:off x="4415155" y="5006540"/>
                <a:ext cx="27000" cy="504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0045918-61F7-7C87-4D51-42AA9916D66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406155" y="4997900"/>
                  <a:ext cx="44640" cy="6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70654C9-5262-91D5-DC6A-CB728842C948}"/>
              </a:ext>
            </a:extLst>
          </p:cNvPr>
          <p:cNvGrpSpPr/>
          <p:nvPr/>
        </p:nvGrpSpPr>
        <p:grpSpPr>
          <a:xfrm>
            <a:off x="3943195" y="84260"/>
            <a:ext cx="6582960" cy="1773720"/>
            <a:chOff x="3943195" y="84260"/>
            <a:chExt cx="6582960" cy="1773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2EA87A3-AF8F-8051-54DD-80DA0EEA3951}"/>
                    </a:ext>
                  </a:extLst>
                </p14:cNvPr>
                <p14:cNvContentPartPr/>
                <p14:nvPr/>
              </p14:nvContentPartPr>
              <p14:xfrm>
                <a:off x="3943195" y="306740"/>
                <a:ext cx="421560" cy="15512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2EA87A3-AF8F-8051-54DD-80DA0EEA395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934195" y="297740"/>
                  <a:ext cx="439200" cy="156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D7CDED9-3E65-0A00-0D73-48F57B392F11}"/>
                    </a:ext>
                  </a:extLst>
                </p14:cNvPr>
                <p14:cNvContentPartPr/>
                <p14:nvPr/>
              </p14:nvContentPartPr>
              <p14:xfrm>
                <a:off x="4700995" y="1016300"/>
                <a:ext cx="110160" cy="1054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D7CDED9-3E65-0A00-0D73-48F57B392F1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691995" y="1007660"/>
                  <a:ext cx="12780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92CE1CF-B748-0670-4F51-DC9F780E2FE2}"/>
                    </a:ext>
                  </a:extLst>
                </p14:cNvPr>
                <p14:cNvContentPartPr/>
                <p14:nvPr/>
              </p14:nvContentPartPr>
              <p14:xfrm>
                <a:off x="4977115" y="857540"/>
                <a:ext cx="921600" cy="3009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92CE1CF-B748-0670-4F51-DC9F780E2FE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968115" y="848900"/>
                  <a:ext cx="93924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84AB9C3-E273-2F9B-E5C1-08CB3DC914BB}"/>
                    </a:ext>
                  </a:extLst>
                </p14:cNvPr>
                <p14:cNvContentPartPr/>
                <p14:nvPr/>
              </p14:nvContentPartPr>
              <p14:xfrm>
                <a:off x="6194275" y="829820"/>
                <a:ext cx="256680" cy="730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84AB9C3-E273-2F9B-E5C1-08CB3DC914B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185275" y="820820"/>
                  <a:ext cx="27432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BAFB11C-C6AB-394E-8D3D-79534167F915}"/>
                    </a:ext>
                  </a:extLst>
                </p14:cNvPr>
                <p14:cNvContentPartPr/>
                <p14:nvPr/>
              </p14:nvContentPartPr>
              <p14:xfrm>
                <a:off x="6796555" y="228620"/>
                <a:ext cx="334080" cy="12243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BAFB11C-C6AB-394E-8D3D-79534167F91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787915" y="219620"/>
                  <a:ext cx="351720" cy="12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97392F4-2649-A887-5A41-831522D776F6}"/>
                    </a:ext>
                  </a:extLst>
                </p14:cNvPr>
                <p14:cNvContentPartPr/>
                <p14:nvPr/>
              </p14:nvContentPartPr>
              <p14:xfrm>
                <a:off x="7666675" y="327260"/>
                <a:ext cx="167400" cy="9576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97392F4-2649-A887-5A41-831522D776F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657675" y="318260"/>
                  <a:ext cx="185040" cy="9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21C5BEF-4CA2-76F1-1D56-69C8343E9D38}"/>
                    </a:ext>
                  </a:extLst>
                </p14:cNvPr>
                <p14:cNvContentPartPr/>
                <p14:nvPr/>
              </p14:nvContentPartPr>
              <p14:xfrm>
                <a:off x="7951795" y="118820"/>
                <a:ext cx="145080" cy="5504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21C5BEF-4CA2-76F1-1D56-69C8343E9D3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942795" y="110180"/>
                  <a:ext cx="162720" cy="56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B2056A8-96DB-67D6-C7C0-FD74776DF5A5}"/>
                    </a:ext>
                  </a:extLst>
                </p14:cNvPr>
                <p14:cNvContentPartPr/>
                <p14:nvPr/>
              </p14:nvContentPartPr>
              <p14:xfrm>
                <a:off x="8101915" y="688700"/>
                <a:ext cx="223920" cy="1609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B2056A8-96DB-67D6-C7C0-FD74776DF5A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093275" y="679700"/>
                  <a:ext cx="24156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F3D338F-57A6-0530-9F3D-DB73FB3284E9}"/>
                    </a:ext>
                  </a:extLst>
                </p14:cNvPr>
                <p14:cNvContentPartPr/>
                <p14:nvPr/>
              </p14:nvContentPartPr>
              <p14:xfrm>
                <a:off x="8659555" y="508700"/>
                <a:ext cx="686520" cy="3290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F3D338F-57A6-0530-9F3D-DB73FB3284E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650555" y="500060"/>
                  <a:ext cx="70416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696711C-C2CC-E935-9490-1CF0B9753701}"/>
                    </a:ext>
                  </a:extLst>
                </p14:cNvPr>
                <p14:cNvContentPartPr/>
                <p14:nvPr/>
              </p14:nvContentPartPr>
              <p14:xfrm>
                <a:off x="9501235" y="349220"/>
                <a:ext cx="218520" cy="3070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696711C-C2CC-E935-9490-1CF0B975370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492235" y="340580"/>
                  <a:ext cx="23616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A1FA738-15AC-7069-6063-5CD137111508}"/>
                    </a:ext>
                  </a:extLst>
                </p14:cNvPr>
                <p14:cNvContentPartPr/>
                <p14:nvPr/>
              </p14:nvContentPartPr>
              <p14:xfrm>
                <a:off x="9894355" y="338060"/>
                <a:ext cx="53280" cy="1144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A1FA738-15AC-7069-6063-5CD13711150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885355" y="329420"/>
                  <a:ext cx="7092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2220F37-E550-408F-938E-CCEAAF925B1F}"/>
                    </a:ext>
                  </a:extLst>
                </p14:cNvPr>
                <p14:cNvContentPartPr/>
                <p14:nvPr/>
              </p14:nvContentPartPr>
              <p14:xfrm>
                <a:off x="10050955" y="84260"/>
                <a:ext cx="475200" cy="12592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2220F37-E550-408F-938E-CCEAAF925B1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042315" y="75260"/>
                  <a:ext cx="492840" cy="127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AB724AC-4773-50C2-D352-528E086272B4}"/>
                    </a:ext>
                  </a:extLst>
                </p14:cNvPr>
                <p14:cNvContentPartPr/>
                <p14:nvPr/>
              </p14:nvContentPartPr>
              <p14:xfrm>
                <a:off x="7235395" y="1362620"/>
                <a:ext cx="1858680" cy="2206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AB724AC-4773-50C2-D352-528E086272B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226395" y="1353620"/>
                  <a:ext cx="187632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600E4B7-72EB-0D43-28B1-53208B4D12A6}"/>
                    </a:ext>
                  </a:extLst>
                </p14:cNvPr>
                <p14:cNvContentPartPr/>
                <p14:nvPr/>
              </p14:nvContentPartPr>
              <p14:xfrm>
                <a:off x="7739395" y="1503020"/>
                <a:ext cx="1238760" cy="802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600E4B7-72EB-0D43-28B1-53208B4D12A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730755" y="1494020"/>
                  <a:ext cx="1256400" cy="97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971844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42F8F71F-DA7F-154D-C1B1-8F17A6B19BD7}"/>
              </a:ext>
            </a:extLst>
          </p:cNvPr>
          <p:cNvGrpSpPr/>
          <p:nvPr/>
        </p:nvGrpSpPr>
        <p:grpSpPr>
          <a:xfrm>
            <a:off x="940435" y="-8980"/>
            <a:ext cx="9100080" cy="3465000"/>
            <a:chOff x="940435" y="-8980"/>
            <a:chExt cx="9100080" cy="3465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877C4A7-55F6-04FD-0A5C-83061AD0CE28}"/>
                    </a:ext>
                  </a:extLst>
                </p14:cNvPr>
                <p14:cNvContentPartPr/>
                <p14:nvPr/>
              </p14:nvContentPartPr>
              <p14:xfrm>
                <a:off x="9166075" y="-8980"/>
                <a:ext cx="874440" cy="19980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877C4A7-55F6-04FD-0A5C-83061AD0CE2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157075" y="-17620"/>
                  <a:ext cx="892080" cy="20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091A2806-3035-A6C8-DE9E-04B8647A56EE}"/>
                    </a:ext>
                  </a:extLst>
                </p14:cNvPr>
                <p14:cNvContentPartPr/>
                <p14:nvPr/>
              </p14:nvContentPartPr>
              <p14:xfrm>
                <a:off x="940435" y="498620"/>
                <a:ext cx="504000" cy="29574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091A2806-3035-A6C8-DE9E-04B8647A56E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31435" y="489980"/>
                  <a:ext cx="521640" cy="29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A6FBE5A6-191A-7597-B498-929557D92D27}"/>
                    </a:ext>
                  </a:extLst>
                </p14:cNvPr>
                <p14:cNvContentPartPr/>
                <p14:nvPr/>
              </p14:nvContentPartPr>
              <p14:xfrm>
                <a:off x="1782475" y="2296820"/>
                <a:ext cx="325080" cy="1425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A6FBE5A6-191A-7597-B498-929557D92D2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773475" y="2288180"/>
                  <a:ext cx="34272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0EC272C-5FB0-3F7E-2FC0-65E0F386A140}"/>
                    </a:ext>
                  </a:extLst>
                </p14:cNvPr>
                <p14:cNvContentPartPr/>
                <p14:nvPr/>
              </p14:nvContentPartPr>
              <p14:xfrm>
                <a:off x="2105755" y="1589060"/>
                <a:ext cx="1497960" cy="5839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0EC272C-5FB0-3F7E-2FC0-65E0F386A14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097115" y="1580060"/>
                  <a:ext cx="1515600" cy="60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3DB672C-D93B-13D9-719D-FE84E8A537CB}"/>
                    </a:ext>
                  </a:extLst>
                </p14:cNvPr>
                <p14:cNvContentPartPr/>
                <p14:nvPr/>
              </p14:nvContentPartPr>
              <p14:xfrm>
                <a:off x="3727915" y="1650980"/>
                <a:ext cx="783000" cy="3009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3DB672C-D93B-13D9-719D-FE84E8A537C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718915" y="1642340"/>
                  <a:ext cx="80064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7472DAE-A942-AF7F-37C1-9669C71322CF}"/>
                    </a:ext>
                  </a:extLst>
                </p14:cNvPr>
                <p14:cNvContentPartPr/>
                <p14:nvPr/>
              </p14:nvContentPartPr>
              <p14:xfrm>
                <a:off x="4821595" y="834860"/>
                <a:ext cx="417960" cy="15732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7472DAE-A942-AF7F-37C1-9669C71322C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812595" y="825860"/>
                  <a:ext cx="435600" cy="159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2699C71-BDF6-5BA8-438B-01D78F2223B9}"/>
                    </a:ext>
                  </a:extLst>
                </p14:cNvPr>
                <p14:cNvContentPartPr/>
                <p14:nvPr/>
              </p14:nvContentPartPr>
              <p14:xfrm>
                <a:off x="5530075" y="985403"/>
                <a:ext cx="632520" cy="6426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2699C71-BDF6-5BA8-438B-01D78F2223B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521075" y="976763"/>
                  <a:ext cx="650160" cy="66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6BF9D2F-4729-C2DD-605F-612227450C3D}"/>
                    </a:ext>
                  </a:extLst>
                </p14:cNvPr>
                <p14:cNvContentPartPr/>
                <p14:nvPr/>
              </p14:nvContentPartPr>
              <p14:xfrm>
                <a:off x="6258715" y="836723"/>
                <a:ext cx="705600" cy="14065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6BF9D2F-4729-C2DD-605F-612227450C3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250075" y="828083"/>
                  <a:ext cx="723240" cy="142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2A6D989-78BF-A46C-0B5F-5773F085BC5F}"/>
                    </a:ext>
                  </a:extLst>
                </p14:cNvPr>
                <p14:cNvContentPartPr/>
                <p14:nvPr/>
              </p14:nvContentPartPr>
              <p14:xfrm>
                <a:off x="7154755" y="636923"/>
                <a:ext cx="255960" cy="8056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2A6D989-78BF-A46C-0B5F-5773F085BC5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145755" y="628283"/>
                  <a:ext cx="273600" cy="82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8754EA6-7D6B-E607-4B72-72F9098A92E9}"/>
                    </a:ext>
                  </a:extLst>
                </p14:cNvPr>
                <p14:cNvContentPartPr/>
                <p14:nvPr/>
              </p14:nvContentPartPr>
              <p14:xfrm>
                <a:off x="7494595" y="1252523"/>
                <a:ext cx="358560" cy="2314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8754EA6-7D6B-E607-4B72-72F9098A92E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485955" y="1243523"/>
                  <a:ext cx="37620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87E49D9-E287-79EC-CC18-4BCE26986365}"/>
                    </a:ext>
                  </a:extLst>
                </p14:cNvPr>
                <p14:cNvContentPartPr/>
                <p14:nvPr/>
              </p14:nvContentPartPr>
              <p14:xfrm>
                <a:off x="8054395" y="400403"/>
                <a:ext cx="246960" cy="4791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87E49D9-E287-79EC-CC18-4BCE2698636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045395" y="391763"/>
                  <a:ext cx="264600" cy="49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77106D3-B7F8-975C-5343-81BFC9C668EB}"/>
                    </a:ext>
                  </a:extLst>
                </p14:cNvPr>
                <p14:cNvContentPartPr/>
                <p14:nvPr/>
              </p14:nvContentPartPr>
              <p14:xfrm>
                <a:off x="8547595" y="459803"/>
                <a:ext cx="390600" cy="9111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77106D3-B7F8-975C-5343-81BFC9C668E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538595" y="451163"/>
                  <a:ext cx="408240" cy="9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6ECAC05-DE14-43D3-B935-8A0819C97C4C}"/>
                    </a:ext>
                  </a:extLst>
                </p14:cNvPr>
                <p14:cNvContentPartPr/>
                <p14:nvPr/>
              </p14:nvContentPartPr>
              <p14:xfrm>
                <a:off x="9301075" y="678323"/>
                <a:ext cx="61920" cy="784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6ECAC05-DE14-43D3-B935-8A0819C97C4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292075" y="669323"/>
                  <a:ext cx="7956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5BFE323-FDF4-D206-DAA1-D3631C715108}"/>
                    </a:ext>
                  </a:extLst>
                </p14:cNvPr>
                <p14:cNvContentPartPr/>
                <p14:nvPr/>
              </p14:nvContentPartPr>
              <p14:xfrm>
                <a:off x="5347195" y="2363483"/>
                <a:ext cx="1335240" cy="3790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5BFE323-FDF4-D206-DAA1-D3631C71510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338195" y="2354843"/>
                  <a:ext cx="1352880" cy="39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B5BCD7C-B1C9-86B7-FD89-A166B2894508}"/>
                    </a:ext>
                  </a:extLst>
                </p14:cNvPr>
                <p14:cNvContentPartPr/>
                <p14:nvPr/>
              </p14:nvContentPartPr>
              <p14:xfrm>
                <a:off x="5406235" y="2114363"/>
                <a:ext cx="893880" cy="414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B5BCD7C-B1C9-86B7-FD89-A166B289450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397595" y="2105723"/>
                  <a:ext cx="91152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7ACECFF-716F-9A4A-975A-C7C0352C8151}"/>
                    </a:ext>
                  </a:extLst>
                </p14:cNvPr>
                <p14:cNvContentPartPr/>
                <p14:nvPr/>
              </p14:nvContentPartPr>
              <p14:xfrm>
                <a:off x="7960075" y="1754723"/>
                <a:ext cx="1029960" cy="2336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7ACECFF-716F-9A4A-975A-C7C0352C815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951435" y="1746083"/>
                  <a:ext cx="1047600" cy="25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9A80465-DEE2-3611-B3B4-E5C1814CE9C4}"/>
              </a:ext>
            </a:extLst>
          </p:cNvPr>
          <p:cNvGrpSpPr/>
          <p:nvPr/>
        </p:nvGrpSpPr>
        <p:grpSpPr>
          <a:xfrm>
            <a:off x="4560955" y="3259883"/>
            <a:ext cx="4358160" cy="2727720"/>
            <a:chOff x="4560955" y="3259883"/>
            <a:chExt cx="4358160" cy="2727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A5938D5-C101-E98E-00A3-6D3547B9089F}"/>
                    </a:ext>
                  </a:extLst>
                </p14:cNvPr>
                <p14:cNvContentPartPr/>
                <p14:nvPr/>
              </p14:nvContentPartPr>
              <p14:xfrm>
                <a:off x="4560955" y="3951803"/>
                <a:ext cx="1102320" cy="7063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A5938D5-C101-E98E-00A3-6D3547B9089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552315" y="3942803"/>
                  <a:ext cx="1119960" cy="72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6221175-B4A1-5F67-95AC-6EFB8F7BEEE3}"/>
                    </a:ext>
                  </a:extLst>
                </p14:cNvPr>
                <p14:cNvContentPartPr/>
                <p14:nvPr/>
              </p14:nvContentPartPr>
              <p14:xfrm>
                <a:off x="5853715" y="3786923"/>
                <a:ext cx="413640" cy="5893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6221175-B4A1-5F67-95AC-6EFB8F7BEEE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845075" y="3777923"/>
                  <a:ext cx="431280" cy="60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67C59DC-2439-0E10-FBB8-92DD81A7A5D4}"/>
                    </a:ext>
                  </a:extLst>
                </p14:cNvPr>
                <p14:cNvContentPartPr/>
                <p14:nvPr/>
              </p14:nvContentPartPr>
              <p14:xfrm>
                <a:off x="6408475" y="3259883"/>
                <a:ext cx="897480" cy="10198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67C59DC-2439-0E10-FBB8-92DD81A7A5D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399475" y="3251243"/>
                  <a:ext cx="915120" cy="10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40275AD-8971-1C7D-6953-EE326B175081}"/>
                    </a:ext>
                  </a:extLst>
                </p14:cNvPr>
                <p14:cNvContentPartPr/>
                <p14:nvPr/>
              </p14:nvContentPartPr>
              <p14:xfrm>
                <a:off x="7584955" y="3285803"/>
                <a:ext cx="792720" cy="4824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40275AD-8971-1C7D-6953-EE326B17508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576315" y="3276803"/>
                  <a:ext cx="810360" cy="50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6331AD2-D4EB-725C-5A52-0DC4D723E8F0}"/>
                    </a:ext>
                  </a:extLst>
                </p14:cNvPr>
                <p14:cNvContentPartPr/>
                <p14:nvPr/>
              </p14:nvContentPartPr>
              <p14:xfrm>
                <a:off x="4784155" y="4598003"/>
                <a:ext cx="3222360" cy="7632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6331AD2-D4EB-725C-5A52-0DC4D723E8F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775155" y="4589363"/>
                  <a:ext cx="3240000" cy="78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AAA1F98-5B00-5F23-0E6E-D8701AABCA77}"/>
                    </a:ext>
                  </a:extLst>
                </p14:cNvPr>
                <p14:cNvContentPartPr/>
                <p14:nvPr/>
              </p14:nvContentPartPr>
              <p14:xfrm>
                <a:off x="7776835" y="4276883"/>
                <a:ext cx="569880" cy="9237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AAA1F98-5B00-5F23-0E6E-D8701AABCA7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768195" y="4267883"/>
                  <a:ext cx="587520" cy="9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CBF3C5E-0C9F-F66C-E829-D3FADF7DB325}"/>
                    </a:ext>
                  </a:extLst>
                </p14:cNvPr>
                <p14:cNvContentPartPr/>
                <p14:nvPr/>
              </p14:nvContentPartPr>
              <p14:xfrm>
                <a:off x="6866755" y="5154923"/>
                <a:ext cx="2052360" cy="8326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CBF3C5E-0C9F-F66C-E829-D3FADF7DB32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858115" y="5145923"/>
                  <a:ext cx="2070000" cy="85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B9F59E7-6641-5B71-F01E-6E915281483A}"/>
                    </a:ext>
                  </a:extLst>
                </p14:cNvPr>
                <p14:cNvContentPartPr/>
                <p14:nvPr/>
              </p14:nvContentPartPr>
              <p14:xfrm>
                <a:off x="6881875" y="5369843"/>
                <a:ext cx="840960" cy="5828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B9F59E7-6641-5B71-F01E-6E915281483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873235" y="5360843"/>
                  <a:ext cx="858600" cy="600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6079953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8EAF16CA-7508-CDC1-C74D-02E5F5424715}"/>
              </a:ext>
            </a:extLst>
          </p:cNvPr>
          <p:cNvGrpSpPr/>
          <p:nvPr/>
        </p:nvGrpSpPr>
        <p:grpSpPr>
          <a:xfrm>
            <a:off x="2402755" y="927740"/>
            <a:ext cx="4226760" cy="2243160"/>
            <a:chOff x="2402755" y="927740"/>
            <a:chExt cx="4226760" cy="224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D8C53536-217D-233B-3BA7-6D18500A30D1}"/>
                    </a:ext>
                  </a:extLst>
                </p14:cNvPr>
                <p14:cNvContentPartPr/>
                <p14:nvPr/>
              </p14:nvContentPartPr>
              <p14:xfrm>
                <a:off x="2402755" y="2126900"/>
                <a:ext cx="1481040" cy="10440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D8C53536-217D-233B-3BA7-6D18500A30D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393755" y="2118260"/>
                  <a:ext cx="1498680" cy="10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B71852E8-309E-14CD-0484-56B80F3FC3AD}"/>
                    </a:ext>
                  </a:extLst>
                </p14:cNvPr>
                <p14:cNvContentPartPr/>
                <p14:nvPr/>
              </p14:nvContentPartPr>
              <p14:xfrm>
                <a:off x="4222195" y="1982900"/>
                <a:ext cx="628560" cy="6922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B71852E8-309E-14CD-0484-56B80F3FC3A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213555" y="1973900"/>
                  <a:ext cx="646200" cy="70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68B9EC6-D3DE-BEB2-D10B-E6DF3318024E}"/>
                    </a:ext>
                  </a:extLst>
                </p14:cNvPr>
                <p14:cNvContentPartPr/>
                <p14:nvPr/>
              </p14:nvContentPartPr>
              <p14:xfrm>
                <a:off x="4679395" y="927740"/>
                <a:ext cx="681480" cy="17017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68B9EC6-D3DE-BEB2-D10B-E6DF3318024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670755" y="919100"/>
                  <a:ext cx="699120" cy="171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13D3458-700B-F9BE-16D4-AF45A6D6A8AF}"/>
                    </a:ext>
                  </a:extLst>
                </p14:cNvPr>
                <p14:cNvContentPartPr/>
                <p14:nvPr/>
              </p14:nvContentPartPr>
              <p14:xfrm>
                <a:off x="5642035" y="1513100"/>
                <a:ext cx="704160" cy="9144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13D3458-700B-F9BE-16D4-AF45A6D6A8A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633035" y="1504100"/>
                  <a:ext cx="721800" cy="9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2DE4425-0B81-D94E-FCF0-EC819C48CFD7}"/>
                    </a:ext>
                  </a:extLst>
                </p14:cNvPr>
                <p14:cNvContentPartPr/>
                <p14:nvPr/>
              </p14:nvContentPartPr>
              <p14:xfrm>
                <a:off x="3210595" y="1442900"/>
                <a:ext cx="3418920" cy="6048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2DE4425-0B81-D94E-FCF0-EC819C48CFD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201595" y="1433900"/>
                  <a:ext cx="3436560" cy="622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055122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46">
            <a:extLst>
              <a:ext uri="{FF2B5EF4-FFF2-40B4-BE49-F238E27FC236}">
                <a16:creationId xmlns:a16="http://schemas.microsoft.com/office/drawing/2014/main" id="{E94D9088-2D93-83EE-5BDF-8A253EF63E70}"/>
              </a:ext>
            </a:extLst>
          </p:cNvPr>
          <p:cNvGrpSpPr/>
          <p:nvPr/>
        </p:nvGrpSpPr>
        <p:grpSpPr>
          <a:xfrm>
            <a:off x="548395" y="282620"/>
            <a:ext cx="11540160" cy="6240240"/>
            <a:chOff x="548395" y="282620"/>
            <a:chExt cx="11540160" cy="6240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52D94070-DEB1-0D73-D37F-61E6FAFEDF1E}"/>
                    </a:ext>
                  </a:extLst>
                </p14:cNvPr>
                <p14:cNvContentPartPr/>
                <p14:nvPr/>
              </p14:nvContentPartPr>
              <p14:xfrm>
                <a:off x="1769875" y="1400060"/>
                <a:ext cx="781560" cy="114732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52D94070-DEB1-0D73-D37F-61E6FAFEDF1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760875" y="1391420"/>
                  <a:ext cx="799200" cy="11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07A9397-59CD-29FA-ED24-CBD67C376DCA}"/>
                    </a:ext>
                  </a:extLst>
                </p14:cNvPr>
                <p14:cNvContentPartPr/>
                <p14:nvPr/>
              </p14:nvContentPartPr>
              <p14:xfrm>
                <a:off x="1442635" y="1943300"/>
                <a:ext cx="510480" cy="2901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07A9397-59CD-29FA-ED24-CBD67C376DC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433995" y="1934300"/>
                  <a:ext cx="52812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1E10C491-8E4A-BEB5-96EA-9C1883888B02}"/>
                    </a:ext>
                  </a:extLst>
                </p14:cNvPr>
                <p14:cNvContentPartPr/>
                <p14:nvPr/>
              </p14:nvContentPartPr>
              <p14:xfrm>
                <a:off x="3053635" y="1355780"/>
                <a:ext cx="1157760" cy="3218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1E10C491-8E4A-BEB5-96EA-9C1883888B0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044995" y="1347140"/>
                  <a:ext cx="117540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CCCFD48-DB7A-BF12-AD28-E4E20D5E9ABA}"/>
                    </a:ext>
                  </a:extLst>
                </p14:cNvPr>
                <p14:cNvContentPartPr/>
                <p14:nvPr/>
              </p14:nvContentPartPr>
              <p14:xfrm>
                <a:off x="4368355" y="1231580"/>
                <a:ext cx="437760" cy="2660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CCCFD48-DB7A-BF12-AD28-E4E20D5E9AB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359355" y="1222580"/>
                  <a:ext cx="45540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E6AEDF5-F457-9547-819A-372C6EA68632}"/>
                    </a:ext>
                  </a:extLst>
                </p14:cNvPr>
                <p14:cNvContentPartPr/>
                <p14:nvPr/>
              </p14:nvContentPartPr>
              <p14:xfrm>
                <a:off x="6079435" y="653420"/>
                <a:ext cx="680400" cy="9039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E6AEDF5-F457-9547-819A-372C6EA6863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070435" y="644420"/>
                  <a:ext cx="698040" cy="9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C6485A0-754D-9D5E-2844-7EBEA379DC16}"/>
                    </a:ext>
                  </a:extLst>
                </p14:cNvPr>
                <p14:cNvContentPartPr/>
                <p14:nvPr/>
              </p14:nvContentPartPr>
              <p14:xfrm>
                <a:off x="6173755" y="411860"/>
                <a:ext cx="1402200" cy="9954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C6485A0-754D-9D5E-2844-7EBEA379DC1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164755" y="403220"/>
                  <a:ext cx="1419840" cy="10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F7C1B02-96B0-3ECD-F59F-9F2CA6B53759}"/>
                    </a:ext>
                  </a:extLst>
                </p14:cNvPr>
                <p14:cNvContentPartPr/>
                <p14:nvPr/>
              </p14:nvContentPartPr>
              <p14:xfrm>
                <a:off x="7580635" y="757100"/>
                <a:ext cx="189360" cy="3949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F7C1B02-96B0-3ECD-F59F-9F2CA6B5375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571995" y="748460"/>
                  <a:ext cx="207000" cy="41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92E7021-0C28-A1C1-BA4C-927E07495641}"/>
                    </a:ext>
                  </a:extLst>
                </p14:cNvPr>
                <p14:cNvContentPartPr/>
                <p14:nvPr/>
              </p14:nvContentPartPr>
              <p14:xfrm>
                <a:off x="8264275" y="282620"/>
                <a:ext cx="577440" cy="6998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92E7021-0C28-A1C1-BA4C-927E0749564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255635" y="273980"/>
                  <a:ext cx="595080" cy="71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9695FA7-93A0-862C-DCDA-C380739A88AE}"/>
                    </a:ext>
                  </a:extLst>
                </p14:cNvPr>
                <p14:cNvContentPartPr/>
                <p14:nvPr/>
              </p14:nvContentPartPr>
              <p14:xfrm>
                <a:off x="9105235" y="497540"/>
                <a:ext cx="651960" cy="4712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9695FA7-93A0-862C-DCDA-C380739A88A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096235" y="488900"/>
                  <a:ext cx="669600" cy="48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BAE2309-D42A-3276-94A9-A12268E54BF1}"/>
                    </a:ext>
                  </a:extLst>
                </p14:cNvPr>
                <p14:cNvContentPartPr/>
                <p14:nvPr/>
              </p14:nvContentPartPr>
              <p14:xfrm>
                <a:off x="4987195" y="2942660"/>
                <a:ext cx="1130760" cy="10760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BAE2309-D42A-3276-94A9-A12268E54BF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978555" y="2934020"/>
                  <a:ext cx="1148400" cy="10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BC25588-95B7-C533-D13C-F76686C47C90}"/>
                    </a:ext>
                  </a:extLst>
                </p14:cNvPr>
                <p14:cNvContentPartPr/>
                <p14:nvPr/>
              </p14:nvContentPartPr>
              <p14:xfrm>
                <a:off x="5280235" y="2702540"/>
                <a:ext cx="2139840" cy="11455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BC25588-95B7-C533-D13C-F76686C47C9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271595" y="2693540"/>
                  <a:ext cx="2157480" cy="11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82BEAD1-0B18-4BEE-A9FB-8E4604112762}"/>
                    </a:ext>
                  </a:extLst>
                </p14:cNvPr>
                <p14:cNvContentPartPr/>
                <p14:nvPr/>
              </p14:nvContentPartPr>
              <p14:xfrm>
                <a:off x="7656955" y="1929260"/>
                <a:ext cx="1080000" cy="10497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82BEAD1-0B18-4BEE-A9FB-8E460411276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647955" y="1920260"/>
                  <a:ext cx="1097640" cy="10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CB58819-175F-448B-EB97-9E04085DB7E5}"/>
                    </a:ext>
                  </a:extLst>
                </p14:cNvPr>
                <p14:cNvContentPartPr/>
                <p14:nvPr/>
              </p14:nvContentPartPr>
              <p14:xfrm>
                <a:off x="9716515" y="1209620"/>
                <a:ext cx="95040" cy="10749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CB58819-175F-448B-EB97-9E04085DB7E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707875" y="1200620"/>
                  <a:ext cx="112680" cy="10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0A3BEDB-AABA-2E52-E35C-81839FE6EC1F}"/>
                    </a:ext>
                  </a:extLst>
                </p14:cNvPr>
                <p14:cNvContentPartPr/>
                <p14:nvPr/>
              </p14:nvContentPartPr>
              <p14:xfrm>
                <a:off x="9877075" y="1496900"/>
                <a:ext cx="336240" cy="4964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0A3BEDB-AABA-2E52-E35C-81839FE6EC1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868075" y="1488260"/>
                  <a:ext cx="353880" cy="51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929517E-7332-1F23-2A67-7A5532DDECC4}"/>
                    </a:ext>
                  </a:extLst>
                </p14:cNvPr>
                <p14:cNvContentPartPr/>
                <p14:nvPr/>
              </p14:nvContentPartPr>
              <p14:xfrm>
                <a:off x="10257955" y="1290620"/>
                <a:ext cx="362520" cy="3520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929517E-7332-1F23-2A67-7A5532DDECC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248955" y="1281980"/>
                  <a:ext cx="380160" cy="3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08926B7-ABCA-3874-996A-871829457458}"/>
                    </a:ext>
                  </a:extLst>
                </p14:cNvPr>
                <p14:cNvContentPartPr/>
                <p14:nvPr/>
              </p14:nvContentPartPr>
              <p14:xfrm>
                <a:off x="10773115" y="1050860"/>
                <a:ext cx="573120" cy="4316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08926B7-ABCA-3874-996A-87182945745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764475" y="1042220"/>
                  <a:ext cx="590760" cy="44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8D581DD-1827-7004-19B1-EED7BF45F0D8}"/>
                    </a:ext>
                  </a:extLst>
                </p14:cNvPr>
                <p14:cNvContentPartPr/>
                <p14:nvPr/>
              </p14:nvContentPartPr>
              <p14:xfrm>
                <a:off x="11390515" y="875900"/>
                <a:ext cx="556560" cy="3978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8D581DD-1827-7004-19B1-EED7BF45F0D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1381875" y="867260"/>
                  <a:ext cx="574200" cy="41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7310AC3-91AD-A5DF-9699-0B53AE76AF0D}"/>
                    </a:ext>
                  </a:extLst>
                </p14:cNvPr>
                <p14:cNvContentPartPr/>
                <p14:nvPr/>
              </p14:nvContentPartPr>
              <p14:xfrm>
                <a:off x="11888755" y="508340"/>
                <a:ext cx="199800" cy="5428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7310AC3-91AD-A5DF-9699-0B53AE76AF0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1880115" y="499700"/>
                  <a:ext cx="217440" cy="56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AD6F794-F9A9-39E4-D81D-487DA4820679}"/>
                    </a:ext>
                  </a:extLst>
                </p14:cNvPr>
                <p14:cNvContentPartPr/>
                <p14:nvPr/>
              </p14:nvContentPartPr>
              <p14:xfrm>
                <a:off x="813715" y="3899540"/>
                <a:ext cx="268920" cy="12171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AD6F794-F9A9-39E4-D81D-487DA482067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05075" y="3890540"/>
                  <a:ext cx="286560" cy="12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34AA7C1-AA4C-3030-29EF-C7E832E87E1F}"/>
                    </a:ext>
                  </a:extLst>
                </p14:cNvPr>
                <p14:cNvContentPartPr/>
                <p14:nvPr/>
              </p14:nvContentPartPr>
              <p14:xfrm>
                <a:off x="1307635" y="3655100"/>
                <a:ext cx="1072440" cy="10249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34AA7C1-AA4C-3030-29EF-C7E832E87E1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298995" y="3646100"/>
                  <a:ext cx="1090080" cy="10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56F5E75-726D-8C10-09BB-37BF767CA61C}"/>
                    </a:ext>
                  </a:extLst>
                </p14:cNvPr>
                <p14:cNvContentPartPr/>
                <p14:nvPr/>
              </p14:nvContentPartPr>
              <p14:xfrm>
                <a:off x="3022675" y="3049220"/>
                <a:ext cx="416160" cy="10908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56F5E75-726D-8C10-09BB-37BF767CA61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013675" y="3040580"/>
                  <a:ext cx="433800" cy="11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38AB23F-3C07-D8E7-E281-33E3EF0AB5DC}"/>
                    </a:ext>
                  </a:extLst>
                </p14:cNvPr>
                <p14:cNvContentPartPr/>
                <p14:nvPr/>
              </p14:nvContentPartPr>
              <p14:xfrm>
                <a:off x="1301515" y="5248820"/>
                <a:ext cx="331920" cy="9716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38AB23F-3C07-D8E7-E281-33E3EF0AB5D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292875" y="5239820"/>
                  <a:ext cx="349560" cy="9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64E47CE-6EB5-174E-D480-955CE005EF14}"/>
                    </a:ext>
                  </a:extLst>
                </p14:cNvPr>
                <p14:cNvContentPartPr/>
                <p14:nvPr/>
              </p14:nvContentPartPr>
              <p14:xfrm>
                <a:off x="2152195" y="5001500"/>
                <a:ext cx="654840" cy="8438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64E47CE-6EB5-174E-D480-955CE005EF1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143195" y="4992500"/>
                  <a:ext cx="672480" cy="86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3965042-85BA-8722-6A45-949088460658}"/>
                    </a:ext>
                  </a:extLst>
                </p14:cNvPr>
                <p14:cNvContentPartPr/>
                <p14:nvPr/>
              </p14:nvContentPartPr>
              <p14:xfrm>
                <a:off x="2885515" y="4687940"/>
                <a:ext cx="549360" cy="7714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3965042-85BA-8722-6A45-94908846065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876875" y="4679300"/>
                  <a:ext cx="567000" cy="78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F71EED3-9ECD-B3D6-E46C-519624B612EC}"/>
                    </a:ext>
                  </a:extLst>
                </p14:cNvPr>
                <p14:cNvContentPartPr/>
                <p14:nvPr/>
              </p14:nvContentPartPr>
              <p14:xfrm>
                <a:off x="3962995" y="4202660"/>
                <a:ext cx="175320" cy="11451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F71EED3-9ECD-B3D6-E46C-519624B612E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953995" y="4193660"/>
                  <a:ext cx="192960" cy="11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0C491D3-D3D5-DCCF-BA97-CB2D940DB126}"/>
                    </a:ext>
                  </a:extLst>
                </p14:cNvPr>
                <p14:cNvContentPartPr/>
                <p14:nvPr/>
              </p14:nvContentPartPr>
              <p14:xfrm>
                <a:off x="5859835" y="4410020"/>
                <a:ext cx="200520" cy="14425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0C491D3-D3D5-DCCF-BA97-CB2D940DB12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850835" y="4401020"/>
                  <a:ext cx="218160" cy="146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4A72399-C85F-FE38-7E43-44142BA5762E}"/>
                    </a:ext>
                  </a:extLst>
                </p14:cNvPr>
                <p14:cNvContentPartPr/>
                <p14:nvPr/>
              </p14:nvContentPartPr>
              <p14:xfrm>
                <a:off x="6624115" y="4269620"/>
                <a:ext cx="623880" cy="9878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4A72399-C85F-FE38-7E43-44142BA5762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615115" y="4260620"/>
                  <a:ext cx="641520" cy="10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82C19EA-5828-B7B7-2872-626608399E79}"/>
                    </a:ext>
                  </a:extLst>
                </p14:cNvPr>
                <p14:cNvContentPartPr/>
                <p14:nvPr/>
              </p14:nvContentPartPr>
              <p14:xfrm>
                <a:off x="7736875" y="3906380"/>
                <a:ext cx="456480" cy="10832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82C19EA-5828-B7B7-2872-626608399E7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728235" y="3897740"/>
                  <a:ext cx="474120" cy="11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35BC7F0-21DC-F8BE-FE84-A88BC9783DCF}"/>
                    </a:ext>
                  </a:extLst>
                </p14:cNvPr>
                <p14:cNvContentPartPr/>
                <p14:nvPr/>
              </p14:nvContentPartPr>
              <p14:xfrm>
                <a:off x="8571355" y="3463580"/>
                <a:ext cx="978120" cy="8672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35BC7F0-21DC-F8BE-FE84-A88BC9783DC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562715" y="3454940"/>
                  <a:ext cx="995760" cy="88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2FCC298-1534-2CE0-79D7-EDBF25767ABB}"/>
                    </a:ext>
                  </a:extLst>
                </p14:cNvPr>
                <p14:cNvContentPartPr/>
                <p14:nvPr/>
              </p14:nvContentPartPr>
              <p14:xfrm>
                <a:off x="10207915" y="2751500"/>
                <a:ext cx="92160" cy="7729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2FCC298-1534-2CE0-79D7-EDBF25767AB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198915" y="2742860"/>
                  <a:ext cx="109800" cy="79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C5EC208-DFB9-7316-76B9-FC0F281CBD43}"/>
                    </a:ext>
                  </a:extLst>
                </p14:cNvPr>
                <p14:cNvContentPartPr/>
                <p14:nvPr/>
              </p14:nvContentPartPr>
              <p14:xfrm>
                <a:off x="936475" y="4096820"/>
                <a:ext cx="2882160" cy="11480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C5EC208-DFB9-7316-76B9-FC0F281CBD4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27475" y="4087820"/>
                  <a:ext cx="2899800" cy="11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FB6D9B5-51C9-7EE5-FA30-0A77CDF67946}"/>
                    </a:ext>
                  </a:extLst>
                </p14:cNvPr>
                <p14:cNvContentPartPr/>
                <p14:nvPr/>
              </p14:nvContentPartPr>
              <p14:xfrm>
                <a:off x="1052035" y="3720620"/>
                <a:ext cx="2817000" cy="13906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FB6D9B5-51C9-7EE5-FA30-0A77CDF6794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43395" y="3711980"/>
                  <a:ext cx="2834640" cy="140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950DC1A-C739-FA9E-CEDB-5C7AD2C539C7}"/>
                    </a:ext>
                  </a:extLst>
                </p14:cNvPr>
                <p14:cNvContentPartPr/>
                <p14:nvPr/>
              </p14:nvContentPartPr>
              <p14:xfrm>
                <a:off x="548395" y="4680020"/>
                <a:ext cx="1798920" cy="6206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950DC1A-C739-FA9E-CEDB-5C7AD2C539C7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39755" y="4671380"/>
                  <a:ext cx="1816560" cy="63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8BBD691-6E20-E468-D8F9-6569E44F7A1C}"/>
                    </a:ext>
                  </a:extLst>
                </p14:cNvPr>
                <p14:cNvContentPartPr/>
                <p14:nvPr/>
              </p14:nvContentPartPr>
              <p14:xfrm>
                <a:off x="2133835" y="5264660"/>
                <a:ext cx="2018520" cy="10270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8BBD691-6E20-E468-D8F9-6569E44F7A1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124835" y="5256020"/>
                  <a:ext cx="2036160" cy="10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F5CF69E-19C0-8E3E-0CFE-7096AB342A92}"/>
                    </a:ext>
                  </a:extLst>
                </p14:cNvPr>
                <p14:cNvContentPartPr/>
                <p14:nvPr/>
              </p14:nvContentPartPr>
              <p14:xfrm>
                <a:off x="2500315" y="4992500"/>
                <a:ext cx="1787400" cy="15303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F5CF69E-19C0-8E3E-0CFE-7096AB342A9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491315" y="4983860"/>
                  <a:ext cx="1805040" cy="154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EADE142-0131-6FA5-19D0-DA02A011FE34}"/>
                    </a:ext>
                  </a:extLst>
                </p14:cNvPr>
                <p14:cNvContentPartPr/>
                <p14:nvPr/>
              </p14:nvContentPartPr>
              <p14:xfrm>
                <a:off x="6102475" y="5412620"/>
                <a:ext cx="2376720" cy="8488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EADE142-0131-6FA5-19D0-DA02A011FE3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093475" y="5403620"/>
                  <a:ext cx="2394360" cy="86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A67464D-0FEB-9132-12A7-70CA7B897B58}"/>
                    </a:ext>
                  </a:extLst>
                </p14:cNvPr>
                <p14:cNvContentPartPr/>
                <p14:nvPr/>
              </p14:nvContentPartPr>
              <p14:xfrm>
                <a:off x="8283355" y="3973340"/>
                <a:ext cx="1998000" cy="18414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A67464D-0FEB-9132-12A7-70CA7B897B5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274355" y="3964340"/>
                  <a:ext cx="2015640" cy="18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EE45092-002E-121D-1C80-8A411B8A2654}"/>
                    </a:ext>
                  </a:extLst>
                </p14:cNvPr>
                <p14:cNvContentPartPr/>
                <p14:nvPr/>
              </p14:nvContentPartPr>
              <p14:xfrm>
                <a:off x="8300635" y="5196980"/>
                <a:ext cx="439920" cy="7927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EE45092-002E-121D-1C80-8A411B8A265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291995" y="5187980"/>
                  <a:ext cx="457560" cy="81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73FA26F-26AF-9367-DE46-8D856C87BC31}"/>
                    </a:ext>
                  </a:extLst>
                </p14:cNvPr>
                <p14:cNvContentPartPr/>
                <p14:nvPr/>
              </p14:nvContentPartPr>
              <p14:xfrm>
                <a:off x="6433315" y="5589380"/>
                <a:ext cx="1136520" cy="4428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73FA26F-26AF-9367-DE46-8D856C87BC3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424675" y="5580740"/>
                  <a:ext cx="1154160" cy="460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3965438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6D7835A9-B666-AA79-9CF5-261E37479863}"/>
              </a:ext>
            </a:extLst>
          </p:cNvPr>
          <p:cNvGrpSpPr/>
          <p:nvPr/>
        </p:nvGrpSpPr>
        <p:grpSpPr>
          <a:xfrm>
            <a:off x="994435" y="-108637"/>
            <a:ext cx="8543520" cy="5267160"/>
            <a:chOff x="994435" y="-108637"/>
            <a:chExt cx="8543520" cy="5267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8B847C56-347D-DC99-3C0E-F966CFB6EFF2}"/>
                    </a:ext>
                  </a:extLst>
                </p14:cNvPr>
                <p14:cNvContentPartPr/>
                <p14:nvPr/>
              </p14:nvContentPartPr>
              <p14:xfrm>
                <a:off x="994435" y="105860"/>
                <a:ext cx="808200" cy="10594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8B847C56-347D-DC99-3C0E-F966CFB6EFF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85435" y="96860"/>
                  <a:ext cx="825840" cy="10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4E93A684-E966-1726-C668-C94192196A6E}"/>
                    </a:ext>
                  </a:extLst>
                </p14:cNvPr>
                <p14:cNvContentPartPr/>
                <p14:nvPr/>
              </p14:nvContentPartPr>
              <p14:xfrm>
                <a:off x="1496995" y="268580"/>
                <a:ext cx="294840" cy="6570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4E93A684-E966-1726-C668-C94192196A6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488355" y="259940"/>
                  <a:ext cx="312480" cy="67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51D82940-125B-0FF4-6830-D244A010FB40}"/>
                    </a:ext>
                  </a:extLst>
                </p14:cNvPr>
                <p14:cNvContentPartPr/>
                <p14:nvPr/>
              </p14:nvContentPartPr>
              <p14:xfrm>
                <a:off x="1791115" y="106940"/>
                <a:ext cx="563400" cy="806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51D82940-125B-0FF4-6830-D244A010FB4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782475" y="97940"/>
                  <a:ext cx="58104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C92F992-7F41-A4EC-028F-9EF0F1631E8D}"/>
                    </a:ext>
                  </a:extLst>
                </p14:cNvPr>
                <p14:cNvContentPartPr/>
                <p14:nvPr/>
              </p14:nvContentPartPr>
              <p14:xfrm>
                <a:off x="3491395" y="424820"/>
                <a:ext cx="5040" cy="90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C92F992-7F41-A4EC-028F-9EF0F1631E8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482755" y="416180"/>
                  <a:ext cx="2268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B08EFEB-6F01-2607-0538-D387A1CC63D4}"/>
                    </a:ext>
                  </a:extLst>
                </p14:cNvPr>
                <p14:cNvContentPartPr/>
                <p14:nvPr/>
              </p14:nvContentPartPr>
              <p14:xfrm>
                <a:off x="3410035" y="276860"/>
                <a:ext cx="375840" cy="5450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B08EFEB-6F01-2607-0538-D387A1CC63D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401395" y="268220"/>
                  <a:ext cx="393480" cy="56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D0CC28E-58A1-3DFE-3D64-6F1EC9218C7D}"/>
                    </a:ext>
                  </a:extLst>
                </p14:cNvPr>
                <p14:cNvContentPartPr/>
                <p14:nvPr/>
              </p14:nvContentPartPr>
              <p14:xfrm>
                <a:off x="3921955" y="271820"/>
                <a:ext cx="623880" cy="5040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D0CC28E-58A1-3DFE-3D64-6F1EC9218C7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912955" y="263180"/>
                  <a:ext cx="641520" cy="52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D61CEC7-7ED7-3665-59AD-19D5FDA43E39}"/>
                    </a:ext>
                  </a:extLst>
                </p14:cNvPr>
                <p14:cNvContentPartPr/>
                <p14:nvPr/>
              </p14:nvContentPartPr>
              <p14:xfrm>
                <a:off x="5584795" y="-21220"/>
                <a:ext cx="378000" cy="9298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D61CEC7-7ED7-3665-59AD-19D5FDA43E3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575795" y="-29860"/>
                  <a:ext cx="395640" cy="9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570F92C-6B52-D5B5-612C-B24DB6116140}"/>
                    </a:ext>
                  </a:extLst>
                </p14:cNvPr>
                <p14:cNvContentPartPr/>
                <p14:nvPr/>
              </p14:nvContentPartPr>
              <p14:xfrm>
                <a:off x="5977555" y="-20797"/>
                <a:ext cx="503640" cy="568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570F92C-6B52-D5B5-612C-B24DB611614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968555" y="-29437"/>
                  <a:ext cx="52128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C9D7669-FB89-3C5E-C5DF-9770DEA2AAD2}"/>
                    </a:ext>
                  </a:extLst>
                </p14:cNvPr>
                <p14:cNvContentPartPr/>
                <p14:nvPr/>
              </p14:nvContentPartPr>
              <p14:xfrm>
                <a:off x="6789355" y="-108637"/>
                <a:ext cx="112320" cy="8632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C9D7669-FB89-3C5E-C5DF-9770DEA2AAD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780715" y="-117277"/>
                  <a:ext cx="129960" cy="88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347BEF3-B278-A9E7-2FE0-3D10D474F08B}"/>
                    </a:ext>
                  </a:extLst>
                </p14:cNvPr>
                <p14:cNvContentPartPr/>
                <p14:nvPr/>
              </p14:nvContentPartPr>
              <p14:xfrm>
                <a:off x="6663715" y="110603"/>
                <a:ext cx="131760" cy="6868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347BEF3-B278-A9E7-2FE0-3D10D474F08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655075" y="101963"/>
                  <a:ext cx="149400" cy="70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373E406-A1A6-0320-FF29-187873069935}"/>
                    </a:ext>
                  </a:extLst>
                </p14:cNvPr>
                <p14:cNvContentPartPr/>
                <p14:nvPr/>
              </p14:nvContentPartPr>
              <p14:xfrm>
                <a:off x="6734995" y="1036163"/>
                <a:ext cx="153720" cy="1623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373E406-A1A6-0320-FF29-18787306993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726355" y="1027163"/>
                  <a:ext cx="17136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5FA6658-8FC0-997D-F2FE-ADD903AACCFB}"/>
                    </a:ext>
                  </a:extLst>
                </p14:cNvPr>
                <p14:cNvContentPartPr/>
                <p14:nvPr/>
              </p14:nvContentPartPr>
              <p14:xfrm>
                <a:off x="6782155" y="1065683"/>
                <a:ext cx="176760" cy="1166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5FA6658-8FC0-997D-F2FE-ADD903AACCF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773155" y="1057043"/>
                  <a:ext cx="19440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DF3B3CB-F7BE-F686-9B3E-690109F8BEA2}"/>
                    </a:ext>
                  </a:extLst>
                </p14:cNvPr>
                <p14:cNvContentPartPr/>
                <p14:nvPr/>
              </p14:nvContentPartPr>
              <p14:xfrm>
                <a:off x="6809155" y="1017803"/>
                <a:ext cx="123120" cy="1990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DF3B3CB-F7BE-F686-9B3E-690109F8BEA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800515" y="1009163"/>
                  <a:ext cx="14076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A472A24-0E51-F0F3-5ECC-EEBBD99569F5}"/>
                    </a:ext>
                  </a:extLst>
                </p14:cNvPr>
                <p14:cNvContentPartPr/>
                <p14:nvPr/>
              </p14:nvContentPartPr>
              <p14:xfrm>
                <a:off x="7885195" y="280163"/>
                <a:ext cx="345240" cy="1360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A472A24-0E51-F0F3-5ECC-EEBBD99569F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876555" y="271163"/>
                  <a:ext cx="36288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3054D05-0231-70B9-683B-54510C554B79}"/>
                    </a:ext>
                  </a:extLst>
                </p14:cNvPr>
                <p14:cNvContentPartPr/>
                <p14:nvPr/>
              </p14:nvContentPartPr>
              <p14:xfrm>
                <a:off x="7855315" y="934283"/>
                <a:ext cx="399600" cy="838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3054D05-0231-70B9-683B-54510C554B7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846315" y="925643"/>
                  <a:ext cx="41724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8B2D51D-2329-A81C-8BD0-3AB35EB9FF5A}"/>
                    </a:ext>
                  </a:extLst>
                </p14:cNvPr>
                <p14:cNvContentPartPr/>
                <p14:nvPr/>
              </p14:nvContentPartPr>
              <p14:xfrm>
                <a:off x="2711275" y="2871443"/>
                <a:ext cx="433440" cy="9910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8B2D51D-2329-A81C-8BD0-3AB35EB9FF5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702275" y="2862803"/>
                  <a:ext cx="451080" cy="10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0999007-2568-03A7-5089-12632A6C0ED6}"/>
                    </a:ext>
                  </a:extLst>
                </p14:cNvPr>
                <p14:cNvContentPartPr/>
                <p14:nvPr/>
              </p14:nvContentPartPr>
              <p14:xfrm>
                <a:off x="3117355" y="2572283"/>
                <a:ext cx="667440" cy="1324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0999007-2568-03A7-5089-12632A6C0ED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108355" y="2563643"/>
                  <a:ext cx="68508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BEDEC14-9F3E-E92B-4850-5E5C72ABDA7F}"/>
                    </a:ext>
                  </a:extLst>
                </p14:cNvPr>
                <p14:cNvContentPartPr/>
                <p14:nvPr/>
              </p14:nvContentPartPr>
              <p14:xfrm>
                <a:off x="3892795" y="2773883"/>
                <a:ext cx="453600" cy="2944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BEDEC14-9F3E-E92B-4850-5E5C72ABDA7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884155" y="2764883"/>
                  <a:ext cx="47124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F05B8CE-D9BD-9D9B-566A-D9C4E08C2F9A}"/>
                    </a:ext>
                  </a:extLst>
                </p14:cNvPr>
                <p14:cNvContentPartPr/>
                <p14:nvPr/>
              </p14:nvContentPartPr>
              <p14:xfrm>
                <a:off x="3885595" y="2873603"/>
                <a:ext cx="517680" cy="3628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F05B8CE-D9BD-9D9B-566A-D9C4E08C2F9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876955" y="2864963"/>
                  <a:ext cx="535320" cy="38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1E758CF-0E7E-19D4-354A-6F2B30C2713A}"/>
                    </a:ext>
                  </a:extLst>
                </p14:cNvPr>
                <p14:cNvContentPartPr/>
                <p14:nvPr/>
              </p14:nvContentPartPr>
              <p14:xfrm>
                <a:off x="4428835" y="2528003"/>
                <a:ext cx="380520" cy="4978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1E758CF-0E7E-19D4-354A-6F2B30C2713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420195" y="2519363"/>
                  <a:ext cx="398160" cy="51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9818AAD-51B7-EE1F-8095-901F8A6D3A0D}"/>
                    </a:ext>
                  </a:extLst>
                </p14:cNvPr>
                <p14:cNvContentPartPr/>
                <p14:nvPr/>
              </p14:nvContentPartPr>
              <p14:xfrm>
                <a:off x="5197795" y="2601443"/>
                <a:ext cx="275400" cy="1695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9818AAD-51B7-EE1F-8095-901F8A6D3A0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188795" y="2592443"/>
                  <a:ext cx="29304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3E7DB2F-1BC4-D0A5-60DC-F22E5213E0BD}"/>
                    </a:ext>
                  </a:extLst>
                </p14:cNvPr>
                <p14:cNvContentPartPr/>
                <p14:nvPr/>
              </p14:nvContentPartPr>
              <p14:xfrm>
                <a:off x="5069995" y="2620883"/>
                <a:ext cx="401760" cy="4039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3E7DB2F-1BC4-D0A5-60DC-F22E5213E0B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060995" y="2611883"/>
                  <a:ext cx="419400" cy="42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42620D1-5310-725E-3871-0B59688E3A7B}"/>
                    </a:ext>
                  </a:extLst>
                </p14:cNvPr>
                <p14:cNvContentPartPr/>
                <p14:nvPr/>
              </p14:nvContentPartPr>
              <p14:xfrm>
                <a:off x="5740315" y="2168003"/>
                <a:ext cx="215640" cy="5745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42620D1-5310-725E-3871-0B59688E3A7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731315" y="2159363"/>
                  <a:ext cx="233280" cy="59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C9305AA-B8DA-52F2-E78D-7AEFB58EEDDE}"/>
                    </a:ext>
                  </a:extLst>
                </p14:cNvPr>
                <p14:cNvContentPartPr/>
                <p14:nvPr/>
              </p14:nvContentPartPr>
              <p14:xfrm>
                <a:off x="6307675" y="2142083"/>
                <a:ext cx="299880" cy="4442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C9305AA-B8DA-52F2-E78D-7AEFB58EEDD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299035" y="2133443"/>
                  <a:ext cx="317520" cy="46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438BA5B-480E-C50E-5B3A-12686523C072}"/>
                    </a:ext>
                  </a:extLst>
                </p14:cNvPr>
                <p14:cNvContentPartPr/>
                <p14:nvPr/>
              </p14:nvContentPartPr>
              <p14:xfrm>
                <a:off x="6204355" y="2209403"/>
                <a:ext cx="389880" cy="3758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438BA5B-480E-C50E-5B3A-12686523C07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195715" y="2200763"/>
                  <a:ext cx="407520" cy="39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BE33BE9-2ED6-CB6C-E804-6C40D1216630}"/>
                    </a:ext>
                  </a:extLst>
                </p14:cNvPr>
                <p14:cNvContentPartPr/>
                <p14:nvPr/>
              </p14:nvContentPartPr>
              <p14:xfrm>
                <a:off x="6878635" y="1761563"/>
                <a:ext cx="452520" cy="5868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BE33BE9-2ED6-CB6C-E804-6C40D121663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869635" y="1752923"/>
                  <a:ext cx="470160" cy="60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2D9BA4B-DCB4-ECC0-7188-C7145FAB2181}"/>
                    </a:ext>
                  </a:extLst>
                </p14:cNvPr>
                <p14:cNvContentPartPr/>
                <p14:nvPr/>
              </p14:nvContentPartPr>
              <p14:xfrm>
                <a:off x="7345195" y="1767683"/>
                <a:ext cx="471960" cy="5842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2D9BA4B-DCB4-ECC0-7188-C7145FAB218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336195" y="1759043"/>
                  <a:ext cx="489600" cy="60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0439667-3597-7BDC-1B90-AA78060199E0}"/>
                    </a:ext>
                  </a:extLst>
                </p14:cNvPr>
                <p14:cNvContentPartPr/>
                <p14:nvPr/>
              </p14:nvContentPartPr>
              <p14:xfrm>
                <a:off x="7456075" y="1826003"/>
                <a:ext cx="359640" cy="5760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0439667-3597-7BDC-1B90-AA78060199E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447435" y="1817363"/>
                  <a:ext cx="377280" cy="59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38F7E4C-5B7B-801A-F794-1E757C16A8C1}"/>
                    </a:ext>
                  </a:extLst>
                </p14:cNvPr>
                <p14:cNvContentPartPr/>
                <p14:nvPr/>
              </p14:nvContentPartPr>
              <p14:xfrm>
                <a:off x="8264275" y="1389323"/>
                <a:ext cx="111600" cy="7801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38F7E4C-5B7B-801A-F794-1E757C16A8C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255635" y="1380683"/>
                  <a:ext cx="129240" cy="79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0DBAE96-8951-9585-7621-A4D7EC4E5B41}"/>
                    </a:ext>
                  </a:extLst>
                </p14:cNvPr>
                <p14:cNvContentPartPr/>
                <p14:nvPr/>
              </p14:nvContentPartPr>
              <p14:xfrm>
                <a:off x="2731795" y="4276883"/>
                <a:ext cx="3357360" cy="8816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0DBAE96-8951-9585-7621-A4D7EC4E5B4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723155" y="4267883"/>
                  <a:ext cx="3375000" cy="89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09FCC2F-6748-BBF2-F9BB-FF7A9244E296}"/>
                    </a:ext>
                  </a:extLst>
                </p14:cNvPr>
                <p14:cNvContentPartPr/>
                <p14:nvPr/>
              </p14:nvContentPartPr>
              <p14:xfrm>
                <a:off x="3150115" y="2626283"/>
                <a:ext cx="4686120" cy="14421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09FCC2F-6748-BBF2-F9BB-FF7A9244E29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141475" y="2617283"/>
                  <a:ext cx="4703760" cy="145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4922012-A627-AB87-8AFB-7C7AFCF81A4F}"/>
                    </a:ext>
                  </a:extLst>
                </p14:cNvPr>
                <p14:cNvContentPartPr/>
                <p14:nvPr/>
              </p14:nvContentPartPr>
              <p14:xfrm>
                <a:off x="8767915" y="1413443"/>
                <a:ext cx="376560" cy="1756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4922012-A627-AB87-8AFB-7C7AFCF81A4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759275" y="1404443"/>
                  <a:ext cx="39420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A9E585D-0E38-957E-AD4E-0A5831A32540}"/>
                    </a:ext>
                  </a:extLst>
                </p14:cNvPr>
                <p14:cNvContentPartPr/>
                <p14:nvPr/>
              </p14:nvContentPartPr>
              <p14:xfrm>
                <a:off x="8984995" y="1679843"/>
                <a:ext cx="552960" cy="633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A9E585D-0E38-957E-AD4E-0A5831A3254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975995" y="1671203"/>
                  <a:ext cx="57060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1B5A6BB-4085-8B74-D50C-A9A951AC6560}"/>
                    </a:ext>
                  </a:extLst>
                </p14:cNvPr>
                <p14:cNvContentPartPr/>
                <p14:nvPr/>
              </p14:nvContentPartPr>
              <p14:xfrm>
                <a:off x="3242995" y="3752723"/>
                <a:ext cx="31680" cy="536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1B5A6BB-4085-8B74-D50C-A9A951AC656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234355" y="3743723"/>
                  <a:ext cx="4932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BD084DE-5745-14B7-9442-D81D73DC516B}"/>
                    </a:ext>
                  </a:extLst>
                </p14:cNvPr>
                <p14:cNvContentPartPr/>
                <p14:nvPr/>
              </p14:nvContentPartPr>
              <p14:xfrm>
                <a:off x="4738075" y="3021203"/>
                <a:ext cx="87840" cy="1263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BD084DE-5745-14B7-9442-D81D73DC516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729435" y="3012563"/>
                  <a:ext cx="10548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41F1E20-68D3-68A4-31D6-93A3E4384600}"/>
                    </a:ext>
                  </a:extLst>
                </p14:cNvPr>
                <p14:cNvContentPartPr/>
                <p14:nvPr/>
              </p14:nvContentPartPr>
              <p14:xfrm>
                <a:off x="6203275" y="2664083"/>
                <a:ext cx="86040" cy="684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41F1E20-68D3-68A4-31D6-93A3E438460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194275" y="2655443"/>
                  <a:ext cx="10368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BB6CCCA-E6E6-B451-D094-C843DD2C6155}"/>
                    </a:ext>
                  </a:extLst>
                </p14:cNvPr>
                <p14:cNvContentPartPr/>
                <p14:nvPr/>
              </p14:nvContentPartPr>
              <p14:xfrm>
                <a:off x="5801875" y="2491643"/>
                <a:ext cx="563040" cy="2944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BB6CCCA-E6E6-B451-D094-C843DD2C615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792875" y="2483003"/>
                  <a:ext cx="58068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E3AEBBC-8AAC-49AE-EBE7-BC87E0BEFB3F}"/>
                    </a:ext>
                  </a:extLst>
                </p14:cNvPr>
                <p14:cNvContentPartPr/>
                <p14:nvPr/>
              </p14:nvContentPartPr>
              <p14:xfrm>
                <a:off x="5336395" y="2128763"/>
                <a:ext cx="821160" cy="11206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E3AEBBC-8AAC-49AE-EBE7-BC87E0BEFB3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327395" y="2119763"/>
                  <a:ext cx="838800" cy="113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B6ABC9DB-5A47-DA4A-759F-C4D1A370262E}"/>
              </a:ext>
            </a:extLst>
          </p:cNvPr>
          <p:cNvGrpSpPr/>
          <p:nvPr/>
        </p:nvGrpSpPr>
        <p:grpSpPr>
          <a:xfrm>
            <a:off x="10020715" y="659963"/>
            <a:ext cx="1878480" cy="1216800"/>
            <a:chOff x="10020715" y="659963"/>
            <a:chExt cx="1878480" cy="1216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37E97DA-3B5B-E0F9-BA4A-1AA103E4E811}"/>
                    </a:ext>
                  </a:extLst>
                </p14:cNvPr>
                <p14:cNvContentPartPr/>
                <p14:nvPr/>
              </p14:nvContentPartPr>
              <p14:xfrm>
                <a:off x="10020715" y="890003"/>
                <a:ext cx="290880" cy="9867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37E97DA-3B5B-E0F9-BA4A-1AA103E4E81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012075" y="881003"/>
                  <a:ext cx="308520" cy="10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95EB610-38D6-09CC-4B10-E2FDE92C9591}"/>
                    </a:ext>
                  </a:extLst>
                </p14:cNvPr>
                <p14:cNvContentPartPr/>
                <p14:nvPr/>
              </p14:nvContentPartPr>
              <p14:xfrm>
                <a:off x="10808395" y="659963"/>
                <a:ext cx="1090800" cy="8715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95EB610-38D6-09CC-4B10-E2FDE92C959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799395" y="650963"/>
                  <a:ext cx="1108440" cy="889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49BECEB7-948E-C53F-C2C5-3B4E71D62C9D}"/>
                  </a:ext>
                </a:extLst>
              </p14:cNvPr>
              <p14:cNvContentPartPr/>
              <p14:nvPr/>
            </p14:nvContentPartPr>
            <p14:xfrm>
              <a:off x="9017755" y="2407043"/>
              <a:ext cx="3040200" cy="48960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49BECEB7-948E-C53F-C2C5-3B4E71D62C9D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9008755" y="2398403"/>
                <a:ext cx="3057840" cy="507240"/>
              </a:xfrm>
              <a:prstGeom prst="rect">
                <a:avLst/>
              </a:prstGeom>
            </p:spPr>
          </p:pic>
        </mc:Fallback>
      </mc:AlternateContent>
      <p:grpSp>
        <p:nvGrpSpPr>
          <p:cNvPr id="63" name="Group 62">
            <a:extLst>
              <a:ext uri="{FF2B5EF4-FFF2-40B4-BE49-F238E27FC236}">
                <a16:creationId xmlns:a16="http://schemas.microsoft.com/office/drawing/2014/main" id="{C4DE9534-39C3-9775-3BEA-8C390E5245A3}"/>
              </a:ext>
            </a:extLst>
          </p:cNvPr>
          <p:cNvGrpSpPr/>
          <p:nvPr/>
        </p:nvGrpSpPr>
        <p:grpSpPr>
          <a:xfrm>
            <a:off x="7152235" y="3720683"/>
            <a:ext cx="1404000" cy="1748160"/>
            <a:chOff x="7152235" y="3720683"/>
            <a:chExt cx="1404000" cy="174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5A4399E1-AB2A-2E80-0FB5-A4FE259F8C1B}"/>
                    </a:ext>
                  </a:extLst>
                </p14:cNvPr>
                <p14:cNvContentPartPr/>
                <p14:nvPr/>
              </p14:nvContentPartPr>
              <p14:xfrm>
                <a:off x="7152235" y="3989243"/>
                <a:ext cx="394560" cy="11527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A4399E1-AB2A-2E80-0FB5-A4FE259F8C1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143595" y="3980603"/>
                  <a:ext cx="412200" cy="11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A4AF524F-AEB2-755E-1457-2318ACD9DA6C}"/>
                    </a:ext>
                  </a:extLst>
                </p14:cNvPr>
                <p14:cNvContentPartPr/>
                <p14:nvPr/>
              </p14:nvContentPartPr>
              <p14:xfrm>
                <a:off x="7524115" y="3720683"/>
                <a:ext cx="924840" cy="2167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A4AF524F-AEB2-755E-1457-2318ACD9DA6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515115" y="3712043"/>
                  <a:ext cx="94248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15EB67EB-D506-0B17-F995-EACB7C127E81}"/>
                    </a:ext>
                  </a:extLst>
                </p14:cNvPr>
                <p14:cNvContentPartPr/>
                <p14:nvPr/>
              </p14:nvContentPartPr>
              <p14:xfrm>
                <a:off x="8395315" y="3988523"/>
                <a:ext cx="88200" cy="12589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15EB67EB-D506-0B17-F995-EACB7C127E81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386675" y="3979523"/>
                  <a:ext cx="105840" cy="127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FFFFA2E8-0550-9FD7-4B93-5F030FAB9EBF}"/>
                    </a:ext>
                  </a:extLst>
                </p14:cNvPr>
                <p14:cNvContentPartPr/>
                <p14:nvPr/>
              </p14:nvContentPartPr>
              <p14:xfrm>
                <a:off x="8439955" y="5364443"/>
                <a:ext cx="116280" cy="1044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FFFFA2E8-0550-9FD7-4B93-5F030FAB9EB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431315" y="5355443"/>
                  <a:ext cx="133920" cy="12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32306B75-9DEE-D1E4-6461-D85421C14FBD}"/>
              </a:ext>
            </a:extLst>
          </p:cNvPr>
          <p:cNvGrpSpPr/>
          <p:nvPr/>
        </p:nvGrpSpPr>
        <p:grpSpPr>
          <a:xfrm>
            <a:off x="9410875" y="3625643"/>
            <a:ext cx="2282760" cy="869760"/>
            <a:chOff x="9410875" y="3625643"/>
            <a:chExt cx="2282760" cy="869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669BD25-AFF2-5CD9-03A5-665120912AE8}"/>
                    </a:ext>
                  </a:extLst>
                </p14:cNvPr>
                <p14:cNvContentPartPr/>
                <p14:nvPr/>
              </p14:nvContentPartPr>
              <p14:xfrm>
                <a:off x="9410875" y="4080323"/>
                <a:ext cx="282600" cy="1054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669BD25-AFF2-5CD9-03A5-665120912AE8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401875" y="4071683"/>
                  <a:ext cx="30024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A0584A7-0275-0D38-5FDB-49FCDBF98BBB}"/>
                    </a:ext>
                  </a:extLst>
                </p14:cNvPr>
                <p14:cNvContentPartPr/>
                <p14:nvPr/>
              </p14:nvContentPartPr>
              <p14:xfrm>
                <a:off x="9635155" y="4255283"/>
                <a:ext cx="334440" cy="2401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A0584A7-0275-0D38-5FDB-49FCDBF98BB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626155" y="4246283"/>
                  <a:ext cx="35208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467962A-FA38-0587-29BF-15C5F02F2F73}"/>
                    </a:ext>
                  </a:extLst>
                </p14:cNvPr>
                <p14:cNvContentPartPr/>
                <p14:nvPr/>
              </p14:nvContentPartPr>
              <p14:xfrm>
                <a:off x="10270555" y="3757763"/>
                <a:ext cx="312840" cy="5457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467962A-FA38-0587-29BF-15C5F02F2F7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0261555" y="3748763"/>
                  <a:ext cx="330480" cy="56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DD02A18-194D-595B-07D4-DE53AC1E3AB6}"/>
                    </a:ext>
                  </a:extLst>
                </p14:cNvPr>
                <p14:cNvContentPartPr/>
                <p14:nvPr/>
              </p14:nvContentPartPr>
              <p14:xfrm>
                <a:off x="10747915" y="3625643"/>
                <a:ext cx="734040" cy="4795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DD02A18-194D-595B-07D4-DE53AC1E3AB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739275" y="3617003"/>
                  <a:ext cx="751680" cy="49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42D2178-3076-D6EF-6208-A4FE1B131C2B}"/>
                    </a:ext>
                  </a:extLst>
                </p14:cNvPr>
                <p14:cNvContentPartPr/>
                <p14:nvPr/>
              </p14:nvContentPartPr>
              <p14:xfrm>
                <a:off x="11671675" y="3672443"/>
                <a:ext cx="21960" cy="360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42D2178-3076-D6EF-6208-A4FE1B131C2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1662675" y="3663443"/>
                  <a:ext cx="39600" cy="53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0491237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roup 48">
            <a:extLst>
              <a:ext uri="{FF2B5EF4-FFF2-40B4-BE49-F238E27FC236}">
                <a16:creationId xmlns:a16="http://schemas.microsoft.com/office/drawing/2014/main" id="{A123F8CB-8215-3364-E0C6-3C31EB22E517}"/>
              </a:ext>
            </a:extLst>
          </p:cNvPr>
          <p:cNvGrpSpPr/>
          <p:nvPr/>
        </p:nvGrpSpPr>
        <p:grpSpPr>
          <a:xfrm>
            <a:off x="1969675" y="272900"/>
            <a:ext cx="12151440" cy="5648760"/>
            <a:chOff x="1969675" y="272900"/>
            <a:chExt cx="12151440" cy="5648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F73738A1-59D1-CB0C-3CA5-C01320D126EB}"/>
                    </a:ext>
                  </a:extLst>
                </p14:cNvPr>
                <p14:cNvContentPartPr/>
                <p14:nvPr/>
              </p14:nvContentPartPr>
              <p14:xfrm>
                <a:off x="2150755" y="869060"/>
                <a:ext cx="478800" cy="103932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F73738A1-59D1-CB0C-3CA5-C01320D126E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142115" y="860420"/>
                  <a:ext cx="496440" cy="10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0947B4FD-8897-638C-F45D-9C4B90CEBB9C}"/>
                    </a:ext>
                  </a:extLst>
                </p14:cNvPr>
                <p14:cNvContentPartPr/>
                <p14:nvPr/>
              </p14:nvContentPartPr>
              <p14:xfrm>
                <a:off x="2342275" y="681500"/>
                <a:ext cx="810720" cy="1692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0947B4FD-8897-638C-F45D-9C4B90CEBB9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333635" y="672860"/>
                  <a:ext cx="82836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2E98339-77E5-0849-2371-4718995828C2}"/>
                    </a:ext>
                  </a:extLst>
                </p14:cNvPr>
                <p14:cNvContentPartPr/>
                <p14:nvPr/>
              </p14:nvContentPartPr>
              <p14:xfrm>
                <a:off x="3768595" y="945740"/>
                <a:ext cx="315000" cy="687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2E98339-77E5-0849-2371-4718995828C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759955" y="937100"/>
                  <a:ext cx="33264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71DA403-E61B-DEF6-A6AA-05A286F9C8D4}"/>
                    </a:ext>
                  </a:extLst>
                </p14:cNvPr>
                <p14:cNvContentPartPr/>
                <p14:nvPr/>
              </p14:nvContentPartPr>
              <p14:xfrm>
                <a:off x="3809635" y="1403660"/>
                <a:ext cx="412920" cy="763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71DA403-E61B-DEF6-A6AA-05A286F9C8D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800995" y="1395020"/>
                  <a:ext cx="43056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40C5610-0925-3C69-E356-BAC1265F5B5D}"/>
                    </a:ext>
                  </a:extLst>
                </p14:cNvPr>
                <p14:cNvContentPartPr/>
                <p14:nvPr/>
              </p14:nvContentPartPr>
              <p14:xfrm>
                <a:off x="5195275" y="365060"/>
                <a:ext cx="339840" cy="8427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40C5610-0925-3C69-E356-BAC1265F5B5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186275" y="356420"/>
                  <a:ext cx="357480" cy="86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EADF5C9-9F1E-059A-87DB-22FA390C587C}"/>
                    </a:ext>
                  </a:extLst>
                </p14:cNvPr>
                <p14:cNvContentPartPr/>
                <p14:nvPr/>
              </p14:nvContentPartPr>
              <p14:xfrm>
                <a:off x="5399035" y="272900"/>
                <a:ext cx="539280" cy="493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EADF5C9-9F1E-059A-87DB-22FA390C587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390035" y="264260"/>
                  <a:ext cx="55692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DCA3199-ED0C-64EE-4FA3-46102CC3BECB}"/>
                    </a:ext>
                  </a:extLst>
                </p14:cNvPr>
                <p14:cNvContentPartPr/>
                <p14:nvPr/>
              </p14:nvContentPartPr>
              <p14:xfrm>
                <a:off x="6175555" y="480260"/>
                <a:ext cx="138960" cy="306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DCA3199-ED0C-64EE-4FA3-46102CC3BEC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166555" y="471260"/>
                  <a:ext cx="15660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C938D7C-5F16-EE36-07F6-D941FDF0CFB1}"/>
                    </a:ext>
                  </a:extLst>
                </p14:cNvPr>
                <p14:cNvContentPartPr/>
                <p14:nvPr/>
              </p14:nvContentPartPr>
              <p14:xfrm>
                <a:off x="1969675" y="2993780"/>
                <a:ext cx="547920" cy="11646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C938D7C-5F16-EE36-07F6-D941FDF0CFB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961035" y="2984780"/>
                  <a:ext cx="565560" cy="11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C34DDA8-BCBC-F7C5-7019-6BECF13EBED1}"/>
                    </a:ext>
                  </a:extLst>
                </p14:cNvPr>
                <p14:cNvContentPartPr/>
                <p14:nvPr/>
              </p14:nvContentPartPr>
              <p14:xfrm>
                <a:off x="2265235" y="2886140"/>
                <a:ext cx="557280" cy="1630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C34DDA8-BCBC-F7C5-7019-6BECF13EBED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256235" y="2877500"/>
                  <a:ext cx="57492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95FC0A7-3347-5F24-1F2A-ED1F1F1D01CF}"/>
                    </a:ext>
                  </a:extLst>
                </p14:cNvPr>
                <p14:cNvContentPartPr/>
                <p14:nvPr/>
              </p14:nvContentPartPr>
              <p14:xfrm>
                <a:off x="3112675" y="2667980"/>
                <a:ext cx="114840" cy="13654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95FC0A7-3347-5F24-1F2A-ED1F1F1D01C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104035" y="2659340"/>
                  <a:ext cx="132480" cy="138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633D5D9-D961-22D2-63A4-822620D8C131}"/>
                    </a:ext>
                  </a:extLst>
                </p14:cNvPr>
                <p14:cNvContentPartPr/>
                <p14:nvPr/>
              </p14:nvContentPartPr>
              <p14:xfrm>
                <a:off x="3203395" y="4167740"/>
                <a:ext cx="78840" cy="1630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633D5D9-D961-22D2-63A4-822620D8C13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194395" y="4159100"/>
                  <a:ext cx="9648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F37CB11-CE1D-26E6-F582-B4FE576F668C}"/>
                    </a:ext>
                  </a:extLst>
                </p14:cNvPr>
                <p14:cNvContentPartPr/>
                <p14:nvPr/>
              </p14:nvContentPartPr>
              <p14:xfrm>
                <a:off x="4373035" y="2755820"/>
                <a:ext cx="363240" cy="1836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F37CB11-CE1D-26E6-F582-B4FE576F668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364035" y="2747180"/>
                  <a:ext cx="38088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295366F-A501-3E00-A831-8C65C79D3432}"/>
                    </a:ext>
                  </a:extLst>
                </p14:cNvPr>
                <p14:cNvContentPartPr/>
                <p14:nvPr/>
              </p14:nvContentPartPr>
              <p14:xfrm>
                <a:off x="4549075" y="3357020"/>
                <a:ext cx="418680" cy="1803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295366F-A501-3E00-A831-8C65C79D343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540075" y="3348380"/>
                  <a:ext cx="43632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72CEA21-CCC3-961F-1223-E9AD995B4938}"/>
                    </a:ext>
                  </a:extLst>
                </p14:cNvPr>
                <p14:cNvContentPartPr/>
                <p14:nvPr/>
              </p14:nvContentPartPr>
              <p14:xfrm>
                <a:off x="6100315" y="2238140"/>
                <a:ext cx="79200" cy="7873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72CEA21-CCC3-961F-1223-E9AD995B493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091675" y="2229500"/>
                  <a:ext cx="96840" cy="80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7D2176A-AF5F-2520-27F5-065C15A56743}"/>
                    </a:ext>
                  </a:extLst>
                </p14:cNvPr>
                <p14:cNvContentPartPr/>
                <p14:nvPr/>
              </p14:nvContentPartPr>
              <p14:xfrm>
                <a:off x="6589195" y="2158940"/>
                <a:ext cx="1119960" cy="6674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7D2176A-AF5F-2520-27F5-065C15A5674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580195" y="2149940"/>
                  <a:ext cx="1137600" cy="68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D476103-0E3A-2057-831D-B9BA7404870A}"/>
                    </a:ext>
                  </a:extLst>
                </p14:cNvPr>
                <p14:cNvContentPartPr/>
                <p14:nvPr/>
              </p14:nvContentPartPr>
              <p14:xfrm>
                <a:off x="8031355" y="2376020"/>
                <a:ext cx="32760" cy="525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D476103-0E3A-2057-831D-B9BA7404870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022355" y="2367380"/>
                  <a:ext cx="5040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1A8FE84-3B59-FFDE-59E6-92899199C830}"/>
                    </a:ext>
                  </a:extLst>
                </p14:cNvPr>
                <p14:cNvContentPartPr/>
                <p14:nvPr/>
              </p14:nvContentPartPr>
              <p14:xfrm>
                <a:off x="3770395" y="4899260"/>
                <a:ext cx="664200" cy="10224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1A8FE84-3B59-FFDE-59E6-92899199C83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761395" y="4890620"/>
                  <a:ext cx="681840" cy="10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55855D5-CB41-61B6-F385-9F13C45550C9}"/>
                    </a:ext>
                  </a:extLst>
                </p14:cNvPr>
                <p14:cNvContentPartPr/>
                <p14:nvPr/>
              </p14:nvContentPartPr>
              <p14:xfrm>
                <a:off x="4055875" y="5223620"/>
                <a:ext cx="848160" cy="1825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55855D5-CB41-61B6-F385-9F13C45550C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046875" y="5214980"/>
                  <a:ext cx="86580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AFD6E07-90F8-2811-D06C-4543669EFCDE}"/>
                    </a:ext>
                  </a:extLst>
                </p14:cNvPr>
                <p14:cNvContentPartPr/>
                <p14:nvPr/>
              </p14:nvContentPartPr>
              <p14:xfrm>
                <a:off x="5093395" y="4614860"/>
                <a:ext cx="13680" cy="8816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AFD6E07-90F8-2811-D06C-4543669EFCD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084755" y="4606220"/>
                  <a:ext cx="31320" cy="89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CA957F7-1C2E-D509-7175-2986D446E086}"/>
                    </a:ext>
                  </a:extLst>
                </p14:cNvPr>
                <p14:cNvContentPartPr/>
                <p14:nvPr/>
              </p14:nvContentPartPr>
              <p14:xfrm>
                <a:off x="5320915" y="5691620"/>
                <a:ext cx="115920" cy="1371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CA957F7-1C2E-D509-7175-2986D446E08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311915" y="5682620"/>
                  <a:ext cx="13356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4C91212-5909-AA75-789E-CE511680ECEF}"/>
                    </a:ext>
                  </a:extLst>
                </p14:cNvPr>
                <p14:cNvContentPartPr/>
                <p14:nvPr/>
              </p14:nvContentPartPr>
              <p14:xfrm>
                <a:off x="5910235" y="4515140"/>
                <a:ext cx="252360" cy="1022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4C91212-5909-AA75-789E-CE511680ECE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901595" y="4506500"/>
                  <a:ext cx="27000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527C397-E62C-FC3F-7CFB-3E61AD6E5DA5}"/>
                    </a:ext>
                  </a:extLst>
                </p14:cNvPr>
                <p14:cNvContentPartPr/>
                <p14:nvPr/>
              </p14:nvContentPartPr>
              <p14:xfrm>
                <a:off x="6099595" y="4911140"/>
                <a:ext cx="255960" cy="1522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527C397-E62C-FC3F-7CFB-3E61AD6E5DA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090595" y="4902500"/>
                  <a:ext cx="27360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CC9742E-26E8-0A86-F3AD-602CE8733AE6}"/>
                    </a:ext>
                  </a:extLst>
                </p14:cNvPr>
                <p14:cNvContentPartPr/>
                <p14:nvPr/>
              </p14:nvContentPartPr>
              <p14:xfrm>
                <a:off x="6869995" y="3659780"/>
                <a:ext cx="519480" cy="8600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CC9742E-26E8-0A86-F3AD-602CE8733AE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861355" y="3650780"/>
                  <a:ext cx="537120" cy="87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AEB4B00-BDDE-BF2C-3460-CF7C61BAF9D5}"/>
                    </a:ext>
                  </a:extLst>
                </p14:cNvPr>
                <p14:cNvContentPartPr/>
                <p14:nvPr/>
              </p14:nvContentPartPr>
              <p14:xfrm>
                <a:off x="7100395" y="4036700"/>
                <a:ext cx="565920" cy="601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AEB4B00-BDDE-BF2C-3460-CF7C61BAF9D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091395" y="4027700"/>
                  <a:ext cx="58356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63BF75E-0EE5-3B66-2975-B1809AFA3A9F}"/>
                    </a:ext>
                  </a:extLst>
                </p14:cNvPr>
                <p14:cNvContentPartPr/>
                <p14:nvPr/>
              </p14:nvContentPartPr>
              <p14:xfrm>
                <a:off x="8000035" y="3844460"/>
                <a:ext cx="300600" cy="1587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63BF75E-0EE5-3B66-2975-B1809AFA3A9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991035" y="3835460"/>
                  <a:ext cx="31824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D1D3B7D-0337-0972-2D33-97618AE2B029}"/>
                    </a:ext>
                  </a:extLst>
                </p14:cNvPr>
                <p14:cNvContentPartPr/>
                <p14:nvPr/>
              </p14:nvContentPartPr>
              <p14:xfrm>
                <a:off x="8027755" y="3710540"/>
                <a:ext cx="99720" cy="3740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D1D3B7D-0337-0972-2D33-97618AE2B02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018755" y="3701900"/>
                  <a:ext cx="117360" cy="39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61D9218-F0B9-F1F8-FB76-4B117B454041}"/>
                    </a:ext>
                  </a:extLst>
                </p14:cNvPr>
                <p14:cNvContentPartPr/>
                <p14:nvPr/>
              </p14:nvContentPartPr>
              <p14:xfrm>
                <a:off x="8563075" y="3407060"/>
                <a:ext cx="170280" cy="4597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61D9218-F0B9-F1F8-FB76-4B117B45404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554435" y="3398420"/>
                  <a:ext cx="187920" cy="47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967C416-F869-83F4-2C50-9268B6C8E8A7}"/>
                    </a:ext>
                  </a:extLst>
                </p14:cNvPr>
                <p14:cNvContentPartPr/>
                <p14:nvPr/>
              </p14:nvContentPartPr>
              <p14:xfrm>
                <a:off x="8895715" y="3380060"/>
                <a:ext cx="297000" cy="2563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967C416-F869-83F4-2C50-9268B6C8E8A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887075" y="3371060"/>
                  <a:ext cx="31464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1B4DEFA-55BF-093C-2E7E-7038DA23D1C9}"/>
                    </a:ext>
                  </a:extLst>
                </p14:cNvPr>
                <p14:cNvContentPartPr/>
                <p14:nvPr/>
              </p14:nvContentPartPr>
              <p14:xfrm>
                <a:off x="8958355" y="3437660"/>
                <a:ext cx="264600" cy="2282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1B4DEFA-55BF-093C-2E7E-7038DA23D1C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949715" y="3428660"/>
                  <a:ext cx="28224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35B1493-55EB-F46F-0187-477547CA4D44}"/>
                    </a:ext>
                  </a:extLst>
                </p14:cNvPr>
                <p14:cNvContentPartPr/>
                <p14:nvPr/>
              </p14:nvContentPartPr>
              <p14:xfrm>
                <a:off x="9417715" y="2932940"/>
                <a:ext cx="212040" cy="6570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35B1493-55EB-F46F-0187-477547CA4D4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409075" y="2923940"/>
                  <a:ext cx="229680" cy="67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4C56234-47D9-565C-CDBA-9F6B7A037DC9}"/>
                    </a:ext>
                  </a:extLst>
                </p14:cNvPr>
                <p14:cNvContentPartPr/>
                <p14:nvPr/>
              </p14:nvContentPartPr>
              <p14:xfrm>
                <a:off x="9685555" y="2646380"/>
                <a:ext cx="257040" cy="1328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4C56234-47D9-565C-CDBA-9F6B7A037DC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676915" y="2637380"/>
                  <a:ext cx="27468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7013FB4-B652-E08A-6CAC-C5699B73ED0E}"/>
                    </a:ext>
                  </a:extLst>
                </p14:cNvPr>
                <p14:cNvContentPartPr/>
                <p14:nvPr/>
              </p14:nvContentPartPr>
              <p14:xfrm>
                <a:off x="10035475" y="2877500"/>
                <a:ext cx="379080" cy="1969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7013FB4-B652-E08A-6CAC-C5699B73ED0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026475" y="2868860"/>
                  <a:ext cx="39672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6187676-912E-D975-EC50-518394487709}"/>
                    </a:ext>
                  </a:extLst>
                </p14:cNvPr>
                <p14:cNvContentPartPr/>
                <p14:nvPr/>
              </p14:nvContentPartPr>
              <p14:xfrm>
                <a:off x="10095595" y="2898740"/>
                <a:ext cx="345240" cy="2797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6187676-912E-D975-EC50-51839448770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086955" y="2890100"/>
                  <a:ext cx="36288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4068B4B-DAE7-A11D-C270-704F83A279D5}"/>
                    </a:ext>
                  </a:extLst>
                </p14:cNvPr>
                <p14:cNvContentPartPr/>
                <p14:nvPr/>
              </p14:nvContentPartPr>
              <p14:xfrm>
                <a:off x="10526155" y="2359820"/>
                <a:ext cx="328320" cy="6861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4068B4B-DAE7-A11D-C270-704F83A279D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517155" y="2351180"/>
                  <a:ext cx="345960" cy="70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A452B68-FFA3-CA79-49B3-E79E814E3390}"/>
                    </a:ext>
                  </a:extLst>
                </p14:cNvPr>
                <p14:cNvContentPartPr/>
                <p14:nvPr/>
              </p14:nvContentPartPr>
              <p14:xfrm>
                <a:off x="11040955" y="2329580"/>
                <a:ext cx="227160" cy="1868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0A452B68-FFA3-CA79-49B3-E79E814E339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031955" y="2320580"/>
                  <a:ext cx="24480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572007F-E03B-6BB1-BC60-766E5127F73F}"/>
                    </a:ext>
                  </a:extLst>
                </p14:cNvPr>
                <p14:cNvContentPartPr/>
                <p14:nvPr/>
              </p14:nvContentPartPr>
              <p14:xfrm>
                <a:off x="11086675" y="2317700"/>
                <a:ext cx="234360" cy="2782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572007F-E03B-6BB1-BC60-766E5127F73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078035" y="2308700"/>
                  <a:ext cx="25200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5972134-B760-983E-4671-D4E9D32D42CF}"/>
                    </a:ext>
                  </a:extLst>
                </p14:cNvPr>
                <p14:cNvContentPartPr/>
                <p14:nvPr/>
              </p14:nvContentPartPr>
              <p14:xfrm>
                <a:off x="11300155" y="1894340"/>
                <a:ext cx="248760" cy="4928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5972134-B760-983E-4671-D4E9D32D42C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291515" y="1885700"/>
                  <a:ext cx="266400" cy="51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1EF0F9F-307F-453F-7A12-4788EB563734}"/>
                    </a:ext>
                  </a:extLst>
                </p14:cNvPr>
                <p14:cNvContentPartPr/>
                <p14:nvPr/>
              </p14:nvContentPartPr>
              <p14:xfrm>
                <a:off x="11570155" y="1756460"/>
                <a:ext cx="222120" cy="3290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1EF0F9F-307F-453F-7A12-4788EB56373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1561515" y="1747820"/>
                  <a:ext cx="23976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A8F116E2-134C-9717-EE67-815214B16EFE}"/>
                    </a:ext>
                  </a:extLst>
                </p14:cNvPr>
                <p14:cNvContentPartPr/>
                <p14:nvPr/>
              </p14:nvContentPartPr>
              <p14:xfrm>
                <a:off x="11638915" y="1792460"/>
                <a:ext cx="140400" cy="2401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8F116E2-134C-9717-EE67-815214B16EF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1630275" y="1783460"/>
                  <a:ext cx="15804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8782E68-E6D1-9B33-68F4-E75B3068DCF1}"/>
                    </a:ext>
                  </a:extLst>
                </p14:cNvPr>
                <p14:cNvContentPartPr/>
                <p14:nvPr/>
              </p14:nvContentPartPr>
              <p14:xfrm>
                <a:off x="11815675" y="1462340"/>
                <a:ext cx="167400" cy="3848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8782E68-E6D1-9B33-68F4-E75B3068DCF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1806675" y="1453700"/>
                  <a:ext cx="185040" cy="40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CCA0D2D-BBCE-0B60-D45E-67EF6AC4B4E1}"/>
                    </a:ext>
                  </a:extLst>
                </p14:cNvPr>
                <p14:cNvContentPartPr/>
                <p14:nvPr/>
              </p14:nvContentPartPr>
              <p14:xfrm>
                <a:off x="11969395" y="1404380"/>
                <a:ext cx="124200" cy="1472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9CCA0D2D-BBCE-0B60-D45E-67EF6AC4B4E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1960755" y="1395740"/>
                  <a:ext cx="14184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33476FD-2B61-CCA3-7510-C55C7A0F3295}"/>
                    </a:ext>
                  </a:extLst>
                </p14:cNvPr>
                <p14:cNvContentPartPr/>
                <p14:nvPr/>
              </p14:nvContentPartPr>
              <p14:xfrm>
                <a:off x="12079195" y="1298540"/>
                <a:ext cx="86040" cy="2293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33476FD-2B61-CCA3-7510-C55C7A0F329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2070195" y="1289540"/>
                  <a:ext cx="10368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7DF1938-90CC-CEB9-5525-09DEEE9E2B97}"/>
                    </a:ext>
                  </a:extLst>
                </p14:cNvPr>
                <p14:cNvContentPartPr/>
                <p14:nvPr/>
              </p14:nvContentPartPr>
              <p14:xfrm>
                <a:off x="7181035" y="2995940"/>
                <a:ext cx="6940080" cy="22176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7DF1938-90CC-CEB9-5525-09DEEE9E2B9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172035" y="2986940"/>
                  <a:ext cx="6957720" cy="2235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0248589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466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testBI Power</dc:creator>
  <cp:lastModifiedBy>testBI Power</cp:lastModifiedBy>
  <cp:revision>1</cp:revision>
  <dcterms:created xsi:type="dcterms:W3CDTF">2026-03-16T09:23:54Z</dcterms:created>
  <dcterms:modified xsi:type="dcterms:W3CDTF">2026-03-16T17:10:36Z</dcterms:modified>
</cp:coreProperties>
</file>